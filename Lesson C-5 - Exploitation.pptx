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309" r:id="rId5"/>
    <p:sldId id="321" r:id="rId6"/>
    <p:sldId id="310" r:id="rId7"/>
    <p:sldId id="336" r:id="rId8"/>
    <p:sldId id="337" r:id="rId9"/>
    <p:sldId id="338" r:id="rId10"/>
    <p:sldId id="339" r:id="rId11"/>
    <p:sldId id="340" r:id="rId12"/>
    <p:sldId id="341" r:id="rId13"/>
    <p:sldId id="344" r:id="rId14"/>
    <p:sldId id="343" r:id="rId15"/>
    <p:sldId id="342" r:id="rId16"/>
    <p:sldId id="345" r:id="rId17"/>
    <p:sldId id="346" r:id="rId18"/>
    <p:sldId id="347" r:id="rId19"/>
    <p:sldId id="348" r:id="rId20"/>
    <p:sldId id="349" r:id="rId21"/>
    <p:sldId id="350" r:id="rId22"/>
    <p:sldId id="351" r:id="rId23"/>
    <p:sldId id="35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43D32"/>
    <a:srgbClr val="785238"/>
    <a:srgbClr val="274F3F"/>
    <a:srgbClr val="326648"/>
    <a:srgbClr val="388049"/>
    <a:srgbClr val="2A4C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F3C560-A055-49D8-9BDA-2681B415B86E}" v="22" dt="2025-11-07T17:00:18.3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0" autoAdjust="0"/>
    <p:restoredTop sz="94660"/>
  </p:normalViewPr>
  <p:slideViewPr>
    <p:cSldViewPr snapToGrid="0">
      <p:cViewPr varScale="1">
        <p:scale>
          <a:sx n="105" d="100"/>
          <a:sy n="105" d="100"/>
        </p:scale>
        <p:origin x="6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Hill" userId="41dba03d-e58d-4389-9894-554c10310ba4" providerId="ADAL" clId="{EF23FE1D-A042-481E-AFD7-2A9FB0847F54}"/>
    <pc:docChg chg="undo custSel addSld delSld modSld sldOrd">
      <pc:chgData name="Michael Hill" userId="41dba03d-e58d-4389-9894-554c10310ba4" providerId="ADAL" clId="{EF23FE1D-A042-481E-AFD7-2A9FB0847F54}" dt="2025-11-07T17:00:20.024" v="5833" actId="1076"/>
      <pc:docMkLst>
        <pc:docMk/>
      </pc:docMkLst>
      <pc:sldChg chg="modSp mod">
        <pc:chgData name="Michael Hill" userId="41dba03d-e58d-4389-9894-554c10310ba4" providerId="ADAL" clId="{EF23FE1D-A042-481E-AFD7-2A9FB0847F54}" dt="2025-11-07T14:56:31.093" v="17" actId="14100"/>
        <pc:sldMkLst>
          <pc:docMk/>
          <pc:sldMk cId="1878848435" sldId="256"/>
        </pc:sldMkLst>
        <pc:spChg chg="mod">
          <ac:chgData name="Michael Hill" userId="41dba03d-e58d-4389-9894-554c10310ba4" providerId="ADAL" clId="{EF23FE1D-A042-481E-AFD7-2A9FB0847F54}" dt="2025-11-07T14:54:35.245" v="1" actId="20577"/>
          <ac:spMkLst>
            <pc:docMk/>
            <pc:sldMk cId="1878848435" sldId="256"/>
            <ac:spMk id="5" creationId="{18C18ECD-1A29-4735-FBF9-2230E3FED94F}"/>
          </ac:spMkLst>
        </pc:spChg>
        <pc:spChg chg="mod">
          <ac:chgData name="Michael Hill" userId="41dba03d-e58d-4389-9894-554c10310ba4" providerId="ADAL" clId="{EF23FE1D-A042-481E-AFD7-2A9FB0847F54}" dt="2025-11-07T14:56:31.093" v="17" actId="14100"/>
          <ac:spMkLst>
            <pc:docMk/>
            <pc:sldMk cId="1878848435" sldId="256"/>
            <ac:spMk id="6" creationId="{945BB639-AC69-FE40-4352-5D3077A94591}"/>
          </ac:spMkLst>
        </pc:spChg>
      </pc:sldChg>
      <pc:sldChg chg="modSp mod">
        <pc:chgData name="Michael Hill" userId="41dba03d-e58d-4389-9894-554c10310ba4" providerId="ADAL" clId="{EF23FE1D-A042-481E-AFD7-2A9FB0847F54}" dt="2025-11-07T15:06:35.272" v="98" actId="20577"/>
        <pc:sldMkLst>
          <pc:docMk/>
          <pc:sldMk cId="854122100" sldId="257"/>
        </pc:sldMkLst>
        <pc:spChg chg="mod">
          <ac:chgData name="Michael Hill" userId="41dba03d-e58d-4389-9894-554c10310ba4" providerId="ADAL" clId="{EF23FE1D-A042-481E-AFD7-2A9FB0847F54}" dt="2025-11-07T15:06:35.272" v="98" actId="20577"/>
          <ac:spMkLst>
            <pc:docMk/>
            <pc:sldMk cId="854122100" sldId="257"/>
            <ac:spMk id="8" creationId="{4D7671A2-401B-58C3-4049-2F9F2E07BD91}"/>
          </ac:spMkLst>
        </pc:spChg>
      </pc:sldChg>
      <pc:sldChg chg="mod modShow">
        <pc:chgData name="Michael Hill" userId="41dba03d-e58d-4389-9894-554c10310ba4" providerId="ADAL" clId="{EF23FE1D-A042-481E-AFD7-2A9FB0847F54}" dt="2025-11-07T15:07:54.618" v="101" actId="729"/>
        <pc:sldMkLst>
          <pc:docMk/>
          <pc:sldMk cId="1910594286" sldId="258"/>
        </pc:sldMkLst>
      </pc:sldChg>
      <pc:sldChg chg="mod modShow">
        <pc:chgData name="Michael Hill" userId="41dba03d-e58d-4389-9894-554c10310ba4" providerId="ADAL" clId="{EF23FE1D-A042-481E-AFD7-2A9FB0847F54}" dt="2025-11-07T15:07:54.618" v="101" actId="729"/>
        <pc:sldMkLst>
          <pc:docMk/>
          <pc:sldMk cId="3412771528" sldId="309"/>
        </pc:sldMkLst>
      </pc:sldChg>
      <pc:sldChg chg="addSp delSp modSp mod delAnim">
        <pc:chgData name="Michael Hill" userId="41dba03d-e58d-4389-9894-554c10310ba4" providerId="ADAL" clId="{EF23FE1D-A042-481E-AFD7-2A9FB0847F54}" dt="2025-11-07T15:09:55.062" v="175" actId="14100"/>
        <pc:sldMkLst>
          <pc:docMk/>
          <pc:sldMk cId="1252509168" sldId="310"/>
        </pc:sldMkLst>
        <pc:spChg chg="add mod">
          <ac:chgData name="Michael Hill" userId="41dba03d-e58d-4389-9894-554c10310ba4" providerId="ADAL" clId="{EF23FE1D-A042-481E-AFD7-2A9FB0847F54}" dt="2025-11-07T15:09:14.428" v="166" actId="1076"/>
          <ac:spMkLst>
            <pc:docMk/>
            <pc:sldMk cId="1252509168" sldId="310"/>
            <ac:spMk id="3" creationId="{6089E94B-3D0D-951B-5A8B-C65D108E7FCE}"/>
          </ac:spMkLst>
        </pc:spChg>
        <pc:spChg chg="add mod">
          <ac:chgData name="Michael Hill" userId="41dba03d-e58d-4389-9894-554c10310ba4" providerId="ADAL" clId="{EF23FE1D-A042-481E-AFD7-2A9FB0847F54}" dt="2025-11-07T15:09:15.204" v="167" actId="1076"/>
          <ac:spMkLst>
            <pc:docMk/>
            <pc:sldMk cId="1252509168" sldId="310"/>
            <ac:spMk id="4" creationId="{49F9E4B0-654B-886F-BF7E-BA1A9B85FF2B}"/>
          </ac:spMkLst>
        </pc:spChg>
        <pc:spChg chg="mod">
          <ac:chgData name="Michael Hill" userId="41dba03d-e58d-4389-9894-554c10310ba4" providerId="ADAL" clId="{EF23FE1D-A042-481E-AFD7-2A9FB0847F54}" dt="2025-11-07T15:08:27.835" v="121" actId="1076"/>
          <ac:spMkLst>
            <pc:docMk/>
            <pc:sldMk cId="1252509168" sldId="310"/>
            <ac:spMk id="5" creationId="{15907E37-151A-274F-CC12-A8B9249D90EE}"/>
          </ac:spMkLst>
        </pc:spChg>
        <pc:spChg chg="add mod">
          <ac:chgData name="Michael Hill" userId="41dba03d-e58d-4389-9894-554c10310ba4" providerId="ADAL" clId="{EF23FE1D-A042-481E-AFD7-2A9FB0847F54}" dt="2025-11-07T15:09:12.885" v="165" actId="1076"/>
          <ac:spMkLst>
            <pc:docMk/>
            <pc:sldMk cId="1252509168" sldId="310"/>
            <ac:spMk id="6" creationId="{EF9C1643-83D7-06A7-3CD3-A92CE374E7BA}"/>
          </ac:spMkLst>
        </pc:spChg>
        <pc:spChg chg="add mod">
          <ac:chgData name="Michael Hill" userId="41dba03d-e58d-4389-9894-554c10310ba4" providerId="ADAL" clId="{EF23FE1D-A042-481E-AFD7-2A9FB0847F54}" dt="2025-11-07T15:09:16.683" v="168" actId="1076"/>
          <ac:spMkLst>
            <pc:docMk/>
            <pc:sldMk cId="1252509168" sldId="310"/>
            <ac:spMk id="10" creationId="{07203FB4-4C61-D344-1CEC-8D30E05F2C08}"/>
          </ac:spMkLst>
        </pc:spChg>
        <pc:picChg chg="del">
          <ac:chgData name="Michael Hill" userId="41dba03d-e58d-4389-9894-554c10310ba4" providerId="ADAL" clId="{EF23FE1D-A042-481E-AFD7-2A9FB0847F54}" dt="2025-11-07T15:07:58.127" v="102" actId="478"/>
          <ac:picMkLst>
            <pc:docMk/>
            <pc:sldMk cId="1252509168" sldId="310"/>
            <ac:picMk id="2" creationId="{B9BB1338-6DCC-B9C0-2963-8E36348FE586}"/>
          </ac:picMkLst>
        </pc:picChg>
        <pc:cxnChg chg="add">
          <ac:chgData name="Michael Hill" userId="41dba03d-e58d-4389-9894-554c10310ba4" providerId="ADAL" clId="{EF23FE1D-A042-481E-AFD7-2A9FB0847F54}" dt="2025-11-07T15:09:23.433" v="169" actId="11529"/>
          <ac:cxnSpMkLst>
            <pc:docMk/>
            <pc:sldMk cId="1252509168" sldId="310"/>
            <ac:cxnSpMk id="13" creationId="{1722D37D-01EB-3DE1-A8C2-E03FCB8212E5}"/>
          </ac:cxnSpMkLst>
        </pc:cxnChg>
        <pc:cxnChg chg="add mod">
          <ac:chgData name="Michael Hill" userId="41dba03d-e58d-4389-9894-554c10310ba4" providerId="ADAL" clId="{EF23FE1D-A042-481E-AFD7-2A9FB0847F54}" dt="2025-11-07T15:09:55.062" v="175" actId="14100"/>
          <ac:cxnSpMkLst>
            <pc:docMk/>
            <pc:sldMk cId="1252509168" sldId="310"/>
            <ac:cxnSpMk id="14" creationId="{8E901E9B-E3EF-E95B-4E76-8EDD03ED3DE7}"/>
          </ac:cxnSpMkLst>
        </pc:cxnChg>
        <pc:cxnChg chg="add mod">
          <ac:chgData name="Michael Hill" userId="41dba03d-e58d-4389-9894-554c10310ba4" providerId="ADAL" clId="{EF23FE1D-A042-481E-AFD7-2A9FB0847F54}" dt="2025-11-07T15:09:32.179" v="174" actId="14100"/>
          <ac:cxnSpMkLst>
            <pc:docMk/>
            <pc:sldMk cId="1252509168" sldId="310"/>
            <ac:cxnSpMk id="16" creationId="{10CF159C-3DFF-0AA3-F492-DA562F1B0A1D}"/>
          </ac:cxnSpMkLst>
        </pc:cxnChg>
      </pc:sldChg>
      <pc:sldChg chg="del">
        <pc:chgData name="Michael Hill" userId="41dba03d-e58d-4389-9894-554c10310ba4" providerId="ADAL" clId="{EF23FE1D-A042-481E-AFD7-2A9FB0847F54}" dt="2025-11-07T15:36:34.716" v="1261" actId="47"/>
        <pc:sldMkLst>
          <pc:docMk/>
          <pc:sldMk cId="901421339" sldId="311"/>
        </pc:sldMkLst>
      </pc:sldChg>
      <pc:sldChg chg="del">
        <pc:chgData name="Michael Hill" userId="41dba03d-e58d-4389-9894-554c10310ba4" providerId="ADAL" clId="{EF23FE1D-A042-481E-AFD7-2A9FB0847F54}" dt="2025-11-07T15:36:34.716" v="1261" actId="47"/>
        <pc:sldMkLst>
          <pc:docMk/>
          <pc:sldMk cId="3700627873" sldId="312"/>
        </pc:sldMkLst>
      </pc:sldChg>
      <pc:sldChg chg="del">
        <pc:chgData name="Michael Hill" userId="41dba03d-e58d-4389-9894-554c10310ba4" providerId="ADAL" clId="{EF23FE1D-A042-481E-AFD7-2A9FB0847F54}" dt="2025-11-07T15:36:34.716" v="1261" actId="47"/>
        <pc:sldMkLst>
          <pc:docMk/>
          <pc:sldMk cId="3817370257" sldId="320"/>
        </pc:sldMkLst>
      </pc:sldChg>
      <pc:sldChg chg="mod ord modShow">
        <pc:chgData name="Michael Hill" userId="41dba03d-e58d-4389-9894-554c10310ba4" providerId="ADAL" clId="{EF23FE1D-A042-481E-AFD7-2A9FB0847F54}" dt="2025-11-07T17:00:16.327" v="5831"/>
        <pc:sldMkLst>
          <pc:docMk/>
          <pc:sldMk cId="3925268127" sldId="321"/>
        </pc:sldMkLst>
      </pc:sldChg>
      <pc:sldChg chg="del">
        <pc:chgData name="Michael Hill" userId="41dba03d-e58d-4389-9894-554c10310ba4" providerId="ADAL" clId="{EF23FE1D-A042-481E-AFD7-2A9FB0847F54}" dt="2025-11-07T15:36:34.716" v="1261" actId="47"/>
        <pc:sldMkLst>
          <pc:docMk/>
          <pc:sldMk cId="3174332649" sldId="322"/>
        </pc:sldMkLst>
      </pc:sldChg>
      <pc:sldChg chg="del">
        <pc:chgData name="Michael Hill" userId="41dba03d-e58d-4389-9894-554c10310ba4" providerId="ADAL" clId="{EF23FE1D-A042-481E-AFD7-2A9FB0847F54}" dt="2025-11-07T15:36:34.716" v="1261" actId="47"/>
        <pc:sldMkLst>
          <pc:docMk/>
          <pc:sldMk cId="3150480892" sldId="323"/>
        </pc:sldMkLst>
      </pc:sldChg>
      <pc:sldChg chg="del">
        <pc:chgData name="Michael Hill" userId="41dba03d-e58d-4389-9894-554c10310ba4" providerId="ADAL" clId="{EF23FE1D-A042-481E-AFD7-2A9FB0847F54}" dt="2025-11-07T15:36:34.716" v="1261" actId="47"/>
        <pc:sldMkLst>
          <pc:docMk/>
          <pc:sldMk cId="2549345765" sldId="324"/>
        </pc:sldMkLst>
      </pc:sldChg>
      <pc:sldChg chg="del">
        <pc:chgData name="Michael Hill" userId="41dba03d-e58d-4389-9894-554c10310ba4" providerId="ADAL" clId="{EF23FE1D-A042-481E-AFD7-2A9FB0847F54}" dt="2025-11-07T15:36:34.716" v="1261" actId="47"/>
        <pc:sldMkLst>
          <pc:docMk/>
          <pc:sldMk cId="1216921183" sldId="325"/>
        </pc:sldMkLst>
      </pc:sldChg>
      <pc:sldChg chg="del">
        <pc:chgData name="Michael Hill" userId="41dba03d-e58d-4389-9894-554c10310ba4" providerId="ADAL" clId="{EF23FE1D-A042-481E-AFD7-2A9FB0847F54}" dt="2025-11-07T15:36:34.716" v="1261" actId="47"/>
        <pc:sldMkLst>
          <pc:docMk/>
          <pc:sldMk cId="2895947869" sldId="326"/>
        </pc:sldMkLst>
      </pc:sldChg>
      <pc:sldChg chg="del">
        <pc:chgData name="Michael Hill" userId="41dba03d-e58d-4389-9894-554c10310ba4" providerId="ADAL" clId="{EF23FE1D-A042-481E-AFD7-2A9FB0847F54}" dt="2025-11-07T15:36:34.716" v="1261" actId="47"/>
        <pc:sldMkLst>
          <pc:docMk/>
          <pc:sldMk cId="1222756276" sldId="327"/>
        </pc:sldMkLst>
      </pc:sldChg>
      <pc:sldChg chg="del">
        <pc:chgData name="Michael Hill" userId="41dba03d-e58d-4389-9894-554c10310ba4" providerId="ADAL" clId="{EF23FE1D-A042-481E-AFD7-2A9FB0847F54}" dt="2025-11-07T15:36:34.716" v="1261" actId="47"/>
        <pc:sldMkLst>
          <pc:docMk/>
          <pc:sldMk cId="24131591" sldId="328"/>
        </pc:sldMkLst>
      </pc:sldChg>
      <pc:sldChg chg="del">
        <pc:chgData name="Michael Hill" userId="41dba03d-e58d-4389-9894-554c10310ba4" providerId="ADAL" clId="{EF23FE1D-A042-481E-AFD7-2A9FB0847F54}" dt="2025-11-07T15:36:34.716" v="1261" actId="47"/>
        <pc:sldMkLst>
          <pc:docMk/>
          <pc:sldMk cId="476839165" sldId="329"/>
        </pc:sldMkLst>
      </pc:sldChg>
      <pc:sldChg chg="del">
        <pc:chgData name="Michael Hill" userId="41dba03d-e58d-4389-9894-554c10310ba4" providerId="ADAL" clId="{EF23FE1D-A042-481E-AFD7-2A9FB0847F54}" dt="2025-11-07T15:36:34.716" v="1261" actId="47"/>
        <pc:sldMkLst>
          <pc:docMk/>
          <pc:sldMk cId="4145302821" sldId="330"/>
        </pc:sldMkLst>
      </pc:sldChg>
      <pc:sldChg chg="del">
        <pc:chgData name="Michael Hill" userId="41dba03d-e58d-4389-9894-554c10310ba4" providerId="ADAL" clId="{EF23FE1D-A042-481E-AFD7-2A9FB0847F54}" dt="2025-11-07T15:36:34.716" v="1261" actId="47"/>
        <pc:sldMkLst>
          <pc:docMk/>
          <pc:sldMk cId="4124081597" sldId="331"/>
        </pc:sldMkLst>
      </pc:sldChg>
      <pc:sldChg chg="del">
        <pc:chgData name="Michael Hill" userId="41dba03d-e58d-4389-9894-554c10310ba4" providerId="ADAL" clId="{EF23FE1D-A042-481E-AFD7-2A9FB0847F54}" dt="2025-11-07T15:36:34.716" v="1261" actId="47"/>
        <pc:sldMkLst>
          <pc:docMk/>
          <pc:sldMk cId="1045232328" sldId="332"/>
        </pc:sldMkLst>
      </pc:sldChg>
      <pc:sldChg chg="del">
        <pc:chgData name="Michael Hill" userId="41dba03d-e58d-4389-9894-554c10310ba4" providerId="ADAL" clId="{EF23FE1D-A042-481E-AFD7-2A9FB0847F54}" dt="2025-11-07T15:36:34.716" v="1261" actId="47"/>
        <pc:sldMkLst>
          <pc:docMk/>
          <pc:sldMk cId="3668249030" sldId="333"/>
        </pc:sldMkLst>
      </pc:sldChg>
      <pc:sldChg chg="del">
        <pc:chgData name="Michael Hill" userId="41dba03d-e58d-4389-9894-554c10310ba4" providerId="ADAL" clId="{EF23FE1D-A042-481E-AFD7-2A9FB0847F54}" dt="2025-11-07T15:36:34.716" v="1261" actId="47"/>
        <pc:sldMkLst>
          <pc:docMk/>
          <pc:sldMk cId="1085257484" sldId="334"/>
        </pc:sldMkLst>
      </pc:sldChg>
      <pc:sldChg chg="del">
        <pc:chgData name="Michael Hill" userId="41dba03d-e58d-4389-9894-554c10310ba4" providerId="ADAL" clId="{EF23FE1D-A042-481E-AFD7-2A9FB0847F54}" dt="2025-11-07T15:36:34.716" v="1261" actId="47"/>
        <pc:sldMkLst>
          <pc:docMk/>
          <pc:sldMk cId="206833006" sldId="335"/>
        </pc:sldMkLst>
      </pc:sldChg>
      <pc:sldChg chg="add del">
        <pc:chgData name="Michael Hill" userId="41dba03d-e58d-4389-9894-554c10310ba4" providerId="ADAL" clId="{EF23FE1D-A042-481E-AFD7-2A9FB0847F54}" dt="2025-11-07T15:07:49.717" v="100" actId="2890"/>
        <pc:sldMkLst>
          <pc:docMk/>
          <pc:sldMk cId="1576376329" sldId="336"/>
        </pc:sldMkLst>
      </pc:sldChg>
      <pc:sldChg chg="modSp add mod">
        <pc:chgData name="Michael Hill" userId="41dba03d-e58d-4389-9894-554c10310ba4" providerId="ADAL" clId="{EF23FE1D-A042-481E-AFD7-2A9FB0847F54}" dt="2025-11-07T15:19:46.740" v="320" actId="20577"/>
        <pc:sldMkLst>
          <pc:docMk/>
          <pc:sldMk cId="4269327118" sldId="336"/>
        </pc:sldMkLst>
        <pc:spChg chg="mod">
          <ac:chgData name="Michael Hill" userId="41dba03d-e58d-4389-9894-554c10310ba4" providerId="ADAL" clId="{EF23FE1D-A042-481E-AFD7-2A9FB0847F54}" dt="2025-11-07T15:10:44.656" v="197" actId="1076"/>
          <ac:spMkLst>
            <pc:docMk/>
            <pc:sldMk cId="4269327118" sldId="336"/>
            <ac:spMk id="3" creationId="{7D7275B8-498C-5F6E-4490-4DD1AADA1281}"/>
          </ac:spMkLst>
        </pc:spChg>
        <pc:spChg chg="mod">
          <ac:chgData name="Michael Hill" userId="41dba03d-e58d-4389-9894-554c10310ba4" providerId="ADAL" clId="{EF23FE1D-A042-481E-AFD7-2A9FB0847F54}" dt="2025-11-07T15:10:41.360" v="195" actId="1076"/>
          <ac:spMkLst>
            <pc:docMk/>
            <pc:sldMk cId="4269327118" sldId="336"/>
            <ac:spMk id="4" creationId="{AE8BB232-4FA6-98E7-E644-A34E06D2F67A}"/>
          </ac:spMkLst>
        </pc:spChg>
        <pc:spChg chg="mod">
          <ac:chgData name="Michael Hill" userId="41dba03d-e58d-4389-9894-554c10310ba4" providerId="ADAL" clId="{EF23FE1D-A042-481E-AFD7-2A9FB0847F54}" dt="2025-11-07T15:10:40.015" v="194" actId="1076"/>
          <ac:spMkLst>
            <pc:docMk/>
            <pc:sldMk cId="4269327118" sldId="336"/>
            <ac:spMk id="6" creationId="{DC08FC76-368A-A96A-CCCB-1265CE2E342D}"/>
          </ac:spMkLst>
        </pc:spChg>
        <pc:spChg chg="mod">
          <ac:chgData name="Michael Hill" userId="41dba03d-e58d-4389-9894-554c10310ba4" providerId="ADAL" clId="{EF23FE1D-A042-481E-AFD7-2A9FB0847F54}" dt="2025-11-07T15:19:46.740" v="320" actId="20577"/>
          <ac:spMkLst>
            <pc:docMk/>
            <pc:sldMk cId="4269327118" sldId="336"/>
            <ac:spMk id="8" creationId="{68AD3449-A738-F737-853D-ABFDA3123AC4}"/>
          </ac:spMkLst>
        </pc:spChg>
        <pc:spChg chg="mod">
          <ac:chgData name="Michael Hill" userId="41dba03d-e58d-4389-9894-554c10310ba4" providerId="ADAL" clId="{EF23FE1D-A042-481E-AFD7-2A9FB0847F54}" dt="2025-11-07T15:10:36.047" v="192" actId="1076"/>
          <ac:spMkLst>
            <pc:docMk/>
            <pc:sldMk cId="4269327118" sldId="336"/>
            <ac:spMk id="10" creationId="{387C999C-F348-FCF0-2AA5-28876620B827}"/>
          </ac:spMkLst>
        </pc:spChg>
        <pc:cxnChg chg="mod">
          <ac:chgData name="Michael Hill" userId="41dba03d-e58d-4389-9894-554c10310ba4" providerId="ADAL" clId="{EF23FE1D-A042-481E-AFD7-2A9FB0847F54}" dt="2025-11-07T15:10:44.656" v="197" actId="1076"/>
          <ac:cxnSpMkLst>
            <pc:docMk/>
            <pc:sldMk cId="4269327118" sldId="336"/>
            <ac:cxnSpMk id="13" creationId="{E2160065-289A-E0FF-C966-1BE2F2311EE4}"/>
          </ac:cxnSpMkLst>
        </pc:cxnChg>
        <pc:cxnChg chg="mod">
          <ac:chgData name="Michael Hill" userId="41dba03d-e58d-4389-9894-554c10310ba4" providerId="ADAL" clId="{EF23FE1D-A042-481E-AFD7-2A9FB0847F54}" dt="2025-11-07T15:10:41.360" v="195" actId="1076"/>
          <ac:cxnSpMkLst>
            <pc:docMk/>
            <pc:sldMk cId="4269327118" sldId="336"/>
            <ac:cxnSpMk id="14" creationId="{72D12FF2-4102-9D3A-434C-78785F9E4767}"/>
          </ac:cxnSpMkLst>
        </pc:cxnChg>
        <pc:cxnChg chg="mod">
          <ac:chgData name="Michael Hill" userId="41dba03d-e58d-4389-9894-554c10310ba4" providerId="ADAL" clId="{EF23FE1D-A042-481E-AFD7-2A9FB0847F54}" dt="2025-11-07T15:10:40.015" v="194" actId="1076"/>
          <ac:cxnSpMkLst>
            <pc:docMk/>
            <pc:sldMk cId="4269327118" sldId="336"/>
            <ac:cxnSpMk id="16" creationId="{648FAF76-83E3-C303-9C6D-09DD7647636B}"/>
          </ac:cxnSpMkLst>
        </pc:cxnChg>
      </pc:sldChg>
      <pc:sldChg chg="add del replId">
        <pc:chgData name="Michael Hill" userId="41dba03d-e58d-4389-9894-554c10310ba4" providerId="ADAL" clId="{EF23FE1D-A042-481E-AFD7-2A9FB0847F54}" dt="2025-11-07T15:07:49.717" v="100" actId="2890"/>
        <pc:sldMkLst>
          <pc:docMk/>
          <pc:sldMk cId="715868919" sldId="337"/>
        </pc:sldMkLst>
      </pc:sldChg>
      <pc:sldChg chg="delSp modSp add mod">
        <pc:chgData name="Michael Hill" userId="41dba03d-e58d-4389-9894-554c10310ba4" providerId="ADAL" clId="{EF23FE1D-A042-481E-AFD7-2A9FB0847F54}" dt="2025-11-07T15:23:48.073" v="656" actId="313"/>
        <pc:sldMkLst>
          <pc:docMk/>
          <pc:sldMk cId="2339566124" sldId="337"/>
        </pc:sldMkLst>
        <pc:spChg chg="del">
          <ac:chgData name="Michael Hill" userId="41dba03d-e58d-4389-9894-554c10310ba4" providerId="ADAL" clId="{EF23FE1D-A042-481E-AFD7-2A9FB0847F54}" dt="2025-11-07T15:19:55.427" v="322" actId="478"/>
          <ac:spMkLst>
            <pc:docMk/>
            <pc:sldMk cId="2339566124" sldId="337"/>
            <ac:spMk id="3" creationId="{3F605F86-F9E1-9EF5-DCB3-1F0A56366A64}"/>
          </ac:spMkLst>
        </pc:spChg>
        <pc:spChg chg="del">
          <ac:chgData name="Michael Hill" userId="41dba03d-e58d-4389-9894-554c10310ba4" providerId="ADAL" clId="{EF23FE1D-A042-481E-AFD7-2A9FB0847F54}" dt="2025-11-07T15:19:55.427" v="322" actId="478"/>
          <ac:spMkLst>
            <pc:docMk/>
            <pc:sldMk cId="2339566124" sldId="337"/>
            <ac:spMk id="4" creationId="{9FD9ED98-3F3F-4AB9-515C-EB439EE9CB35}"/>
          </ac:spMkLst>
        </pc:spChg>
        <pc:spChg chg="mod">
          <ac:chgData name="Michael Hill" userId="41dba03d-e58d-4389-9894-554c10310ba4" providerId="ADAL" clId="{EF23FE1D-A042-481E-AFD7-2A9FB0847F54}" dt="2025-11-07T15:20:38.484" v="372" actId="1076"/>
          <ac:spMkLst>
            <pc:docMk/>
            <pc:sldMk cId="2339566124" sldId="337"/>
            <ac:spMk id="5" creationId="{1174DF84-9B42-4579-F69C-B77567ADF987}"/>
          </ac:spMkLst>
        </pc:spChg>
        <pc:spChg chg="del">
          <ac:chgData name="Michael Hill" userId="41dba03d-e58d-4389-9894-554c10310ba4" providerId="ADAL" clId="{EF23FE1D-A042-481E-AFD7-2A9FB0847F54}" dt="2025-11-07T15:19:55.427" v="322" actId="478"/>
          <ac:spMkLst>
            <pc:docMk/>
            <pc:sldMk cId="2339566124" sldId="337"/>
            <ac:spMk id="6" creationId="{9DBB61A6-0DEF-457A-199C-4ED7AF707CE6}"/>
          </ac:spMkLst>
        </pc:spChg>
        <pc:spChg chg="mod">
          <ac:chgData name="Michael Hill" userId="41dba03d-e58d-4389-9894-554c10310ba4" providerId="ADAL" clId="{EF23FE1D-A042-481E-AFD7-2A9FB0847F54}" dt="2025-11-07T15:23:48.073" v="656" actId="313"/>
          <ac:spMkLst>
            <pc:docMk/>
            <pc:sldMk cId="2339566124" sldId="337"/>
            <ac:spMk id="8" creationId="{E4C9A6BA-DBB3-3663-566B-C9645458AD1B}"/>
          </ac:spMkLst>
        </pc:spChg>
        <pc:spChg chg="del">
          <ac:chgData name="Michael Hill" userId="41dba03d-e58d-4389-9894-554c10310ba4" providerId="ADAL" clId="{EF23FE1D-A042-481E-AFD7-2A9FB0847F54}" dt="2025-11-07T15:19:55.427" v="322" actId="478"/>
          <ac:spMkLst>
            <pc:docMk/>
            <pc:sldMk cId="2339566124" sldId="337"/>
            <ac:spMk id="10" creationId="{6069E8B1-2634-6A6D-5804-2FBAFF2E12FA}"/>
          </ac:spMkLst>
        </pc:spChg>
        <pc:cxnChg chg="del mod">
          <ac:chgData name="Michael Hill" userId="41dba03d-e58d-4389-9894-554c10310ba4" providerId="ADAL" clId="{EF23FE1D-A042-481E-AFD7-2A9FB0847F54}" dt="2025-11-07T15:19:55.427" v="322" actId="478"/>
          <ac:cxnSpMkLst>
            <pc:docMk/>
            <pc:sldMk cId="2339566124" sldId="337"/>
            <ac:cxnSpMk id="13" creationId="{D6EEFD5E-771B-4A19-43AE-E7B7BFDB2919}"/>
          </ac:cxnSpMkLst>
        </pc:cxnChg>
        <pc:cxnChg chg="del mod">
          <ac:chgData name="Michael Hill" userId="41dba03d-e58d-4389-9894-554c10310ba4" providerId="ADAL" clId="{EF23FE1D-A042-481E-AFD7-2A9FB0847F54}" dt="2025-11-07T15:19:55.427" v="322" actId="478"/>
          <ac:cxnSpMkLst>
            <pc:docMk/>
            <pc:sldMk cId="2339566124" sldId="337"/>
            <ac:cxnSpMk id="14" creationId="{D933379D-559B-A406-424C-3D2D1EBD49BD}"/>
          </ac:cxnSpMkLst>
        </pc:cxnChg>
        <pc:cxnChg chg="del mod">
          <ac:chgData name="Michael Hill" userId="41dba03d-e58d-4389-9894-554c10310ba4" providerId="ADAL" clId="{EF23FE1D-A042-481E-AFD7-2A9FB0847F54}" dt="2025-11-07T15:19:55.427" v="322" actId="478"/>
          <ac:cxnSpMkLst>
            <pc:docMk/>
            <pc:sldMk cId="2339566124" sldId="337"/>
            <ac:cxnSpMk id="16" creationId="{FE5D438C-A310-FD38-88E9-32990B2CFFE1}"/>
          </ac:cxnSpMkLst>
        </pc:cxnChg>
      </pc:sldChg>
      <pc:sldChg chg="addSp modSp add mod">
        <pc:chgData name="Michael Hill" userId="41dba03d-e58d-4389-9894-554c10310ba4" providerId="ADAL" clId="{EF23FE1D-A042-481E-AFD7-2A9FB0847F54}" dt="2025-11-07T15:36:24.412" v="1259" actId="207"/>
        <pc:sldMkLst>
          <pc:docMk/>
          <pc:sldMk cId="197334970" sldId="338"/>
        </pc:sldMkLst>
        <pc:spChg chg="mod">
          <ac:chgData name="Michael Hill" userId="41dba03d-e58d-4389-9894-554c10310ba4" providerId="ADAL" clId="{EF23FE1D-A042-481E-AFD7-2A9FB0847F54}" dt="2025-11-07T15:24:05.510" v="676" actId="1076"/>
          <ac:spMkLst>
            <pc:docMk/>
            <pc:sldMk cId="197334970" sldId="338"/>
            <ac:spMk id="5" creationId="{99045F63-9CCA-D7BC-17DD-86B87483DD41}"/>
          </ac:spMkLst>
        </pc:spChg>
        <pc:spChg chg="mod">
          <ac:chgData name="Michael Hill" userId="41dba03d-e58d-4389-9894-554c10310ba4" providerId="ADAL" clId="{EF23FE1D-A042-481E-AFD7-2A9FB0847F54}" dt="2025-11-07T15:36:24.412" v="1259" actId="207"/>
          <ac:spMkLst>
            <pc:docMk/>
            <pc:sldMk cId="197334970" sldId="338"/>
            <ac:spMk id="8" creationId="{D39AC7C9-C979-2DEE-21E3-405CDF727D79}"/>
          </ac:spMkLst>
        </pc:spChg>
        <pc:picChg chg="add mod modCrop">
          <ac:chgData name="Michael Hill" userId="41dba03d-e58d-4389-9894-554c10310ba4" providerId="ADAL" clId="{EF23FE1D-A042-481E-AFD7-2A9FB0847F54}" dt="2025-11-07T15:30:19.118" v="861" actId="1076"/>
          <ac:picMkLst>
            <pc:docMk/>
            <pc:sldMk cId="197334970" sldId="338"/>
            <ac:picMk id="3" creationId="{CF840CB6-47CE-1F03-77B0-53067325E600}"/>
          </ac:picMkLst>
        </pc:picChg>
      </pc:sldChg>
      <pc:sldChg chg="delSp modSp add mod">
        <pc:chgData name="Michael Hill" userId="41dba03d-e58d-4389-9894-554c10310ba4" providerId="ADAL" clId="{EF23FE1D-A042-481E-AFD7-2A9FB0847F54}" dt="2025-11-07T15:36:19.142" v="1254" actId="114"/>
        <pc:sldMkLst>
          <pc:docMk/>
          <pc:sldMk cId="1287147162" sldId="339"/>
        </pc:sldMkLst>
        <pc:spChg chg="mod">
          <ac:chgData name="Michael Hill" userId="41dba03d-e58d-4389-9894-554c10310ba4" providerId="ADAL" clId="{EF23FE1D-A042-481E-AFD7-2A9FB0847F54}" dt="2025-11-07T15:36:19.142" v="1254" actId="114"/>
          <ac:spMkLst>
            <pc:docMk/>
            <pc:sldMk cId="1287147162" sldId="339"/>
            <ac:spMk id="8" creationId="{F0FBF5CB-7F89-E0A4-54BD-47342F6AA60F}"/>
          </ac:spMkLst>
        </pc:spChg>
        <pc:picChg chg="del">
          <ac:chgData name="Michael Hill" userId="41dba03d-e58d-4389-9894-554c10310ba4" providerId="ADAL" clId="{EF23FE1D-A042-481E-AFD7-2A9FB0847F54}" dt="2025-11-07T15:30:28.764" v="863" actId="478"/>
          <ac:picMkLst>
            <pc:docMk/>
            <pc:sldMk cId="1287147162" sldId="339"/>
            <ac:picMk id="3" creationId="{3C21A618-01AE-F4BD-3C83-34F2307148B3}"/>
          </ac:picMkLst>
        </pc:picChg>
      </pc:sldChg>
      <pc:sldChg chg="delSp modSp add mod ord">
        <pc:chgData name="Michael Hill" userId="41dba03d-e58d-4389-9894-554c10310ba4" providerId="ADAL" clId="{EF23FE1D-A042-481E-AFD7-2A9FB0847F54}" dt="2025-11-07T15:45:02.556" v="1870" actId="207"/>
        <pc:sldMkLst>
          <pc:docMk/>
          <pc:sldMk cId="1558731230" sldId="340"/>
        </pc:sldMkLst>
        <pc:spChg chg="mod">
          <ac:chgData name="Michael Hill" userId="41dba03d-e58d-4389-9894-554c10310ba4" providerId="ADAL" clId="{EF23FE1D-A042-481E-AFD7-2A9FB0847F54}" dt="2025-11-07T15:36:57.421" v="1310" actId="20577"/>
          <ac:spMkLst>
            <pc:docMk/>
            <pc:sldMk cId="1558731230" sldId="340"/>
            <ac:spMk id="5" creationId="{732A6425-F03B-792A-C330-BC58A23DB2B5}"/>
          </ac:spMkLst>
        </pc:spChg>
        <pc:spChg chg="mod">
          <ac:chgData name="Michael Hill" userId="41dba03d-e58d-4389-9894-554c10310ba4" providerId="ADAL" clId="{EF23FE1D-A042-481E-AFD7-2A9FB0847F54}" dt="2025-11-07T15:45:02.556" v="1870" actId="207"/>
          <ac:spMkLst>
            <pc:docMk/>
            <pc:sldMk cId="1558731230" sldId="340"/>
            <ac:spMk id="8" creationId="{63FA7F02-B937-6199-8027-1CE16ECCEABE}"/>
          </ac:spMkLst>
        </pc:spChg>
        <pc:picChg chg="del">
          <ac:chgData name="Michael Hill" userId="41dba03d-e58d-4389-9894-554c10310ba4" providerId="ADAL" clId="{EF23FE1D-A042-481E-AFD7-2A9FB0847F54}" dt="2025-11-07T15:37:55.517" v="1480" actId="478"/>
          <ac:picMkLst>
            <pc:docMk/>
            <pc:sldMk cId="1558731230" sldId="340"/>
            <ac:picMk id="3" creationId="{170ACF49-92C5-D96D-548E-01630D3B3C21}"/>
          </ac:picMkLst>
        </pc:picChg>
      </pc:sldChg>
      <pc:sldChg chg="addSp modSp add mod">
        <pc:chgData name="Michael Hill" userId="41dba03d-e58d-4389-9894-554c10310ba4" providerId="ADAL" clId="{EF23FE1D-A042-481E-AFD7-2A9FB0847F54}" dt="2025-11-07T15:49:09.624" v="2303" actId="20577"/>
        <pc:sldMkLst>
          <pc:docMk/>
          <pc:sldMk cId="1106818805" sldId="341"/>
        </pc:sldMkLst>
        <pc:spChg chg="mod">
          <ac:chgData name="Michael Hill" userId="41dba03d-e58d-4389-9894-554c10310ba4" providerId="ADAL" clId="{EF23FE1D-A042-481E-AFD7-2A9FB0847F54}" dt="2025-11-07T15:49:09.624" v="2303" actId="20577"/>
          <ac:spMkLst>
            <pc:docMk/>
            <pc:sldMk cId="1106818805" sldId="341"/>
            <ac:spMk id="8" creationId="{6C845B41-F08F-3696-AE60-82BC3B8B1A6F}"/>
          </ac:spMkLst>
        </pc:spChg>
        <pc:picChg chg="add mod">
          <ac:chgData name="Michael Hill" userId="41dba03d-e58d-4389-9894-554c10310ba4" providerId="ADAL" clId="{EF23FE1D-A042-481E-AFD7-2A9FB0847F54}" dt="2025-11-07T15:48:58.440" v="2283" actId="1076"/>
          <ac:picMkLst>
            <pc:docMk/>
            <pc:sldMk cId="1106818805" sldId="341"/>
            <ac:picMk id="3" creationId="{39757838-6800-984E-559A-975DE5F3E404}"/>
          </ac:picMkLst>
        </pc:picChg>
      </pc:sldChg>
      <pc:sldChg chg="modSp add mod ord">
        <pc:chgData name="Michael Hill" userId="41dba03d-e58d-4389-9894-554c10310ba4" providerId="ADAL" clId="{EF23FE1D-A042-481E-AFD7-2A9FB0847F54}" dt="2025-11-07T16:01:32.693" v="3583" actId="20577"/>
        <pc:sldMkLst>
          <pc:docMk/>
          <pc:sldMk cId="521292508" sldId="342"/>
        </pc:sldMkLst>
        <pc:spChg chg="mod">
          <ac:chgData name="Michael Hill" userId="41dba03d-e58d-4389-9894-554c10310ba4" providerId="ADAL" clId="{EF23FE1D-A042-481E-AFD7-2A9FB0847F54}" dt="2025-11-07T15:59:48" v="3152" actId="14100"/>
          <ac:spMkLst>
            <pc:docMk/>
            <pc:sldMk cId="521292508" sldId="342"/>
            <ac:spMk id="5" creationId="{01963F93-6DDF-47E5-FFF2-2BFE660F6559}"/>
          </ac:spMkLst>
        </pc:spChg>
        <pc:spChg chg="mod">
          <ac:chgData name="Michael Hill" userId="41dba03d-e58d-4389-9894-554c10310ba4" providerId="ADAL" clId="{EF23FE1D-A042-481E-AFD7-2A9FB0847F54}" dt="2025-11-07T16:01:32.693" v="3583" actId="20577"/>
          <ac:spMkLst>
            <pc:docMk/>
            <pc:sldMk cId="521292508" sldId="342"/>
            <ac:spMk id="8" creationId="{FAFE696E-6525-D055-8E6C-48FADBFA8942}"/>
          </ac:spMkLst>
        </pc:spChg>
      </pc:sldChg>
      <pc:sldChg chg="addSp modSp add mod">
        <pc:chgData name="Michael Hill" userId="41dba03d-e58d-4389-9894-554c10310ba4" providerId="ADAL" clId="{EF23FE1D-A042-481E-AFD7-2A9FB0847F54}" dt="2025-11-07T15:57:48.643" v="3123" actId="14100"/>
        <pc:sldMkLst>
          <pc:docMk/>
          <pc:sldMk cId="2756834940" sldId="343"/>
        </pc:sldMkLst>
        <pc:spChg chg="mod">
          <ac:chgData name="Michael Hill" userId="41dba03d-e58d-4389-9894-554c10310ba4" providerId="ADAL" clId="{EF23FE1D-A042-481E-AFD7-2A9FB0847F54}" dt="2025-11-07T15:57:47.068" v="3122" actId="14100"/>
          <ac:spMkLst>
            <pc:docMk/>
            <pc:sldMk cId="2756834940" sldId="343"/>
            <ac:spMk id="8" creationId="{9CB8281B-C007-8ED6-97D8-6D2206883E9B}"/>
          </ac:spMkLst>
        </pc:spChg>
        <pc:picChg chg="add mod">
          <ac:chgData name="Michael Hill" userId="41dba03d-e58d-4389-9894-554c10310ba4" providerId="ADAL" clId="{EF23FE1D-A042-481E-AFD7-2A9FB0847F54}" dt="2025-11-07T15:57:48.643" v="3123" actId="14100"/>
          <ac:picMkLst>
            <pc:docMk/>
            <pc:sldMk cId="2756834940" sldId="343"/>
            <ac:picMk id="3" creationId="{831DBE8A-0211-E217-777A-37158E64F8DE}"/>
          </ac:picMkLst>
        </pc:picChg>
      </pc:sldChg>
      <pc:sldChg chg="new del">
        <pc:chgData name="Michael Hill" userId="41dba03d-e58d-4389-9894-554c10310ba4" providerId="ADAL" clId="{EF23FE1D-A042-481E-AFD7-2A9FB0847F54}" dt="2025-11-07T15:52:17.765" v="2997" actId="680"/>
        <pc:sldMkLst>
          <pc:docMk/>
          <pc:sldMk cId="138743837" sldId="344"/>
        </pc:sldMkLst>
      </pc:sldChg>
      <pc:sldChg chg="add">
        <pc:chgData name="Michael Hill" userId="41dba03d-e58d-4389-9894-554c10310ba4" providerId="ADAL" clId="{EF23FE1D-A042-481E-AFD7-2A9FB0847F54}" dt="2025-11-07T15:58:12.817" v="3124" actId="2890"/>
        <pc:sldMkLst>
          <pc:docMk/>
          <pc:sldMk cId="185920687" sldId="344"/>
        </pc:sldMkLst>
      </pc:sldChg>
      <pc:sldChg chg="addSp modSp add mod">
        <pc:chgData name="Michael Hill" userId="41dba03d-e58d-4389-9894-554c10310ba4" providerId="ADAL" clId="{EF23FE1D-A042-481E-AFD7-2A9FB0847F54}" dt="2025-11-07T16:03:23.210" v="3909" actId="1076"/>
        <pc:sldMkLst>
          <pc:docMk/>
          <pc:sldMk cId="4174426798" sldId="345"/>
        </pc:sldMkLst>
        <pc:spChg chg="mod">
          <ac:chgData name="Michael Hill" userId="41dba03d-e58d-4389-9894-554c10310ba4" providerId="ADAL" clId="{EF23FE1D-A042-481E-AFD7-2A9FB0847F54}" dt="2025-11-07T16:03:19.720" v="3907" actId="14100"/>
          <ac:spMkLst>
            <pc:docMk/>
            <pc:sldMk cId="4174426798" sldId="345"/>
            <ac:spMk id="8" creationId="{ED05A33A-A86F-4C5A-B7A6-79EDF5A126D4}"/>
          </ac:spMkLst>
        </pc:spChg>
        <pc:picChg chg="add mod">
          <ac:chgData name="Michael Hill" userId="41dba03d-e58d-4389-9894-554c10310ba4" providerId="ADAL" clId="{EF23FE1D-A042-481E-AFD7-2A9FB0847F54}" dt="2025-11-07T16:03:23.210" v="3909" actId="1076"/>
          <ac:picMkLst>
            <pc:docMk/>
            <pc:sldMk cId="4174426798" sldId="345"/>
            <ac:picMk id="3" creationId="{215D251B-6781-E4CB-96BA-B305BF5EA76D}"/>
          </ac:picMkLst>
        </pc:picChg>
      </pc:sldChg>
      <pc:sldChg chg="addSp delSp modSp add mod">
        <pc:chgData name="Michael Hill" userId="41dba03d-e58d-4389-9894-554c10310ba4" providerId="ADAL" clId="{EF23FE1D-A042-481E-AFD7-2A9FB0847F54}" dt="2025-11-07T16:35:12.794" v="4526" actId="20577"/>
        <pc:sldMkLst>
          <pc:docMk/>
          <pc:sldMk cId="4092940081" sldId="346"/>
        </pc:sldMkLst>
        <pc:spChg chg="mod">
          <ac:chgData name="Michael Hill" userId="41dba03d-e58d-4389-9894-554c10310ba4" providerId="ADAL" clId="{EF23FE1D-A042-481E-AFD7-2A9FB0847F54}" dt="2025-11-07T16:35:12.794" v="4526" actId="20577"/>
          <ac:spMkLst>
            <pc:docMk/>
            <pc:sldMk cId="4092940081" sldId="346"/>
            <ac:spMk id="5" creationId="{093664E2-099A-53BD-0597-46C102BDA019}"/>
          </ac:spMkLst>
        </pc:spChg>
        <pc:spChg chg="mod">
          <ac:chgData name="Michael Hill" userId="41dba03d-e58d-4389-9894-554c10310ba4" providerId="ADAL" clId="{EF23FE1D-A042-481E-AFD7-2A9FB0847F54}" dt="2025-11-07T16:35:11.201" v="4523" actId="20577"/>
          <ac:spMkLst>
            <pc:docMk/>
            <pc:sldMk cId="4092940081" sldId="346"/>
            <ac:spMk id="8" creationId="{7131FAB8-B70A-4C75-0E9B-ABAE26821F05}"/>
          </ac:spMkLst>
        </pc:spChg>
        <pc:picChg chg="del">
          <ac:chgData name="Michael Hill" userId="41dba03d-e58d-4389-9894-554c10310ba4" providerId="ADAL" clId="{EF23FE1D-A042-481E-AFD7-2A9FB0847F54}" dt="2025-11-07T16:20:40.304" v="3934" actId="478"/>
          <ac:picMkLst>
            <pc:docMk/>
            <pc:sldMk cId="4092940081" sldId="346"/>
            <ac:picMk id="3" creationId="{1FB7CCAD-CDB1-614B-4C72-E96926CB3485}"/>
          </ac:picMkLst>
        </pc:picChg>
        <pc:picChg chg="add mod">
          <ac:chgData name="Michael Hill" userId="41dba03d-e58d-4389-9894-554c10310ba4" providerId="ADAL" clId="{EF23FE1D-A042-481E-AFD7-2A9FB0847F54}" dt="2025-11-07T16:29:14.276" v="4314" actId="1076"/>
          <ac:picMkLst>
            <pc:docMk/>
            <pc:sldMk cId="4092940081" sldId="346"/>
            <ac:picMk id="4" creationId="{62F6BC78-FA7B-4640-BBA3-5580521DE12C}"/>
          </ac:picMkLst>
        </pc:picChg>
      </pc:sldChg>
      <pc:sldChg chg="delSp modSp add mod">
        <pc:chgData name="Michael Hill" userId="41dba03d-e58d-4389-9894-554c10310ba4" providerId="ADAL" clId="{EF23FE1D-A042-481E-AFD7-2A9FB0847F54}" dt="2025-11-07T16:49:42.323" v="4878" actId="20577"/>
        <pc:sldMkLst>
          <pc:docMk/>
          <pc:sldMk cId="2664248653" sldId="347"/>
        </pc:sldMkLst>
        <pc:spChg chg="mod">
          <ac:chgData name="Michael Hill" userId="41dba03d-e58d-4389-9894-554c10310ba4" providerId="ADAL" clId="{EF23FE1D-A042-481E-AFD7-2A9FB0847F54}" dt="2025-11-07T16:35:28.219" v="4547" actId="14100"/>
          <ac:spMkLst>
            <pc:docMk/>
            <pc:sldMk cId="2664248653" sldId="347"/>
            <ac:spMk id="5" creationId="{A122031B-4BD9-5A3B-12E6-AF1EFE3C82E0}"/>
          </ac:spMkLst>
        </pc:spChg>
        <pc:spChg chg="mod">
          <ac:chgData name="Michael Hill" userId="41dba03d-e58d-4389-9894-554c10310ba4" providerId="ADAL" clId="{EF23FE1D-A042-481E-AFD7-2A9FB0847F54}" dt="2025-11-07T16:49:42.323" v="4878" actId="20577"/>
          <ac:spMkLst>
            <pc:docMk/>
            <pc:sldMk cId="2664248653" sldId="347"/>
            <ac:spMk id="8" creationId="{24370604-D32A-0A70-3658-4FA718593C94}"/>
          </ac:spMkLst>
        </pc:spChg>
        <pc:picChg chg="del">
          <ac:chgData name="Michael Hill" userId="41dba03d-e58d-4389-9894-554c10310ba4" providerId="ADAL" clId="{EF23FE1D-A042-481E-AFD7-2A9FB0847F54}" dt="2025-11-07T16:38:28.953" v="4785" actId="478"/>
          <ac:picMkLst>
            <pc:docMk/>
            <pc:sldMk cId="2664248653" sldId="347"/>
            <ac:picMk id="4" creationId="{F4727AFA-582E-311D-B22D-97BD56E5E70C}"/>
          </ac:picMkLst>
        </pc:picChg>
      </pc:sldChg>
      <pc:sldChg chg="addSp delSp modSp add mod modAnim">
        <pc:chgData name="Michael Hill" userId="41dba03d-e58d-4389-9894-554c10310ba4" providerId="ADAL" clId="{EF23FE1D-A042-481E-AFD7-2A9FB0847F54}" dt="2025-11-07T16:51:06.662" v="4884" actId="1076"/>
        <pc:sldMkLst>
          <pc:docMk/>
          <pc:sldMk cId="24488367" sldId="348"/>
        </pc:sldMkLst>
        <pc:spChg chg="del">
          <ac:chgData name="Michael Hill" userId="41dba03d-e58d-4389-9894-554c10310ba4" providerId="ADAL" clId="{EF23FE1D-A042-481E-AFD7-2A9FB0847F54}" dt="2025-11-07T16:50:46.551" v="4880" actId="478"/>
          <ac:spMkLst>
            <pc:docMk/>
            <pc:sldMk cId="24488367" sldId="348"/>
            <ac:spMk id="8" creationId="{BFCCB862-DADE-A439-2FF8-5015D1CADAF4}"/>
          </ac:spMkLst>
        </pc:spChg>
        <pc:picChg chg="add mod">
          <ac:chgData name="Michael Hill" userId="41dba03d-e58d-4389-9894-554c10310ba4" providerId="ADAL" clId="{EF23FE1D-A042-481E-AFD7-2A9FB0847F54}" dt="2025-11-07T16:51:06.662" v="4884" actId="1076"/>
          <ac:picMkLst>
            <pc:docMk/>
            <pc:sldMk cId="24488367" sldId="348"/>
            <ac:picMk id="2" creationId="{1024E0B7-B535-976E-A094-2CE6496C3B5D}"/>
          </ac:picMkLst>
        </pc:picChg>
      </pc:sldChg>
      <pc:sldChg chg="modSp add mod ord">
        <pc:chgData name="Michael Hill" userId="41dba03d-e58d-4389-9894-554c10310ba4" providerId="ADAL" clId="{EF23FE1D-A042-481E-AFD7-2A9FB0847F54}" dt="2025-11-07T16:52:20.657" v="4981" actId="1076"/>
        <pc:sldMkLst>
          <pc:docMk/>
          <pc:sldMk cId="1338258806" sldId="349"/>
        </pc:sldMkLst>
        <pc:spChg chg="mod">
          <ac:chgData name="Michael Hill" userId="41dba03d-e58d-4389-9894-554c10310ba4" providerId="ADAL" clId="{EF23FE1D-A042-481E-AFD7-2A9FB0847F54}" dt="2025-11-07T16:52:20.657" v="4981" actId="1076"/>
          <ac:spMkLst>
            <pc:docMk/>
            <pc:sldMk cId="1338258806" sldId="349"/>
            <ac:spMk id="8" creationId="{71F4DF3E-940B-6B6D-2417-22A83C9761A5}"/>
          </ac:spMkLst>
        </pc:spChg>
      </pc:sldChg>
      <pc:sldChg chg="addSp modSp add mod">
        <pc:chgData name="Michael Hill" userId="41dba03d-e58d-4389-9894-554c10310ba4" providerId="ADAL" clId="{EF23FE1D-A042-481E-AFD7-2A9FB0847F54}" dt="2025-11-07T16:54:41.048" v="5223" actId="1076"/>
        <pc:sldMkLst>
          <pc:docMk/>
          <pc:sldMk cId="3587973381" sldId="350"/>
        </pc:sldMkLst>
        <pc:spChg chg="mod">
          <ac:chgData name="Michael Hill" userId="41dba03d-e58d-4389-9894-554c10310ba4" providerId="ADAL" clId="{EF23FE1D-A042-481E-AFD7-2A9FB0847F54}" dt="2025-11-07T16:52:37.727" v="5003" actId="20577"/>
          <ac:spMkLst>
            <pc:docMk/>
            <pc:sldMk cId="3587973381" sldId="350"/>
            <ac:spMk id="5" creationId="{2893FD12-2A3D-E543-AB5F-7D75DC081175}"/>
          </ac:spMkLst>
        </pc:spChg>
        <pc:spChg chg="mod">
          <ac:chgData name="Michael Hill" userId="41dba03d-e58d-4389-9894-554c10310ba4" providerId="ADAL" clId="{EF23FE1D-A042-481E-AFD7-2A9FB0847F54}" dt="2025-11-07T16:53:41.068" v="5218" actId="20577"/>
          <ac:spMkLst>
            <pc:docMk/>
            <pc:sldMk cId="3587973381" sldId="350"/>
            <ac:spMk id="8" creationId="{DAD4F34D-4F43-917B-90CC-E3D1B174CA1F}"/>
          </ac:spMkLst>
        </pc:spChg>
        <pc:picChg chg="add mod">
          <ac:chgData name="Michael Hill" userId="41dba03d-e58d-4389-9894-554c10310ba4" providerId="ADAL" clId="{EF23FE1D-A042-481E-AFD7-2A9FB0847F54}" dt="2025-11-07T16:54:41.048" v="5223" actId="1076"/>
          <ac:picMkLst>
            <pc:docMk/>
            <pc:sldMk cId="3587973381" sldId="350"/>
            <ac:picMk id="3" creationId="{34CED2E4-5D82-A35A-0E1E-EFB86FFE7564}"/>
          </ac:picMkLst>
        </pc:picChg>
      </pc:sldChg>
      <pc:sldChg chg="delSp modSp add mod">
        <pc:chgData name="Michael Hill" userId="41dba03d-e58d-4389-9894-554c10310ba4" providerId="ADAL" clId="{EF23FE1D-A042-481E-AFD7-2A9FB0847F54}" dt="2025-11-07T16:58:13.584" v="5631" actId="1076"/>
        <pc:sldMkLst>
          <pc:docMk/>
          <pc:sldMk cId="58922485" sldId="351"/>
        </pc:sldMkLst>
        <pc:spChg chg="mod">
          <ac:chgData name="Michael Hill" userId="41dba03d-e58d-4389-9894-554c10310ba4" providerId="ADAL" clId="{EF23FE1D-A042-481E-AFD7-2A9FB0847F54}" dt="2025-11-07T16:55:30.320" v="5264" actId="20577"/>
          <ac:spMkLst>
            <pc:docMk/>
            <pc:sldMk cId="58922485" sldId="351"/>
            <ac:spMk id="5" creationId="{A42C83FA-76F8-DAEC-512A-516978BD6CE2}"/>
          </ac:spMkLst>
        </pc:spChg>
        <pc:spChg chg="mod">
          <ac:chgData name="Michael Hill" userId="41dba03d-e58d-4389-9894-554c10310ba4" providerId="ADAL" clId="{EF23FE1D-A042-481E-AFD7-2A9FB0847F54}" dt="2025-11-07T16:58:13.584" v="5631" actId="1076"/>
          <ac:spMkLst>
            <pc:docMk/>
            <pc:sldMk cId="58922485" sldId="351"/>
            <ac:spMk id="8" creationId="{D8A4F08C-FE13-95DD-A71D-D4051E12918D}"/>
          </ac:spMkLst>
        </pc:spChg>
        <pc:picChg chg="del">
          <ac:chgData name="Michael Hill" userId="41dba03d-e58d-4389-9894-554c10310ba4" providerId="ADAL" clId="{EF23FE1D-A042-481E-AFD7-2A9FB0847F54}" dt="2025-11-07T16:56:55.795" v="5319" actId="478"/>
          <ac:picMkLst>
            <pc:docMk/>
            <pc:sldMk cId="58922485" sldId="351"/>
            <ac:picMk id="3" creationId="{714A8011-F745-4660-6E75-20B6B73F89BE}"/>
          </ac:picMkLst>
        </pc:picChg>
      </pc:sldChg>
      <pc:sldChg chg="addSp modSp add mod">
        <pc:chgData name="Michael Hill" userId="41dba03d-e58d-4389-9894-554c10310ba4" providerId="ADAL" clId="{EF23FE1D-A042-481E-AFD7-2A9FB0847F54}" dt="2025-11-07T17:00:20.024" v="5833" actId="1076"/>
        <pc:sldMkLst>
          <pc:docMk/>
          <pc:sldMk cId="3634626924" sldId="352"/>
        </pc:sldMkLst>
        <pc:spChg chg="add mod">
          <ac:chgData name="Michael Hill" userId="41dba03d-e58d-4389-9894-554c10310ba4" providerId="ADAL" clId="{EF23FE1D-A042-481E-AFD7-2A9FB0847F54}" dt="2025-11-07T17:00:20.024" v="5833" actId="1076"/>
          <ac:spMkLst>
            <pc:docMk/>
            <pc:sldMk cId="3634626924" sldId="352"/>
            <ac:spMk id="2" creationId="{1C71945C-3B78-4DCE-89C8-E31D5E537D6E}"/>
          </ac:spMkLst>
        </pc:spChg>
        <pc:spChg chg="add mod">
          <ac:chgData name="Michael Hill" userId="41dba03d-e58d-4389-9894-554c10310ba4" providerId="ADAL" clId="{EF23FE1D-A042-481E-AFD7-2A9FB0847F54}" dt="2025-11-07T17:00:20.024" v="5833" actId="1076"/>
          <ac:spMkLst>
            <pc:docMk/>
            <pc:sldMk cId="3634626924" sldId="352"/>
            <ac:spMk id="3" creationId="{17AB18F5-DABE-0748-694E-27D020F2453A}"/>
          </ac:spMkLst>
        </pc:spChg>
        <pc:spChg chg="add mod">
          <ac:chgData name="Michael Hill" userId="41dba03d-e58d-4389-9894-554c10310ba4" providerId="ADAL" clId="{EF23FE1D-A042-481E-AFD7-2A9FB0847F54}" dt="2025-11-07T17:00:20.024" v="5833" actId="1076"/>
          <ac:spMkLst>
            <pc:docMk/>
            <pc:sldMk cId="3634626924" sldId="352"/>
            <ac:spMk id="4" creationId="{9EC0C994-6645-5A97-9996-17F09D02001F}"/>
          </ac:spMkLst>
        </pc:spChg>
        <pc:spChg chg="mod">
          <ac:chgData name="Michael Hill" userId="41dba03d-e58d-4389-9894-554c10310ba4" providerId="ADAL" clId="{EF23FE1D-A042-481E-AFD7-2A9FB0847F54}" dt="2025-11-07T16:58:48.913" v="5639" actId="1076"/>
          <ac:spMkLst>
            <pc:docMk/>
            <pc:sldMk cId="3634626924" sldId="352"/>
            <ac:spMk id="5" creationId="{1FCB277E-A5A9-367F-7021-F9EC4A8C02BB}"/>
          </ac:spMkLst>
        </pc:spChg>
        <pc:spChg chg="add mod">
          <ac:chgData name="Michael Hill" userId="41dba03d-e58d-4389-9894-554c10310ba4" providerId="ADAL" clId="{EF23FE1D-A042-481E-AFD7-2A9FB0847F54}" dt="2025-11-07T17:00:20.024" v="5833" actId="1076"/>
          <ac:spMkLst>
            <pc:docMk/>
            <pc:sldMk cId="3634626924" sldId="352"/>
            <ac:spMk id="6" creationId="{45F4FCC2-329F-585C-505B-BCEA6B892255}"/>
          </ac:spMkLst>
        </pc:spChg>
        <pc:spChg chg="mod">
          <ac:chgData name="Michael Hill" userId="41dba03d-e58d-4389-9894-554c10310ba4" providerId="ADAL" clId="{EF23FE1D-A042-481E-AFD7-2A9FB0847F54}" dt="2025-11-07T16:59:20.106" v="5829" actId="20577"/>
          <ac:spMkLst>
            <pc:docMk/>
            <pc:sldMk cId="3634626924" sldId="352"/>
            <ac:spMk id="8" creationId="{8C138BD5-729F-078A-558D-6E8778712198}"/>
          </ac:spMkLst>
        </pc:spChg>
        <pc:cxnChg chg="add mod">
          <ac:chgData name="Michael Hill" userId="41dba03d-e58d-4389-9894-554c10310ba4" providerId="ADAL" clId="{EF23FE1D-A042-481E-AFD7-2A9FB0847F54}" dt="2025-11-07T17:00:20.024" v="5833" actId="1076"/>
          <ac:cxnSpMkLst>
            <pc:docMk/>
            <pc:sldMk cId="3634626924" sldId="352"/>
            <ac:cxnSpMk id="10" creationId="{8A0732AC-838C-6E4D-D287-696AF37C21CA}"/>
          </ac:cxnSpMkLst>
        </pc:cxnChg>
        <pc:cxnChg chg="add mod">
          <ac:chgData name="Michael Hill" userId="41dba03d-e58d-4389-9894-554c10310ba4" providerId="ADAL" clId="{EF23FE1D-A042-481E-AFD7-2A9FB0847F54}" dt="2025-11-07T17:00:20.024" v="5833" actId="1076"/>
          <ac:cxnSpMkLst>
            <pc:docMk/>
            <pc:sldMk cId="3634626924" sldId="352"/>
            <ac:cxnSpMk id="11" creationId="{40396BEB-66BC-48C6-A9A7-123197185234}"/>
          </ac:cxnSpMkLst>
        </pc:cxnChg>
        <pc:cxnChg chg="add mod">
          <ac:chgData name="Michael Hill" userId="41dba03d-e58d-4389-9894-554c10310ba4" providerId="ADAL" clId="{EF23FE1D-A042-481E-AFD7-2A9FB0847F54}" dt="2025-11-07T17:00:20.024" v="5833" actId="1076"/>
          <ac:cxnSpMkLst>
            <pc:docMk/>
            <pc:sldMk cId="3634626924" sldId="352"/>
            <ac:cxnSpMk id="13" creationId="{7044BED1-8204-2B99-0F9F-F1CB1450934E}"/>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C6A4B-E724-C642-63ED-9C1381B808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85E653-4903-1005-D15B-66DB874D27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04A978-A4B2-A67F-C69F-38ADC7DB4D2B}"/>
              </a:ext>
            </a:extLst>
          </p:cNvPr>
          <p:cNvSpPr>
            <a:spLocks noGrp="1"/>
          </p:cNvSpPr>
          <p:nvPr>
            <p:ph type="dt" sz="half" idx="10"/>
          </p:nvPr>
        </p:nvSpPr>
        <p:spPr/>
        <p:txBody>
          <a:bodyPr/>
          <a:lstStyle/>
          <a:p>
            <a:fld id="{52CFA067-BC5A-4095-A3A5-99A1BAFE9208}" type="datetimeFigureOut">
              <a:rPr lang="en-US" smtClean="0"/>
              <a:t>11/6/2025</a:t>
            </a:fld>
            <a:endParaRPr lang="en-US"/>
          </a:p>
        </p:txBody>
      </p:sp>
      <p:sp>
        <p:nvSpPr>
          <p:cNvPr id="5" name="Footer Placeholder 4">
            <a:extLst>
              <a:ext uri="{FF2B5EF4-FFF2-40B4-BE49-F238E27FC236}">
                <a16:creationId xmlns:a16="http://schemas.microsoft.com/office/drawing/2014/main" id="{FE4910B7-42B2-3D3D-3AE4-AC7E6C388C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F21657-9CFD-95BE-EEE3-E1B47D77D808}"/>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002272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00003-439B-FA69-F591-6D66E27419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C20904-0912-32D7-F6E6-31372E4888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C3E7E8-F851-BEB7-2C68-8FE1EF6742E1}"/>
              </a:ext>
            </a:extLst>
          </p:cNvPr>
          <p:cNvSpPr>
            <a:spLocks noGrp="1"/>
          </p:cNvSpPr>
          <p:nvPr>
            <p:ph type="dt" sz="half" idx="10"/>
          </p:nvPr>
        </p:nvSpPr>
        <p:spPr/>
        <p:txBody>
          <a:bodyPr/>
          <a:lstStyle/>
          <a:p>
            <a:fld id="{52CFA067-BC5A-4095-A3A5-99A1BAFE9208}" type="datetimeFigureOut">
              <a:rPr lang="en-US" smtClean="0"/>
              <a:t>11/6/2025</a:t>
            </a:fld>
            <a:endParaRPr lang="en-US"/>
          </a:p>
        </p:txBody>
      </p:sp>
      <p:sp>
        <p:nvSpPr>
          <p:cNvPr id="5" name="Footer Placeholder 4">
            <a:extLst>
              <a:ext uri="{FF2B5EF4-FFF2-40B4-BE49-F238E27FC236}">
                <a16:creationId xmlns:a16="http://schemas.microsoft.com/office/drawing/2014/main" id="{CABAE2CA-7781-6E95-12BA-557F775A97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F9952B-F381-1189-2020-9A14F470CCE0}"/>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3057639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9F060-3D96-5480-3C88-EE775B82FB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3569D8-9209-8B7C-1538-E818415FF6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F66B1C-5056-EDDF-CD36-E7BFD2F437E0}"/>
              </a:ext>
            </a:extLst>
          </p:cNvPr>
          <p:cNvSpPr>
            <a:spLocks noGrp="1"/>
          </p:cNvSpPr>
          <p:nvPr>
            <p:ph type="dt" sz="half" idx="10"/>
          </p:nvPr>
        </p:nvSpPr>
        <p:spPr/>
        <p:txBody>
          <a:bodyPr/>
          <a:lstStyle/>
          <a:p>
            <a:fld id="{52CFA067-BC5A-4095-A3A5-99A1BAFE9208}" type="datetimeFigureOut">
              <a:rPr lang="en-US" smtClean="0"/>
              <a:t>11/6/2025</a:t>
            </a:fld>
            <a:endParaRPr lang="en-US"/>
          </a:p>
        </p:txBody>
      </p:sp>
      <p:sp>
        <p:nvSpPr>
          <p:cNvPr id="5" name="Footer Placeholder 4">
            <a:extLst>
              <a:ext uri="{FF2B5EF4-FFF2-40B4-BE49-F238E27FC236}">
                <a16:creationId xmlns:a16="http://schemas.microsoft.com/office/drawing/2014/main" id="{77CF8CB3-3858-3C51-AA38-3F86C09748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CEA923-CF31-8772-A331-247B9144D1B6}"/>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62205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25B0-376D-3011-4FDF-D4CA713D7E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D71C86-3E65-FA4B-6F6C-0BB7AA3900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FE646B-5AE1-A23D-3D1F-474544BF3B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B279F2-41EE-1489-59DC-32CD90629E44}"/>
              </a:ext>
            </a:extLst>
          </p:cNvPr>
          <p:cNvSpPr>
            <a:spLocks noGrp="1"/>
          </p:cNvSpPr>
          <p:nvPr>
            <p:ph type="dt" sz="half" idx="10"/>
          </p:nvPr>
        </p:nvSpPr>
        <p:spPr/>
        <p:txBody>
          <a:bodyPr/>
          <a:lstStyle/>
          <a:p>
            <a:fld id="{52CFA067-BC5A-4095-A3A5-99A1BAFE9208}" type="datetimeFigureOut">
              <a:rPr lang="en-US" smtClean="0"/>
              <a:t>11/6/2025</a:t>
            </a:fld>
            <a:endParaRPr lang="en-US"/>
          </a:p>
        </p:txBody>
      </p:sp>
      <p:sp>
        <p:nvSpPr>
          <p:cNvPr id="6" name="Footer Placeholder 5">
            <a:extLst>
              <a:ext uri="{FF2B5EF4-FFF2-40B4-BE49-F238E27FC236}">
                <a16:creationId xmlns:a16="http://schemas.microsoft.com/office/drawing/2014/main" id="{159EC4E9-67EE-D095-37A7-39EFE82D19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7B2442-8F9C-AC5E-9546-BDE753C186C9}"/>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3959941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8DBA-2489-9EF4-F45E-238BC26EF7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D34AAF-B93F-48B6-1B8B-FD3E959FB9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D8698B-3528-B8DC-27B8-D49145D604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9008AA-A42D-2259-0D36-908024A20B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8A62E1-25E1-7552-ABA8-BE7F2A3B1B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97670D-8F54-733D-3639-1B7CCE4C117B}"/>
              </a:ext>
            </a:extLst>
          </p:cNvPr>
          <p:cNvSpPr>
            <a:spLocks noGrp="1"/>
          </p:cNvSpPr>
          <p:nvPr>
            <p:ph type="dt" sz="half" idx="10"/>
          </p:nvPr>
        </p:nvSpPr>
        <p:spPr/>
        <p:txBody>
          <a:bodyPr/>
          <a:lstStyle/>
          <a:p>
            <a:fld id="{52CFA067-BC5A-4095-A3A5-99A1BAFE9208}" type="datetimeFigureOut">
              <a:rPr lang="en-US" smtClean="0"/>
              <a:t>11/6/2025</a:t>
            </a:fld>
            <a:endParaRPr lang="en-US"/>
          </a:p>
        </p:txBody>
      </p:sp>
      <p:sp>
        <p:nvSpPr>
          <p:cNvPr id="8" name="Footer Placeholder 7">
            <a:extLst>
              <a:ext uri="{FF2B5EF4-FFF2-40B4-BE49-F238E27FC236}">
                <a16:creationId xmlns:a16="http://schemas.microsoft.com/office/drawing/2014/main" id="{4B3C6C20-7A45-CC6A-CA55-61F7CCF3BF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B7766C-30F5-1A8E-58AF-CDC986CF8690}"/>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944576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B690D-7611-3967-E6F3-81F032CFF7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1D4BA6-7CE7-229C-2BD5-FECCA2886FAF}"/>
              </a:ext>
            </a:extLst>
          </p:cNvPr>
          <p:cNvSpPr>
            <a:spLocks noGrp="1"/>
          </p:cNvSpPr>
          <p:nvPr>
            <p:ph type="dt" sz="half" idx="10"/>
          </p:nvPr>
        </p:nvSpPr>
        <p:spPr/>
        <p:txBody>
          <a:bodyPr/>
          <a:lstStyle/>
          <a:p>
            <a:fld id="{52CFA067-BC5A-4095-A3A5-99A1BAFE9208}" type="datetimeFigureOut">
              <a:rPr lang="en-US" smtClean="0"/>
              <a:t>11/6/2025</a:t>
            </a:fld>
            <a:endParaRPr lang="en-US"/>
          </a:p>
        </p:txBody>
      </p:sp>
      <p:sp>
        <p:nvSpPr>
          <p:cNvPr id="4" name="Footer Placeholder 3">
            <a:extLst>
              <a:ext uri="{FF2B5EF4-FFF2-40B4-BE49-F238E27FC236}">
                <a16:creationId xmlns:a16="http://schemas.microsoft.com/office/drawing/2014/main" id="{81CA691A-621C-6EB1-3EB8-CA9FF47FB9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257F05-B410-F8DD-455C-490CEB149F11}"/>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271566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709F58-5A85-92F4-B06D-2164303344CB}"/>
              </a:ext>
            </a:extLst>
          </p:cNvPr>
          <p:cNvSpPr>
            <a:spLocks noGrp="1"/>
          </p:cNvSpPr>
          <p:nvPr>
            <p:ph type="dt" sz="half" idx="10"/>
          </p:nvPr>
        </p:nvSpPr>
        <p:spPr/>
        <p:txBody>
          <a:bodyPr/>
          <a:lstStyle/>
          <a:p>
            <a:fld id="{52CFA067-BC5A-4095-A3A5-99A1BAFE9208}" type="datetimeFigureOut">
              <a:rPr lang="en-US" smtClean="0"/>
              <a:t>11/6/2025</a:t>
            </a:fld>
            <a:endParaRPr lang="en-US"/>
          </a:p>
        </p:txBody>
      </p:sp>
      <p:sp>
        <p:nvSpPr>
          <p:cNvPr id="3" name="Footer Placeholder 2">
            <a:extLst>
              <a:ext uri="{FF2B5EF4-FFF2-40B4-BE49-F238E27FC236}">
                <a16:creationId xmlns:a16="http://schemas.microsoft.com/office/drawing/2014/main" id="{CB9B9967-5360-F0CB-62AE-C03CEF75ED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5E68E6-84C0-1723-6611-61380FA19F8C}"/>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267955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855B2-ECD6-C08F-72AD-183650C66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896BA6-2739-2BD7-969A-4113A51196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886298-57FD-A8A8-D424-73178F2DB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D784E3-D576-8AA7-A98D-17AA30F763C6}"/>
              </a:ext>
            </a:extLst>
          </p:cNvPr>
          <p:cNvSpPr>
            <a:spLocks noGrp="1"/>
          </p:cNvSpPr>
          <p:nvPr>
            <p:ph type="dt" sz="half" idx="10"/>
          </p:nvPr>
        </p:nvSpPr>
        <p:spPr/>
        <p:txBody>
          <a:bodyPr/>
          <a:lstStyle/>
          <a:p>
            <a:fld id="{52CFA067-BC5A-4095-A3A5-99A1BAFE9208}" type="datetimeFigureOut">
              <a:rPr lang="en-US" smtClean="0"/>
              <a:t>11/6/2025</a:t>
            </a:fld>
            <a:endParaRPr lang="en-US"/>
          </a:p>
        </p:txBody>
      </p:sp>
      <p:sp>
        <p:nvSpPr>
          <p:cNvPr id="6" name="Footer Placeholder 5">
            <a:extLst>
              <a:ext uri="{FF2B5EF4-FFF2-40B4-BE49-F238E27FC236}">
                <a16:creationId xmlns:a16="http://schemas.microsoft.com/office/drawing/2014/main" id="{42948EE1-5288-E1AE-89F1-37B64F23E5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C75274-EEF3-4830-9978-53BE36B7A20D}"/>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102701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332C3-BAF4-D846-43C1-525BE354EB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72DC9A-2E8B-6C73-166E-961BCED000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CE3A54-E42B-7858-93B4-F1A981487B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2C60C9-5A10-7256-4190-5DE6C1C3006E}"/>
              </a:ext>
            </a:extLst>
          </p:cNvPr>
          <p:cNvSpPr>
            <a:spLocks noGrp="1"/>
          </p:cNvSpPr>
          <p:nvPr>
            <p:ph type="dt" sz="half" idx="10"/>
          </p:nvPr>
        </p:nvSpPr>
        <p:spPr/>
        <p:txBody>
          <a:bodyPr/>
          <a:lstStyle/>
          <a:p>
            <a:fld id="{52CFA067-BC5A-4095-A3A5-99A1BAFE9208}" type="datetimeFigureOut">
              <a:rPr lang="en-US" smtClean="0"/>
              <a:t>11/6/2025</a:t>
            </a:fld>
            <a:endParaRPr lang="en-US"/>
          </a:p>
        </p:txBody>
      </p:sp>
      <p:sp>
        <p:nvSpPr>
          <p:cNvPr id="6" name="Footer Placeholder 5">
            <a:extLst>
              <a:ext uri="{FF2B5EF4-FFF2-40B4-BE49-F238E27FC236}">
                <a16:creationId xmlns:a16="http://schemas.microsoft.com/office/drawing/2014/main" id="{1E52744C-0DE9-DCDB-4998-7A3221F15C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D5596-7365-792E-D0E3-4ED3B5E7D42C}"/>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1695055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A8605-B3B6-D788-279D-476906E34B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AD9E01-2C5E-0FD4-BF7C-54659537D7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1685CA-CEBB-6B85-90D4-1BEF716FCB6C}"/>
              </a:ext>
            </a:extLst>
          </p:cNvPr>
          <p:cNvSpPr>
            <a:spLocks noGrp="1"/>
          </p:cNvSpPr>
          <p:nvPr>
            <p:ph type="dt" sz="half" idx="10"/>
          </p:nvPr>
        </p:nvSpPr>
        <p:spPr/>
        <p:txBody>
          <a:bodyPr/>
          <a:lstStyle/>
          <a:p>
            <a:fld id="{52CFA067-BC5A-4095-A3A5-99A1BAFE9208}" type="datetimeFigureOut">
              <a:rPr lang="en-US" smtClean="0"/>
              <a:t>11/6/2025</a:t>
            </a:fld>
            <a:endParaRPr lang="en-US"/>
          </a:p>
        </p:txBody>
      </p:sp>
      <p:sp>
        <p:nvSpPr>
          <p:cNvPr id="5" name="Footer Placeholder 4">
            <a:extLst>
              <a:ext uri="{FF2B5EF4-FFF2-40B4-BE49-F238E27FC236}">
                <a16:creationId xmlns:a16="http://schemas.microsoft.com/office/drawing/2014/main" id="{15B0A526-A1AA-3BC7-DC9D-B44EBC07B0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AED0B1-5EB5-A414-75E8-6BA511C07E04}"/>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1221256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BD8E7E-5301-E447-23C8-B8B5D2932F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336805-717E-9F25-0794-88BD42C6E8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03C3FF-BEC2-31C8-6723-85EC312761E6}"/>
              </a:ext>
            </a:extLst>
          </p:cNvPr>
          <p:cNvSpPr>
            <a:spLocks noGrp="1"/>
          </p:cNvSpPr>
          <p:nvPr>
            <p:ph type="dt" sz="half" idx="10"/>
          </p:nvPr>
        </p:nvSpPr>
        <p:spPr/>
        <p:txBody>
          <a:bodyPr/>
          <a:lstStyle/>
          <a:p>
            <a:fld id="{52CFA067-BC5A-4095-A3A5-99A1BAFE9208}" type="datetimeFigureOut">
              <a:rPr lang="en-US" smtClean="0"/>
              <a:t>11/6/2025</a:t>
            </a:fld>
            <a:endParaRPr lang="en-US"/>
          </a:p>
        </p:txBody>
      </p:sp>
      <p:sp>
        <p:nvSpPr>
          <p:cNvPr id="5" name="Footer Placeholder 4">
            <a:extLst>
              <a:ext uri="{FF2B5EF4-FFF2-40B4-BE49-F238E27FC236}">
                <a16:creationId xmlns:a16="http://schemas.microsoft.com/office/drawing/2014/main" id="{63DA1747-0799-AAD2-1377-F19D1A5E76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CF77C4-38FB-B4D4-348D-9D2957422C38}"/>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088171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A3BEBB-B682-7839-B2B4-500CE17CB2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BD3092-A078-5BEF-361E-CB3FDD4576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44A81F-9B16-8EEC-9FE4-9E9D0C8E87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CFA067-BC5A-4095-A3A5-99A1BAFE9208}" type="datetimeFigureOut">
              <a:rPr lang="en-US" smtClean="0"/>
              <a:t>11/6/2025</a:t>
            </a:fld>
            <a:endParaRPr lang="en-US"/>
          </a:p>
        </p:txBody>
      </p:sp>
      <p:sp>
        <p:nvSpPr>
          <p:cNvPr id="5" name="Footer Placeholder 4">
            <a:extLst>
              <a:ext uri="{FF2B5EF4-FFF2-40B4-BE49-F238E27FC236}">
                <a16:creationId xmlns:a16="http://schemas.microsoft.com/office/drawing/2014/main" id="{1EB43794-F45F-30BE-BC6F-DDF9A70C2A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82708D-8AD6-9D50-70CF-8FFDD3AB7B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0788BB-6672-4C27-B0EA-4C0AD0E80F39}" type="slidenum">
              <a:rPr lang="en-US" smtClean="0"/>
              <a:t>‹#›</a:t>
            </a:fld>
            <a:endParaRPr lang="en-US"/>
          </a:p>
        </p:txBody>
      </p:sp>
    </p:spTree>
    <p:extLst>
      <p:ext uri="{BB962C8B-B14F-4D97-AF65-F5344CB8AC3E}">
        <p14:creationId xmlns:p14="http://schemas.microsoft.com/office/powerpoint/2010/main" val="638898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xss.benstafford.dev/attack1.html?username=%20%3cimg%20src=%22lmao%22%20onerror=%22alert('xss%20executed!')%22%3e" TargetMode="External"/><Relationship Id="rId2" Type="http://schemas.openxmlformats.org/officeDocument/2006/relationships/hyperlink" Target="https://xss.benstafford.dev/attack1.html?username=John%20Smith"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xss.benstafford.dev/attack1.html?username=%20%3cimg%20src=%22evil%22%20onerror=%22location.href%20=%20'https://youtube.com/watch?v=dQw4w9WgXcQ'%22%3e"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xml"/><Relationship Id="rId1" Type="http://schemas.openxmlformats.org/officeDocument/2006/relationships/video" Target="https://www.youtube.com/embed/jl8K0VJraX4?feature=oembe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9BBF4B62-D7BF-1C6A-40E3-7B807FA87977}"/>
              </a:ext>
            </a:extLst>
          </p:cNvPr>
          <p:cNvSpPr/>
          <p:nvPr/>
        </p:nvSpPr>
        <p:spPr>
          <a:xfrm>
            <a:off x="4713768" y="2110368"/>
            <a:ext cx="2565990" cy="2565990"/>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2B883CE-936E-CB73-2B3E-56A618536A26}"/>
              </a:ext>
            </a:extLst>
          </p:cNvPr>
          <p:cNvSpPr/>
          <p:nvPr/>
        </p:nvSpPr>
        <p:spPr>
          <a:xfrm>
            <a:off x="895936" y="1574232"/>
            <a:ext cx="5652932" cy="2301533"/>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541717" lon="20311593" rev="27507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latin typeface="Bahnschrift SemiBold" panose="020B0502040204020203" pitchFamily="34" charset="0"/>
              </a:rPr>
              <a:t>TOPIC C:</a:t>
            </a:r>
          </a:p>
          <a:p>
            <a:pPr algn="ctr"/>
            <a:r>
              <a:rPr lang="en-US" sz="6000" dirty="0">
                <a:latin typeface="Bahnschrift SemiBold" panose="020B0502040204020203" pitchFamily="34" charset="0"/>
              </a:rPr>
              <a:t>CASE STUDY</a:t>
            </a:r>
          </a:p>
        </p:txBody>
      </p:sp>
      <p:sp>
        <p:nvSpPr>
          <p:cNvPr id="5" name="Rectangle 4">
            <a:extLst>
              <a:ext uri="{FF2B5EF4-FFF2-40B4-BE49-F238E27FC236}">
                <a16:creationId xmlns:a16="http://schemas.microsoft.com/office/drawing/2014/main" id="{18C18ECD-1A29-4735-FBF9-2230E3FED94F}"/>
              </a:ext>
            </a:extLst>
          </p:cNvPr>
          <p:cNvSpPr/>
          <p:nvPr/>
        </p:nvSpPr>
        <p:spPr>
          <a:xfrm>
            <a:off x="6890905" y="2714847"/>
            <a:ext cx="4096073" cy="116091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LESSON C-5</a:t>
            </a:r>
          </a:p>
        </p:txBody>
      </p:sp>
      <p:sp>
        <p:nvSpPr>
          <p:cNvPr id="6" name="Rectangle 5">
            <a:extLst>
              <a:ext uri="{FF2B5EF4-FFF2-40B4-BE49-F238E27FC236}">
                <a16:creationId xmlns:a16="http://schemas.microsoft.com/office/drawing/2014/main" id="{945BB639-AC69-FE40-4352-5D3077A94591}"/>
              </a:ext>
            </a:extLst>
          </p:cNvPr>
          <p:cNvSpPr/>
          <p:nvPr/>
        </p:nvSpPr>
        <p:spPr>
          <a:xfrm>
            <a:off x="5301096" y="3598700"/>
            <a:ext cx="4369378" cy="94586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Relaxed">
              <a:rot lat="20129102" lon="991603" rev="2117886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EXPLOITATION</a:t>
            </a:r>
          </a:p>
        </p:txBody>
      </p:sp>
    </p:spTree>
    <p:extLst>
      <p:ext uri="{BB962C8B-B14F-4D97-AF65-F5344CB8AC3E}">
        <p14:creationId xmlns:p14="http://schemas.microsoft.com/office/powerpoint/2010/main" val="1878848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66950A9E-999F-1BB1-2C00-779227746E04}"/>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86893419-8B7B-38C3-2D89-D4BB95E0AB27}"/>
              </a:ext>
            </a:extLst>
          </p:cNvPr>
          <p:cNvSpPr/>
          <p:nvPr/>
        </p:nvSpPr>
        <p:spPr>
          <a:xfrm>
            <a:off x="6199068" y="1783144"/>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2D4645F-350F-77B1-036C-D01223EB808D}"/>
              </a:ext>
            </a:extLst>
          </p:cNvPr>
          <p:cNvSpPr/>
          <p:nvPr/>
        </p:nvSpPr>
        <p:spPr>
          <a:xfrm>
            <a:off x="6881567" y="1777234"/>
            <a:ext cx="4516539" cy="2255680"/>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1072296" lon="587304" rev="21567845"/>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ahnschrift" panose="020B0502040204020203" pitchFamily="34" charset="0"/>
              </a:rPr>
              <a:t>Have a way to take notes and a way to write code available for this lesson</a:t>
            </a:r>
          </a:p>
        </p:txBody>
      </p:sp>
      <p:sp>
        <p:nvSpPr>
          <p:cNvPr id="9" name="Oval 8">
            <a:extLst>
              <a:ext uri="{FF2B5EF4-FFF2-40B4-BE49-F238E27FC236}">
                <a16:creationId xmlns:a16="http://schemas.microsoft.com/office/drawing/2014/main" id="{39CF6B3F-1F6D-7800-03EB-3D197914A30A}"/>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03133FC-E875-8442-9063-C305CC0BFB20}"/>
              </a:ext>
            </a:extLst>
          </p:cNvPr>
          <p:cNvSpPr/>
          <p:nvPr/>
        </p:nvSpPr>
        <p:spPr>
          <a:xfrm>
            <a:off x="4101365" y="31188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D7671A2-401B-58C3-4049-2F9F2E07BD91}"/>
              </a:ext>
            </a:extLst>
          </p:cNvPr>
          <p:cNvSpPr/>
          <p:nvPr/>
        </p:nvSpPr>
        <p:spPr>
          <a:xfrm>
            <a:off x="1077431" y="938421"/>
            <a:ext cx="4516539" cy="5391671"/>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Font typeface="Arial" panose="020B0604020202020204" pitchFamily="34" charset="0"/>
              <a:buChar char="•"/>
            </a:pPr>
            <a:r>
              <a:rPr lang="en-US" sz="2400" dirty="0">
                <a:latin typeface="Bahnschrift" panose="020B0502040204020203" pitchFamily="34" charset="0"/>
              </a:rPr>
              <a:t>Exploitation</a:t>
            </a:r>
          </a:p>
          <a:p>
            <a:pPr marL="457200" indent="-457200" algn="ctr">
              <a:buFont typeface="Arial" panose="020B0604020202020204" pitchFamily="34" charset="0"/>
              <a:buChar char="•"/>
            </a:pPr>
            <a:r>
              <a:rPr lang="en-US" sz="2400" dirty="0">
                <a:latin typeface="Bahnschrift" panose="020B0502040204020203" pitchFamily="34" charset="0"/>
              </a:rPr>
              <a:t>Targeted Breaching Attempts</a:t>
            </a:r>
          </a:p>
          <a:p>
            <a:pPr marL="457200" indent="-457200" algn="ctr">
              <a:buFont typeface="Arial" panose="020B0604020202020204" pitchFamily="34" charset="0"/>
              <a:buChar char="•"/>
            </a:pPr>
            <a:r>
              <a:rPr lang="en-US" sz="2400" dirty="0">
                <a:latin typeface="Bahnschrift" panose="020B0502040204020203" pitchFamily="34" charset="0"/>
              </a:rPr>
              <a:t>Techniques</a:t>
            </a:r>
          </a:p>
          <a:p>
            <a:pPr marL="457200" indent="-457200" algn="ctr">
              <a:buFont typeface="Arial" panose="020B0604020202020204" pitchFamily="34" charset="0"/>
              <a:buChar char="•"/>
            </a:pPr>
            <a:r>
              <a:rPr lang="en-US" sz="2400" dirty="0">
                <a:latin typeface="Bahnschrift" panose="020B0502040204020203" pitchFamily="34" charset="0"/>
              </a:rPr>
              <a:t>Assessing Impact</a:t>
            </a:r>
          </a:p>
          <a:p>
            <a:pPr marL="457200" indent="-457200" algn="ctr">
              <a:buFont typeface="Arial" panose="020B0604020202020204" pitchFamily="34" charset="0"/>
              <a:buChar char="•"/>
            </a:pPr>
            <a:r>
              <a:rPr lang="en-US" sz="2400" dirty="0">
                <a:latin typeface="Bahnschrift" panose="020B0502040204020203" pitchFamily="34" charset="0"/>
              </a:rPr>
              <a:t>Analysis</a:t>
            </a:r>
          </a:p>
        </p:txBody>
      </p:sp>
      <p:sp>
        <p:nvSpPr>
          <p:cNvPr id="10" name="Rectangle 9">
            <a:extLst>
              <a:ext uri="{FF2B5EF4-FFF2-40B4-BE49-F238E27FC236}">
                <a16:creationId xmlns:a16="http://schemas.microsoft.com/office/drawing/2014/main" id="{22468F18-96E8-0BDE-DEDF-19E7735BE1E6}"/>
              </a:ext>
            </a:extLst>
          </p:cNvPr>
          <p:cNvSpPr/>
          <p:nvPr/>
        </p:nvSpPr>
        <p:spPr>
          <a:xfrm>
            <a:off x="6598031" y="1564953"/>
            <a:ext cx="1708202" cy="632442"/>
          </a:xfrm>
          <a:prstGeom prst="rect">
            <a:avLst/>
          </a:prstGeom>
          <a:solidFill>
            <a:schemeClr val="tx2">
              <a:lumMod val="75000"/>
              <a:lumOff val="25000"/>
            </a:schemeClr>
          </a:solidFill>
          <a:ln>
            <a:noFill/>
          </a:ln>
          <a:effectLst>
            <a:outerShdw blurRad="76200" dist="12700" dir="2700000" sy="-23000" kx="-800400" algn="bl" rotWithShape="0">
              <a:prstClr val="black">
                <a:alpha val="20000"/>
              </a:prstClr>
            </a:outerShdw>
          </a:effectLst>
          <a:scene3d>
            <a:camera prst="perspectiveRelaxed">
              <a:rot lat="20129102" lon="991603" rev="2117886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atin typeface="Bahnschrift SemiBold" panose="020B0502040204020203" pitchFamily="34" charset="0"/>
              </a:rPr>
              <a:t>NOTE!</a:t>
            </a:r>
          </a:p>
        </p:txBody>
      </p:sp>
      <p:sp>
        <p:nvSpPr>
          <p:cNvPr id="5" name="Rectangle 4">
            <a:extLst>
              <a:ext uri="{FF2B5EF4-FFF2-40B4-BE49-F238E27FC236}">
                <a16:creationId xmlns:a16="http://schemas.microsoft.com/office/drawing/2014/main" id="{AFCD8CB0-8A02-BF4E-6CF1-A22B96E02C67}"/>
              </a:ext>
            </a:extLst>
          </p:cNvPr>
          <p:cNvSpPr/>
          <p:nvPr/>
        </p:nvSpPr>
        <p:spPr>
          <a:xfrm>
            <a:off x="1824466" y="474132"/>
            <a:ext cx="2903431" cy="928577"/>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AGENDA</a:t>
            </a:r>
          </a:p>
        </p:txBody>
      </p:sp>
    </p:spTree>
    <p:extLst>
      <p:ext uri="{BB962C8B-B14F-4D97-AF65-F5344CB8AC3E}">
        <p14:creationId xmlns:p14="http://schemas.microsoft.com/office/powerpoint/2010/main" val="854122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rgbClr val="785238"/>
        </a:solidFill>
        <a:effectLst/>
      </p:bgPr>
    </p:bg>
    <p:spTree>
      <p:nvGrpSpPr>
        <p:cNvPr id="1" name="">
          <a:extLst>
            <a:ext uri="{FF2B5EF4-FFF2-40B4-BE49-F238E27FC236}">
              <a16:creationId xmlns:a16="http://schemas.microsoft.com/office/drawing/2014/main" id="{44DF31C7-9D62-34F3-51FF-D499D2944EF0}"/>
            </a:ext>
          </a:extLst>
        </p:cNvPr>
        <p:cNvGrpSpPr/>
        <p:nvPr/>
      </p:nvGrpSpPr>
      <p:grpSpPr>
        <a:xfrm>
          <a:off x="0" y="0"/>
          <a:ext cx="0" cy="0"/>
          <a:chOff x="0" y="0"/>
          <a:chExt cx="0" cy="0"/>
        </a:xfrm>
      </p:grpSpPr>
      <p:sp>
        <p:nvSpPr>
          <p:cNvPr id="21" name="Oval 20">
            <a:extLst>
              <a:ext uri="{FF2B5EF4-FFF2-40B4-BE49-F238E27FC236}">
                <a16:creationId xmlns:a16="http://schemas.microsoft.com/office/drawing/2014/main" id="{CA8483F3-9D91-69C6-DAE4-E819F0292C96}"/>
              </a:ext>
            </a:extLst>
          </p:cNvPr>
          <p:cNvSpPr/>
          <p:nvPr/>
        </p:nvSpPr>
        <p:spPr>
          <a:xfrm>
            <a:off x="9605200" y="3896291"/>
            <a:ext cx="1497660" cy="1497660"/>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close up of fire&#10;&#10;AI-generated content may be incorrect.">
            <a:extLst>
              <a:ext uri="{FF2B5EF4-FFF2-40B4-BE49-F238E27FC236}">
                <a16:creationId xmlns:a16="http://schemas.microsoft.com/office/drawing/2014/main" id="{9103A45C-BE5A-478E-4718-72C97F147BDD}"/>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4556237" y="-1564556"/>
            <a:ext cx="6748129" cy="3830500"/>
          </a:xfrm>
          <a:prstGeom prst="rect">
            <a:avLst/>
          </a:prstGeom>
        </p:spPr>
      </p:pic>
      <p:pic>
        <p:nvPicPr>
          <p:cNvPr id="19" name="Picture 18" descr="A close up of fire&#10;&#10;AI-generated content may be incorrect.">
            <a:extLst>
              <a:ext uri="{FF2B5EF4-FFF2-40B4-BE49-F238E27FC236}">
                <a16:creationId xmlns:a16="http://schemas.microsoft.com/office/drawing/2014/main" id="{59044FD4-E5CB-7F72-D4E0-B3FF57F10D64}"/>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200024" y="-1477760"/>
            <a:ext cx="6748129" cy="3830500"/>
          </a:xfrm>
          <a:prstGeom prst="rect">
            <a:avLst/>
          </a:prstGeom>
        </p:spPr>
      </p:pic>
      <p:sp>
        <p:nvSpPr>
          <p:cNvPr id="12" name="Oval 11">
            <a:extLst>
              <a:ext uri="{FF2B5EF4-FFF2-40B4-BE49-F238E27FC236}">
                <a16:creationId xmlns:a16="http://schemas.microsoft.com/office/drawing/2014/main" id="{1FB06C32-785C-D086-3043-42F7FBD0932E}"/>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ADCA5AE-052C-5076-411F-06E5A022CDA7}"/>
              </a:ext>
            </a:extLst>
          </p:cNvPr>
          <p:cNvSpPr/>
          <p:nvPr/>
        </p:nvSpPr>
        <p:spPr>
          <a:xfrm>
            <a:off x="358687" y="2026486"/>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3C7B8BA-8B31-7B2C-E2AB-60712C1F61E8}"/>
              </a:ext>
            </a:extLst>
          </p:cNvPr>
          <p:cNvSpPr/>
          <p:nvPr/>
        </p:nvSpPr>
        <p:spPr>
          <a:xfrm>
            <a:off x="9978799" y="1099676"/>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D3B4A7A-A70B-0C4A-C7FF-462ADF36D440}"/>
              </a:ext>
            </a:extLst>
          </p:cNvPr>
          <p:cNvSpPr/>
          <p:nvPr/>
        </p:nvSpPr>
        <p:spPr>
          <a:xfrm>
            <a:off x="1733476" y="1244357"/>
            <a:ext cx="9066029" cy="3830500"/>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HeroicExtremeRightFacing">
              <a:rot lat="21346875" lon="21280510" rev="119997"/>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occurs in the following phases of the PTES?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Pre-engagement interactions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Intelligence Gathering</a:t>
            </a:r>
          </a:p>
        </p:txBody>
      </p:sp>
      <p:sp>
        <p:nvSpPr>
          <p:cNvPr id="5" name="Rectangle 4">
            <a:extLst>
              <a:ext uri="{FF2B5EF4-FFF2-40B4-BE49-F238E27FC236}">
                <a16:creationId xmlns:a16="http://schemas.microsoft.com/office/drawing/2014/main" id="{3050233D-41DE-6588-7EB0-97A3A19FFCB8}"/>
              </a:ext>
            </a:extLst>
          </p:cNvPr>
          <p:cNvSpPr/>
          <p:nvPr/>
        </p:nvSpPr>
        <p:spPr>
          <a:xfrm>
            <a:off x="1989751" y="65791"/>
            <a:ext cx="7581804" cy="928577"/>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Relaxed"/>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THE WARM UP QUESTION</a:t>
            </a:r>
          </a:p>
        </p:txBody>
      </p:sp>
      <p:pic>
        <p:nvPicPr>
          <p:cNvPr id="15" name="Picture 14" descr="A close up of fire&#10;&#10;AI-generated content may be incorrect.">
            <a:extLst>
              <a:ext uri="{FF2B5EF4-FFF2-40B4-BE49-F238E27FC236}">
                <a16:creationId xmlns:a16="http://schemas.microsoft.com/office/drawing/2014/main" id="{0572BAA1-AB30-2A31-99DA-E2636EF78735}"/>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1297170" y="4306188"/>
            <a:ext cx="6748129" cy="3830500"/>
          </a:xfrm>
          <a:prstGeom prst="rect">
            <a:avLst/>
          </a:prstGeom>
        </p:spPr>
      </p:pic>
      <p:pic>
        <p:nvPicPr>
          <p:cNvPr id="17" name="Picture 16" descr="A close up of fire&#10;&#10;AI-generated content may be incorrect.">
            <a:extLst>
              <a:ext uri="{FF2B5EF4-FFF2-40B4-BE49-F238E27FC236}">
                <a16:creationId xmlns:a16="http://schemas.microsoft.com/office/drawing/2014/main" id="{F9670370-72F4-78E6-7DE3-64A5614A0062}"/>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3605901" y="4306188"/>
            <a:ext cx="6748129" cy="3830500"/>
          </a:xfrm>
          <a:prstGeom prst="rect">
            <a:avLst/>
          </a:prstGeom>
        </p:spPr>
      </p:pic>
      <p:pic>
        <p:nvPicPr>
          <p:cNvPr id="18" name="Picture 17" descr="A close up of fire&#10;&#10;AI-generated content may be incorrect.">
            <a:extLst>
              <a:ext uri="{FF2B5EF4-FFF2-40B4-BE49-F238E27FC236}">
                <a16:creationId xmlns:a16="http://schemas.microsoft.com/office/drawing/2014/main" id="{21F28121-5FF8-B768-E483-38897AA8B765}"/>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8435162" y="4306188"/>
            <a:ext cx="6748129" cy="3830500"/>
          </a:xfrm>
          <a:prstGeom prst="rect">
            <a:avLst/>
          </a:prstGeom>
        </p:spPr>
      </p:pic>
    </p:spTree>
    <p:extLst>
      <p:ext uri="{BB962C8B-B14F-4D97-AF65-F5344CB8AC3E}">
        <p14:creationId xmlns:p14="http://schemas.microsoft.com/office/powerpoint/2010/main" val="1910594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rgbClr val="785238"/>
        </a:solidFill>
        <a:effectLst/>
      </p:bgPr>
    </p:bg>
    <p:spTree>
      <p:nvGrpSpPr>
        <p:cNvPr id="1" name="">
          <a:extLst>
            <a:ext uri="{FF2B5EF4-FFF2-40B4-BE49-F238E27FC236}">
              <a16:creationId xmlns:a16="http://schemas.microsoft.com/office/drawing/2014/main" id="{230828EB-D0F4-1C09-6097-16E7701BBF09}"/>
            </a:ext>
          </a:extLst>
        </p:cNvPr>
        <p:cNvGrpSpPr/>
        <p:nvPr/>
      </p:nvGrpSpPr>
      <p:grpSpPr>
        <a:xfrm>
          <a:off x="0" y="0"/>
          <a:ext cx="0" cy="0"/>
          <a:chOff x="0" y="0"/>
          <a:chExt cx="0" cy="0"/>
        </a:xfrm>
      </p:grpSpPr>
      <p:sp>
        <p:nvSpPr>
          <p:cNvPr id="21" name="Oval 20">
            <a:extLst>
              <a:ext uri="{FF2B5EF4-FFF2-40B4-BE49-F238E27FC236}">
                <a16:creationId xmlns:a16="http://schemas.microsoft.com/office/drawing/2014/main" id="{AC6A6C89-6D16-48F1-8F51-D17DCF2D648D}"/>
              </a:ext>
            </a:extLst>
          </p:cNvPr>
          <p:cNvSpPr/>
          <p:nvPr/>
        </p:nvSpPr>
        <p:spPr>
          <a:xfrm>
            <a:off x="9605200" y="3896291"/>
            <a:ext cx="1497660" cy="1497660"/>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close up of fire&#10;&#10;AI-generated content may be incorrect.">
            <a:extLst>
              <a:ext uri="{FF2B5EF4-FFF2-40B4-BE49-F238E27FC236}">
                <a16:creationId xmlns:a16="http://schemas.microsoft.com/office/drawing/2014/main" id="{3C6C73E0-AF4E-4976-2CCB-5CC94A7B3F6B}"/>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4556237" y="-1564556"/>
            <a:ext cx="6748129" cy="3830500"/>
          </a:xfrm>
          <a:prstGeom prst="rect">
            <a:avLst/>
          </a:prstGeom>
        </p:spPr>
      </p:pic>
      <p:pic>
        <p:nvPicPr>
          <p:cNvPr id="19" name="Picture 18" descr="A close up of fire&#10;&#10;AI-generated content may be incorrect.">
            <a:extLst>
              <a:ext uri="{FF2B5EF4-FFF2-40B4-BE49-F238E27FC236}">
                <a16:creationId xmlns:a16="http://schemas.microsoft.com/office/drawing/2014/main" id="{53B6F033-442A-73BB-152D-ABBD4683DB85}"/>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200024" y="-1477760"/>
            <a:ext cx="6748129" cy="3830500"/>
          </a:xfrm>
          <a:prstGeom prst="rect">
            <a:avLst/>
          </a:prstGeom>
        </p:spPr>
      </p:pic>
      <p:sp>
        <p:nvSpPr>
          <p:cNvPr id="12" name="Oval 11">
            <a:extLst>
              <a:ext uri="{FF2B5EF4-FFF2-40B4-BE49-F238E27FC236}">
                <a16:creationId xmlns:a16="http://schemas.microsoft.com/office/drawing/2014/main" id="{EBA96511-9848-EE29-7702-329F857FF89B}"/>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D1605B4-4BFE-10C5-56D2-18FA52756CD0}"/>
              </a:ext>
            </a:extLst>
          </p:cNvPr>
          <p:cNvSpPr/>
          <p:nvPr/>
        </p:nvSpPr>
        <p:spPr>
          <a:xfrm>
            <a:off x="358687" y="2026486"/>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631359D-1778-B822-8B18-9D6A8DCB4323}"/>
              </a:ext>
            </a:extLst>
          </p:cNvPr>
          <p:cNvSpPr/>
          <p:nvPr/>
        </p:nvSpPr>
        <p:spPr>
          <a:xfrm>
            <a:off x="9978799" y="1099676"/>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982D69B-5E0C-ABCE-7B25-92F0C2847CE9}"/>
              </a:ext>
            </a:extLst>
          </p:cNvPr>
          <p:cNvSpPr/>
          <p:nvPr/>
        </p:nvSpPr>
        <p:spPr>
          <a:xfrm>
            <a:off x="1733476" y="1244357"/>
            <a:ext cx="9066029" cy="3830500"/>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HeroicExtremeRightFacing">
              <a:rot lat="21346875" lon="21280510" rev="119997"/>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Pre-engagement interactions: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Goals &amp; target identification</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Define scope &amp; rules of engagement</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Testing approaches (black, white, grey box)</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Ethical Importance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Intelligence gathering:</a:t>
            </a:r>
          </a:p>
        </p:txBody>
      </p:sp>
      <p:sp>
        <p:nvSpPr>
          <p:cNvPr id="5" name="Rectangle 4">
            <a:extLst>
              <a:ext uri="{FF2B5EF4-FFF2-40B4-BE49-F238E27FC236}">
                <a16:creationId xmlns:a16="http://schemas.microsoft.com/office/drawing/2014/main" id="{A9449787-6ED2-84FB-10B2-2585FA42921F}"/>
              </a:ext>
            </a:extLst>
          </p:cNvPr>
          <p:cNvSpPr/>
          <p:nvPr/>
        </p:nvSpPr>
        <p:spPr>
          <a:xfrm>
            <a:off x="1989751" y="65791"/>
            <a:ext cx="7581804" cy="928577"/>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Relaxed"/>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THE WARM UP ANSWER</a:t>
            </a:r>
          </a:p>
        </p:txBody>
      </p:sp>
      <p:pic>
        <p:nvPicPr>
          <p:cNvPr id="15" name="Picture 14" descr="A close up of fire&#10;&#10;AI-generated content may be incorrect.">
            <a:extLst>
              <a:ext uri="{FF2B5EF4-FFF2-40B4-BE49-F238E27FC236}">
                <a16:creationId xmlns:a16="http://schemas.microsoft.com/office/drawing/2014/main" id="{E6A44E38-E135-B597-55A3-2D33FD996D7F}"/>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1297170" y="4306188"/>
            <a:ext cx="6748129" cy="3830500"/>
          </a:xfrm>
          <a:prstGeom prst="rect">
            <a:avLst/>
          </a:prstGeom>
        </p:spPr>
      </p:pic>
      <p:pic>
        <p:nvPicPr>
          <p:cNvPr id="17" name="Picture 16" descr="A close up of fire&#10;&#10;AI-generated content may be incorrect.">
            <a:extLst>
              <a:ext uri="{FF2B5EF4-FFF2-40B4-BE49-F238E27FC236}">
                <a16:creationId xmlns:a16="http://schemas.microsoft.com/office/drawing/2014/main" id="{AAFA517F-A1BA-F701-54A4-0BF22BB05A18}"/>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3605901" y="4306188"/>
            <a:ext cx="6748129" cy="3830500"/>
          </a:xfrm>
          <a:prstGeom prst="rect">
            <a:avLst/>
          </a:prstGeom>
        </p:spPr>
      </p:pic>
      <p:pic>
        <p:nvPicPr>
          <p:cNvPr id="18" name="Picture 17" descr="A close up of fire&#10;&#10;AI-generated content may be incorrect.">
            <a:extLst>
              <a:ext uri="{FF2B5EF4-FFF2-40B4-BE49-F238E27FC236}">
                <a16:creationId xmlns:a16="http://schemas.microsoft.com/office/drawing/2014/main" id="{833E61A2-3CD9-B8A0-1EDF-478EA9A7C1E5}"/>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8435162" y="4306188"/>
            <a:ext cx="6748129" cy="3830500"/>
          </a:xfrm>
          <a:prstGeom prst="rect">
            <a:avLst/>
          </a:prstGeom>
        </p:spPr>
      </p:pic>
    </p:spTree>
    <p:extLst>
      <p:ext uri="{BB962C8B-B14F-4D97-AF65-F5344CB8AC3E}">
        <p14:creationId xmlns:p14="http://schemas.microsoft.com/office/powerpoint/2010/main" val="3412771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rgbClr val="785238"/>
        </a:solidFill>
        <a:effectLst/>
      </p:bgPr>
    </p:bg>
    <p:spTree>
      <p:nvGrpSpPr>
        <p:cNvPr id="1" name="">
          <a:extLst>
            <a:ext uri="{FF2B5EF4-FFF2-40B4-BE49-F238E27FC236}">
              <a16:creationId xmlns:a16="http://schemas.microsoft.com/office/drawing/2014/main" id="{48A24224-605D-3461-02DE-6B2BF2861E6D}"/>
            </a:ext>
          </a:extLst>
        </p:cNvPr>
        <p:cNvGrpSpPr/>
        <p:nvPr/>
      </p:nvGrpSpPr>
      <p:grpSpPr>
        <a:xfrm>
          <a:off x="0" y="0"/>
          <a:ext cx="0" cy="0"/>
          <a:chOff x="0" y="0"/>
          <a:chExt cx="0" cy="0"/>
        </a:xfrm>
      </p:grpSpPr>
      <p:sp>
        <p:nvSpPr>
          <p:cNvPr id="21" name="Oval 20">
            <a:extLst>
              <a:ext uri="{FF2B5EF4-FFF2-40B4-BE49-F238E27FC236}">
                <a16:creationId xmlns:a16="http://schemas.microsoft.com/office/drawing/2014/main" id="{5E375AD8-CBE0-7D90-207D-1654EB8707FB}"/>
              </a:ext>
            </a:extLst>
          </p:cNvPr>
          <p:cNvSpPr/>
          <p:nvPr/>
        </p:nvSpPr>
        <p:spPr>
          <a:xfrm>
            <a:off x="9605200" y="3896291"/>
            <a:ext cx="1497660" cy="1497660"/>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close up of fire&#10;&#10;AI-generated content may be incorrect.">
            <a:extLst>
              <a:ext uri="{FF2B5EF4-FFF2-40B4-BE49-F238E27FC236}">
                <a16:creationId xmlns:a16="http://schemas.microsoft.com/office/drawing/2014/main" id="{F145DDAD-5A5B-02D6-92AF-44A670070162}"/>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4556237" y="-1564556"/>
            <a:ext cx="6748129" cy="3830500"/>
          </a:xfrm>
          <a:prstGeom prst="rect">
            <a:avLst/>
          </a:prstGeom>
        </p:spPr>
      </p:pic>
      <p:pic>
        <p:nvPicPr>
          <p:cNvPr id="19" name="Picture 18" descr="A close up of fire&#10;&#10;AI-generated content may be incorrect.">
            <a:extLst>
              <a:ext uri="{FF2B5EF4-FFF2-40B4-BE49-F238E27FC236}">
                <a16:creationId xmlns:a16="http://schemas.microsoft.com/office/drawing/2014/main" id="{65941438-0A9B-FCAD-20EA-F27DEFE7D058}"/>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200024" y="-1477760"/>
            <a:ext cx="6748129" cy="3830500"/>
          </a:xfrm>
          <a:prstGeom prst="rect">
            <a:avLst/>
          </a:prstGeom>
        </p:spPr>
      </p:pic>
      <p:sp>
        <p:nvSpPr>
          <p:cNvPr id="12" name="Oval 11">
            <a:extLst>
              <a:ext uri="{FF2B5EF4-FFF2-40B4-BE49-F238E27FC236}">
                <a16:creationId xmlns:a16="http://schemas.microsoft.com/office/drawing/2014/main" id="{A042339C-8CC1-C8F9-61CC-D615AF1562EE}"/>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7B0EF12-2408-DEBF-154F-FBF2E732F67B}"/>
              </a:ext>
            </a:extLst>
          </p:cNvPr>
          <p:cNvSpPr/>
          <p:nvPr/>
        </p:nvSpPr>
        <p:spPr>
          <a:xfrm>
            <a:off x="358687" y="2026486"/>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29E3F6E-4CC5-B437-EF97-0437E62AC1E5}"/>
              </a:ext>
            </a:extLst>
          </p:cNvPr>
          <p:cNvSpPr/>
          <p:nvPr/>
        </p:nvSpPr>
        <p:spPr>
          <a:xfrm>
            <a:off x="9978799" y="1099676"/>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3F782DE-F8C1-45FA-7ED3-154AD74748E6}"/>
              </a:ext>
            </a:extLst>
          </p:cNvPr>
          <p:cNvSpPr/>
          <p:nvPr/>
        </p:nvSpPr>
        <p:spPr>
          <a:xfrm>
            <a:off x="1733476" y="1244357"/>
            <a:ext cx="9066029" cy="3830500"/>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HeroicExtremeRightFacing">
              <a:rot lat="21346875" lon="21280510" rev="119997"/>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400" dirty="0">
                <a:solidFill>
                  <a:schemeClr val="bg1"/>
                </a:solidFill>
                <a:latin typeface="Bahnschrift" panose="020B0502040204020203" pitchFamily="34" charset="0"/>
              </a:rPr>
              <a:t>Intelligence Gathering: </a:t>
            </a:r>
          </a:p>
          <a:p>
            <a:pPr marL="914400" lvl="1" indent="-457200">
              <a:spcBef>
                <a:spcPts val="1200"/>
              </a:spcBef>
              <a:buFont typeface="Arial" panose="020B0604020202020204" pitchFamily="34" charset="0"/>
              <a:buChar char="•"/>
            </a:pPr>
            <a:r>
              <a:rPr lang="en-US" sz="2400" dirty="0">
                <a:solidFill>
                  <a:schemeClr val="bg1"/>
                </a:solidFill>
                <a:latin typeface="Bahnschrift" panose="020B0502040204020203" pitchFamily="34" charset="0"/>
              </a:rPr>
              <a:t>Identify passive OSINT sources</a:t>
            </a:r>
          </a:p>
          <a:p>
            <a:pPr marL="1371600" lvl="2" indent="-457200">
              <a:spcBef>
                <a:spcPts val="1200"/>
              </a:spcBef>
              <a:buFont typeface="Arial" panose="020B0604020202020204" pitchFamily="34" charset="0"/>
              <a:buChar char="•"/>
            </a:pPr>
            <a:r>
              <a:rPr lang="en-US" sz="2400" dirty="0">
                <a:solidFill>
                  <a:schemeClr val="bg1"/>
                </a:solidFill>
                <a:latin typeface="Bahnschrift" panose="020B0502040204020203" pitchFamily="34" charset="0"/>
              </a:rPr>
              <a:t>Social Media, Search Engines, Forums</a:t>
            </a:r>
          </a:p>
          <a:p>
            <a:pPr marL="1371600" lvl="2" indent="-457200">
              <a:spcBef>
                <a:spcPts val="1200"/>
              </a:spcBef>
              <a:buFont typeface="Arial" panose="020B0604020202020204" pitchFamily="34" charset="0"/>
              <a:buChar char="•"/>
            </a:pPr>
            <a:r>
              <a:rPr lang="en-US" sz="2400" dirty="0">
                <a:solidFill>
                  <a:schemeClr val="bg1"/>
                </a:solidFill>
                <a:latin typeface="Bahnschrift" panose="020B0502040204020203" pitchFamily="34" charset="0"/>
              </a:rPr>
              <a:t>Search Engine Dorking</a:t>
            </a:r>
          </a:p>
          <a:p>
            <a:pPr marL="914400" lvl="1" indent="-457200">
              <a:spcBef>
                <a:spcPts val="1200"/>
              </a:spcBef>
              <a:buFont typeface="Arial" panose="020B0604020202020204" pitchFamily="34" charset="0"/>
              <a:buChar char="•"/>
            </a:pPr>
            <a:r>
              <a:rPr lang="en-US" sz="2400" dirty="0">
                <a:solidFill>
                  <a:schemeClr val="bg1"/>
                </a:solidFill>
                <a:latin typeface="Bahnschrift" panose="020B0502040204020203" pitchFamily="34" charset="0"/>
              </a:rPr>
              <a:t>Map internal network structure</a:t>
            </a:r>
          </a:p>
          <a:p>
            <a:pPr marL="1371600" lvl="2" indent="-457200">
              <a:spcBef>
                <a:spcPts val="1200"/>
              </a:spcBef>
              <a:buFont typeface="Arial" panose="020B0604020202020204" pitchFamily="34" charset="0"/>
              <a:buChar char="•"/>
            </a:pPr>
            <a:r>
              <a:rPr lang="en-US" sz="2400" dirty="0">
                <a:solidFill>
                  <a:schemeClr val="bg1"/>
                </a:solidFill>
                <a:latin typeface="Bahnschrift" panose="020B0502040204020203" pitchFamily="34" charset="0"/>
              </a:rPr>
              <a:t>Active Scanning</a:t>
            </a:r>
          </a:p>
          <a:p>
            <a:pPr marL="1828800" lvl="3" indent="-457200">
              <a:spcBef>
                <a:spcPts val="1200"/>
              </a:spcBef>
              <a:buFont typeface="Arial" panose="020B0604020202020204" pitchFamily="34" charset="0"/>
              <a:buChar char="•"/>
            </a:pPr>
            <a:r>
              <a:rPr lang="en-US" sz="2400" dirty="0">
                <a:solidFill>
                  <a:schemeClr val="bg1"/>
                </a:solidFill>
                <a:latin typeface="Bahnschrift" panose="020B0502040204020203" pitchFamily="34" charset="0"/>
              </a:rPr>
              <a:t>Port scanning, OS detection</a:t>
            </a:r>
          </a:p>
        </p:txBody>
      </p:sp>
      <p:sp>
        <p:nvSpPr>
          <p:cNvPr id="5" name="Rectangle 4">
            <a:extLst>
              <a:ext uri="{FF2B5EF4-FFF2-40B4-BE49-F238E27FC236}">
                <a16:creationId xmlns:a16="http://schemas.microsoft.com/office/drawing/2014/main" id="{81EB2237-D679-F3A5-EB11-416CFFE1CF55}"/>
              </a:ext>
            </a:extLst>
          </p:cNvPr>
          <p:cNvSpPr/>
          <p:nvPr/>
        </p:nvSpPr>
        <p:spPr>
          <a:xfrm>
            <a:off x="1989751" y="65791"/>
            <a:ext cx="7581804" cy="928577"/>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Relaxed"/>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THE WARM UP ANSWER</a:t>
            </a:r>
          </a:p>
        </p:txBody>
      </p:sp>
      <p:pic>
        <p:nvPicPr>
          <p:cNvPr id="15" name="Picture 14" descr="A close up of fire&#10;&#10;AI-generated content may be incorrect.">
            <a:extLst>
              <a:ext uri="{FF2B5EF4-FFF2-40B4-BE49-F238E27FC236}">
                <a16:creationId xmlns:a16="http://schemas.microsoft.com/office/drawing/2014/main" id="{2C6AF2FA-233E-AC1D-BAFF-618BAC3D77C1}"/>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1297170" y="4306188"/>
            <a:ext cx="6748129" cy="3830500"/>
          </a:xfrm>
          <a:prstGeom prst="rect">
            <a:avLst/>
          </a:prstGeom>
        </p:spPr>
      </p:pic>
      <p:pic>
        <p:nvPicPr>
          <p:cNvPr id="17" name="Picture 16" descr="A close up of fire&#10;&#10;AI-generated content may be incorrect.">
            <a:extLst>
              <a:ext uri="{FF2B5EF4-FFF2-40B4-BE49-F238E27FC236}">
                <a16:creationId xmlns:a16="http://schemas.microsoft.com/office/drawing/2014/main" id="{DFEDB108-671A-A661-DFB8-935C32FE2BEA}"/>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3605901" y="4306188"/>
            <a:ext cx="6748129" cy="3830500"/>
          </a:xfrm>
          <a:prstGeom prst="rect">
            <a:avLst/>
          </a:prstGeom>
        </p:spPr>
      </p:pic>
      <p:pic>
        <p:nvPicPr>
          <p:cNvPr id="18" name="Picture 17" descr="A close up of fire&#10;&#10;AI-generated content may be incorrect.">
            <a:extLst>
              <a:ext uri="{FF2B5EF4-FFF2-40B4-BE49-F238E27FC236}">
                <a16:creationId xmlns:a16="http://schemas.microsoft.com/office/drawing/2014/main" id="{D3A7C647-CBE5-7AED-3408-02E25CD2B6CF}"/>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r="2475"/>
          <a:stretch>
            <a:fillRect/>
          </a:stretch>
        </p:blipFill>
        <p:spPr>
          <a:xfrm>
            <a:off x="8435162" y="4306188"/>
            <a:ext cx="6748129" cy="3830500"/>
          </a:xfrm>
          <a:prstGeom prst="rect">
            <a:avLst/>
          </a:prstGeom>
        </p:spPr>
      </p:pic>
    </p:spTree>
    <p:extLst>
      <p:ext uri="{BB962C8B-B14F-4D97-AF65-F5344CB8AC3E}">
        <p14:creationId xmlns:p14="http://schemas.microsoft.com/office/powerpoint/2010/main" val="3925268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2C892297-F66F-79C5-0C2F-87D5BA50C7E4}"/>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2FA73301-6177-AA2D-0D7D-B17AEDF773F7}"/>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45B59D1-03DB-A0E5-772C-E607346C189B}"/>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2B4A513-89DB-943F-6F85-04B01303A7C7}"/>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BBEBABC-01DD-AB36-AC4D-FD2BA184071C}"/>
              </a:ext>
            </a:extLst>
          </p:cNvPr>
          <p:cNvSpPr/>
          <p:nvPr/>
        </p:nvSpPr>
        <p:spPr>
          <a:xfrm>
            <a:off x="825243" y="1120703"/>
            <a:ext cx="10296411" cy="5550244"/>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endParaRPr lang="en-US" sz="2800" dirty="0">
              <a:solidFill>
                <a:schemeClr val="bg1"/>
              </a:solidFill>
              <a:latin typeface="Bahnschrift" panose="020B0502040204020203" pitchFamily="34" charset="0"/>
            </a:endParaRPr>
          </a:p>
        </p:txBody>
      </p:sp>
      <p:sp>
        <p:nvSpPr>
          <p:cNvPr id="5" name="Rectangle 4">
            <a:extLst>
              <a:ext uri="{FF2B5EF4-FFF2-40B4-BE49-F238E27FC236}">
                <a16:creationId xmlns:a16="http://schemas.microsoft.com/office/drawing/2014/main" id="{15907E37-151A-274F-CC12-A8B9249D90EE}"/>
              </a:ext>
            </a:extLst>
          </p:cNvPr>
          <p:cNvSpPr/>
          <p:nvPr/>
        </p:nvSpPr>
        <p:spPr>
          <a:xfrm>
            <a:off x="-116043" y="187053"/>
            <a:ext cx="4596603"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GENERAL FLOW</a:t>
            </a:r>
          </a:p>
        </p:txBody>
      </p:sp>
      <p:sp>
        <p:nvSpPr>
          <p:cNvPr id="3" name="Oval 2">
            <a:extLst>
              <a:ext uri="{FF2B5EF4-FFF2-40B4-BE49-F238E27FC236}">
                <a16:creationId xmlns:a16="http://schemas.microsoft.com/office/drawing/2014/main" id="{6089E94B-3D0D-951B-5A8B-C65D108E7FCE}"/>
              </a:ext>
            </a:extLst>
          </p:cNvPr>
          <p:cNvSpPr/>
          <p:nvPr/>
        </p:nvSpPr>
        <p:spPr>
          <a:xfrm>
            <a:off x="598133" y="1366883"/>
            <a:ext cx="2117635" cy="14081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Vulnerability</a:t>
            </a:r>
          </a:p>
        </p:txBody>
      </p:sp>
      <p:sp>
        <p:nvSpPr>
          <p:cNvPr id="4" name="Oval 3">
            <a:extLst>
              <a:ext uri="{FF2B5EF4-FFF2-40B4-BE49-F238E27FC236}">
                <a16:creationId xmlns:a16="http://schemas.microsoft.com/office/drawing/2014/main" id="{49F9E4B0-654B-886F-BF7E-BA1A9B85FF2B}"/>
              </a:ext>
            </a:extLst>
          </p:cNvPr>
          <p:cNvSpPr/>
          <p:nvPr/>
        </p:nvSpPr>
        <p:spPr>
          <a:xfrm>
            <a:off x="3155161" y="2505937"/>
            <a:ext cx="2117635" cy="14081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Exploit</a:t>
            </a:r>
          </a:p>
        </p:txBody>
      </p:sp>
      <p:sp>
        <p:nvSpPr>
          <p:cNvPr id="6" name="Oval 5">
            <a:extLst>
              <a:ext uri="{FF2B5EF4-FFF2-40B4-BE49-F238E27FC236}">
                <a16:creationId xmlns:a16="http://schemas.microsoft.com/office/drawing/2014/main" id="{EF9C1643-83D7-06A7-3CD3-A92CE374E7BA}"/>
              </a:ext>
            </a:extLst>
          </p:cNvPr>
          <p:cNvSpPr/>
          <p:nvPr/>
        </p:nvSpPr>
        <p:spPr>
          <a:xfrm>
            <a:off x="6007597" y="3895825"/>
            <a:ext cx="2117635" cy="14081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Impact</a:t>
            </a:r>
          </a:p>
        </p:txBody>
      </p:sp>
      <p:sp>
        <p:nvSpPr>
          <p:cNvPr id="10" name="Oval 9">
            <a:extLst>
              <a:ext uri="{FF2B5EF4-FFF2-40B4-BE49-F238E27FC236}">
                <a16:creationId xmlns:a16="http://schemas.microsoft.com/office/drawing/2014/main" id="{07203FB4-4C61-D344-1CEC-8D30E05F2C08}"/>
              </a:ext>
            </a:extLst>
          </p:cNvPr>
          <p:cNvSpPr/>
          <p:nvPr/>
        </p:nvSpPr>
        <p:spPr>
          <a:xfrm>
            <a:off x="8869800" y="5163398"/>
            <a:ext cx="2117635" cy="14081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Defense</a:t>
            </a:r>
          </a:p>
        </p:txBody>
      </p:sp>
      <p:cxnSp>
        <p:nvCxnSpPr>
          <p:cNvPr id="13" name="Straight Arrow Connector 12">
            <a:extLst>
              <a:ext uri="{FF2B5EF4-FFF2-40B4-BE49-F238E27FC236}">
                <a16:creationId xmlns:a16="http://schemas.microsoft.com/office/drawing/2014/main" id="{1722D37D-01EB-3DE1-A8C2-E03FCB8212E5}"/>
              </a:ext>
            </a:extLst>
          </p:cNvPr>
          <p:cNvCxnSpPr>
            <a:stCxn id="3" idx="5"/>
          </p:cNvCxnSpPr>
          <p:nvPr/>
        </p:nvCxnSpPr>
        <p:spPr>
          <a:xfrm>
            <a:off x="2405648" y="2568836"/>
            <a:ext cx="831328" cy="3481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8E901E9B-E3EF-E95B-4E76-8EDD03ED3DE7}"/>
              </a:ext>
            </a:extLst>
          </p:cNvPr>
          <p:cNvCxnSpPr>
            <a:cxnSpLocks/>
          </p:cNvCxnSpPr>
          <p:nvPr/>
        </p:nvCxnSpPr>
        <p:spPr>
          <a:xfrm>
            <a:off x="5062714" y="3543803"/>
            <a:ext cx="1075051" cy="6722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0CF159C-3DFF-0AA3-F492-DA562F1B0A1D}"/>
              </a:ext>
            </a:extLst>
          </p:cNvPr>
          <p:cNvCxnSpPr>
            <a:cxnSpLocks/>
          </p:cNvCxnSpPr>
          <p:nvPr/>
        </p:nvCxnSpPr>
        <p:spPr>
          <a:xfrm>
            <a:off x="7719780" y="4518770"/>
            <a:ext cx="1250484" cy="10224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2509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EB9D57D2-4916-27B7-E853-A3FAE711871A}"/>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4621B04A-A1AE-A6AE-C593-B1996C548B63}"/>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5D3563C-FEDE-029D-D3D9-B51FB9AF6271}"/>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34BE328-A85E-B35C-1165-27F3F4F6475D}"/>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8AD3449-A738-F737-853D-ABFDA3123AC4}"/>
              </a:ext>
            </a:extLst>
          </p:cNvPr>
          <p:cNvSpPr/>
          <p:nvPr/>
        </p:nvSpPr>
        <p:spPr>
          <a:xfrm>
            <a:off x="825243" y="1120703"/>
            <a:ext cx="10296411" cy="5550244"/>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endParaRPr lang="en-US" sz="2800" dirty="0">
              <a:solidFill>
                <a:schemeClr val="bg1"/>
              </a:solidFill>
              <a:latin typeface="Bahnschrift" panose="020B0502040204020203" pitchFamily="34" charset="0"/>
            </a:endParaRPr>
          </a:p>
          <a:p>
            <a:pPr marL="457200" indent="-457200">
              <a:spcBef>
                <a:spcPts val="1200"/>
              </a:spcBef>
              <a:buFont typeface="Arial" panose="020B0604020202020204" pitchFamily="34" charset="0"/>
              <a:buChar char="•"/>
            </a:pPr>
            <a:endParaRPr lang="en-US" sz="2800" dirty="0">
              <a:solidFill>
                <a:schemeClr val="bg1"/>
              </a:solidFill>
              <a:latin typeface="Bahnschrift" panose="020B0502040204020203" pitchFamily="34" charset="0"/>
            </a:endParaRP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So far we’ve discussed the vulnerability stage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Today, we’ll be discussing the exploit stage of this process</a:t>
            </a:r>
          </a:p>
        </p:txBody>
      </p:sp>
      <p:sp>
        <p:nvSpPr>
          <p:cNvPr id="5" name="Rectangle 4">
            <a:extLst>
              <a:ext uri="{FF2B5EF4-FFF2-40B4-BE49-F238E27FC236}">
                <a16:creationId xmlns:a16="http://schemas.microsoft.com/office/drawing/2014/main" id="{185C485A-AC77-11CA-D13B-E99C512BCD79}"/>
              </a:ext>
            </a:extLst>
          </p:cNvPr>
          <p:cNvSpPr/>
          <p:nvPr/>
        </p:nvSpPr>
        <p:spPr>
          <a:xfrm>
            <a:off x="-116043" y="187053"/>
            <a:ext cx="4596603"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GENERAL FLOW</a:t>
            </a:r>
          </a:p>
        </p:txBody>
      </p:sp>
      <p:sp>
        <p:nvSpPr>
          <p:cNvPr id="3" name="Oval 2">
            <a:extLst>
              <a:ext uri="{FF2B5EF4-FFF2-40B4-BE49-F238E27FC236}">
                <a16:creationId xmlns:a16="http://schemas.microsoft.com/office/drawing/2014/main" id="{7D7275B8-498C-5F6E-4490-4DD1AADA1281}"/>
              </a:ext>
            </a:extLst>
          </p:cNvPr>
          <p:cNvSpPr/>
          <p:nvPr/>
        </p:nvSpPr>
        <p:spPr>
          <a:xfrm>
            <a:off x="862585" y="1293743"/>
            <a:ext cx="2019445" cy="71794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Vulnerability</a:t>
            </a:r>
          </a:p>
        </p:txBody>
      </p:sp>
      <p:sp>
        <p:nvSpPr>
          <p:cNvPr id="4" name="Oval 3">
            <a:extLst>
              <a:ext uri="{FF2B5EF4-FFF2-40B4-BE49-F238E27FC236}">
                <a16:creationId xmlns:a16="http://schemas.microsoft.com/office/drawing/2014/main" id="{AE8BB232-4FA6-98E7-E644-A34E06D2F67A}"/>
              </a:ext>
            </a:extLst>
          </p:cNvPr>
          <p:cNvSpPr/>
          <p:nvPr/>
        </p:nvSpPr>
        <p:spPr>
          <a:xfrm>
            <a:off x="3268011" y="1375881"/>
            <a:ext cx="1325399" cy="6813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Exploit</a:t>
            </a:r>
          </a:p>
        </p:txBody>
      </p:sp>
      <p:sp>
        <p:nvSpPr>
          <p:cNvPr id="6" name="Oval 5">
            <a:extLst>
              <a:ext uri="{FF2B5EF4-FFF2-40B4-BE49-F238E27FC236}">
                <a16:creationId xmlns:a16="http://schemas.microsoft.com/office/drawing/2014/main" id="{DC08FC76-368A-A96A-CCCB-1265CE2E342D}"/>
              </a:ext>
            </a:extLst>
          </p:cNvPr>
          <p:cNvSpPr/>
          <p:nvPr/>
        </p:nvSpPr>
        <p:spPr>
          <a:xfrm>
            <a:off x="4976660" y="1429629"/>
            <a:ext cx="1517915" cy="5738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Impact</a:t>
            </a:r>
          </a:p>
        </p:txBody>
      </p:sp>
      <p:sp>
        <p:nvSpPr>
          <p:cNvPr id="10" name="Oval 9">
            <a:extLst>
              <a:ext uri="{FF2B5EF4-FFF2-40B4-BE49-F238E27FC236}">
                <a16:creationId xmlns:a16="http://schemas.microsoft.com/office/drawing/2014/main" id="{387C999C-F348-FCF0-2AA5-28876620B827}"/>
              </a:ext>
            </a:extLst>
          </p:cNvPr>
          <p:cNvSpPr/>
          <p:nvPr/>
        </p:nvSpPr>
        <p:spPr>
          <a:xfrm>
            <a:off x="7093565" y="1398408"/>
            <a:ext cx="1481208" cy="5738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Defense</a:t>
            </a:r>
          </a:p>
        </p:txBody>
      </p:sp>
      <p:cxnSp>
        <p:nvCxnSpPr>
          <p:cNvPr id="13" name="Straight Arrow Connector 12">
            <a:extLst>
              <a:ext uri="{FF2B5EF4-FFF2-40B4-BE49-F238E27FC236}">
                <a16:creationId xmlns:a16="http://schemas.microsoft.com/office/drawing/2014/main" id="{E2160065-289A-E0FF-C966-1BE2F2311EE4}"/>
              </a:ext>
            </a:extLst>
          </p:cNvPr>
          <p:cNvCxnSpPr>
            <a:cxnSpLocks/>
            <a:stCxn id="3" idx="6"/>
            <a:endCxn id="4" idx="2"/>
          </p:cNvCxnSpPr>
          <p:nvPr/>
        </p:nvCxnSpPr>
        <p:spPr>
          <a:xfrm>
            <a:off x="2882030" y="1652718"/>
            <a:ext cx="385981" cy="638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2D12FF2-4102-9D3A-434C-78785F9E4767}"/>
              </a:ext>
            </a:extLst>
          </p:cNvPr>
          <p:cNvCxnSpPr>
            <a:cxnSpLocks/>
            <a:stCxn id="4" idx="6"/>
            <a:endCxn id="6" idx="2"/>
          </p:cNvCxnSpPr>
          <p:nvPr/>
        </p:nvCxnSpPr>
        <p:spPr>
          <a:xfrm>
            <a:off x="4593410" y="1716579"/>
            <a:ext cx="3832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48FAF76-83E3-C303-9C6D-09DD7647636B}"/>
              </a:ext>
            </a:extLst>
          </p:cNvPr>
          <p:cNvCxnSpPr>
            <a:cxnSpLocks/>
            <a:stCxn id="6" idx="6"/>
            <a:endCxn id="10" idx="2"/>
          </p:cNvCxnSpPr>
          <p:nvPr/>
        </p:nvCxnSpPr>
        <p:spPr>
          <a:xfrm flipV="1">
            <a:off x="6494575" y="1685358"/>
            <a:ext cx="598990" cy="312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9327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0DC10AE4-FB86-12C8-63FD-1A894A75BFE1}"/>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FF08845E-70A9-CF3F-EB9C-C2F469DDEF2A}"/>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A2CE50E-1D08-60D2-1A47-0554080C602A}"/>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F325A4C-5EF4-8E55-DABA-3AE5C7BA129A}"/>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4C9A6BA-DBB3-3663-566B-C9645458AD1B}"/>
              </a:ext>
            </a:extLst>
          </p:cNvPr>
          <p:cNvSpPr/>
          <p:nvPr/>
        </p:nvSpPr>
        <p:spPr>
          <a:xfrm>
            <a:off x="825243" y="1120703"/>
            <a:ext cx="10296411" cy="5550244"/>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Let’s look at a couple of techniques that can be used to perform targeted breaches on systems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SQL Injection</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Cross Site Scripting</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Buffer Overflow</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Password Cracking/Credential Attacks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Exploit Development</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Malware Deployment</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Privilege Escalation</a:t>
            </a:r>
          </a:p>
        </p:txBody>
      </p:sp>
      <p:sp>
        <p:nvSpPr>
          <p:cNvPr id="5" name="Rectangle 4">
            <a:extLst>
              <a:ext uri="{FF2B5EF4-FFF2-40B4-BE49-F238E27FC236}">
                <a16:creationId xmlns:a16="http://schemas.microsoft.com/office/drawing/2014/main" id="{1174DF84-9B42-4579-F69C-B77567ADF987}"/>
              </a:ext>
            </a:extLst>
          </p:cNvPr>
          <p:cNvSpPr/>
          <p:nvPr/>
        </p:nvSpPr>
        <p:spPr>
          <a:xfrm>
            <a:off x="-280360" y="187053"/>
            <a:ext cx="6253808"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TARGETED BREACHING</a:t>
            </a:r>
          </a:p>
        </p:txBody>
      </p:sp>
    </p:spTree>
    <p:extLst>
      <p:ext uri="{BB962C8B-B14F-4D97-AF65-F5344CB8AC3E}">
        <p14:creationId xmlns:p14="http://schemas.microsoft.com/office/powerpoint/2010/main" val="2339566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06E6B913-2B72-126B-19A8-49F1049759DE}"/>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F8659616-A15A-B93B-F51F-2D9F404BE108}"/>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E713402-11FA-7F40-55E3-F972869D5ADA}"/>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E4A14D3-304B-1993-54DB-75D6647F02D7}"/>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39AC7C9-C979-2DEE-21E3-405CDF727D79}"/>
              </a:ext>
            </a:extLst>
          </p:cNvPr>
          <p:cNvSpPr/>
          <p:nvPr/>
        </p:nvSpPr>
        <p:spPr>
          <a:xfrm>
            <a:off x="825243" y="1120703"/>
            <a:ext cx="10296411" cy="5550244"/>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a:solidFill>
                  <a:schemeClr val="accent1">
                    <a:lumMod val="40000"/>
                    <a:lumOff val="60000"/>
                  </a:schemeClr>
                </a:solidFill>
                <a:latin typeface="Bahnschrift" panose="020B0502040204020203" pitchFamily="34" charset="0"/>
              </a:rPr>
              <a:t>SQL Injection </a:t>
            </a:r>
            <a:r>
              <a:rPr lang="en-US" sz="2800" dirty="0">
                <a:solidFill>
                  <a:schemeClr val="bg1"/>
                </a:solidFill>
                <a:latin typeface="Bahnschrift" panose="020B0502040204020203" pitchFamily="34" charset="0"/>
              </a:rPr>
              <a:t>– attacker inputs SQL code into user input field that gets added to database query allowing data retrieval, modification, or deletion</a:t>
            </a:r>
          </a:p>
        </p:txBody>
      </p:sp>
      <p:sp>
        <p:nvSpPr>
          <p:cNvPr id="5" name="Rectangle 4">
            <a:extLst>
              <a:ext uri="{FF2B5EF4-FFF2-40B4-BE49-F238E27FC236}">
                <a16:creationId xmlns:a16="http://schemas.microsoft.com/office/drawing/2014/main" id="{99045F63-9CCA-D7BC-17DD-86B87483DD41}"/>
              </a:ext>
            </a:extLst>
          </p:cNvPr>
          <p:cNvSpPr/>
          <p:nvPr/>
        </p:nvSpPr>
        <p:spPr>
          <a:xfrm>
            <a:off x="-97480" y="187053"/>
            <a:ext cx="4267144"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SQL INJECTION</a:t>
            </a:r>
          </a:p>
        </p:txBody>
      </p:sp>
      <p:pic>
        <p:nvPicPr>
          <p:cNvPr id="3" name="Picture 2" descr="A computer screen shot of a computer screen&#10;&#10;AI-generated content may be incorrect.">
            <a:extLst>
              <a:ext uri="{FF2B5EF4-FFF2-40B4-BE49-F238E27FC236}">
                <a16:creationId xmlns:a16="http://schemas.microsoft.com/office/drawing/2014/main" id="{CF840CB6-47CE-1F03-77B0-53067325E600}"/>
              </a:ext>
            </a:extLst>
          </p:cNvPr>
          <p:cNvPicPr>
            <a:picLocks noChangeAspect="1"/>
          </p:cNvPicPr>
          <p:nvPr/>
        </p:nvPicPr>
        <p:blipFill>
          <a:blip r:embed="rId2">
            <a:extLst>
              <a:ext uri="{28A0092B-C50C-407E-A947-70E740481C1C}">
                <a14:useLocalDpi xmlns:a14="http://schemas.microsoft.com/office/drawing/2010/main" val="0"/>
              </a:ext>
            </a:extLst>
          </a:blip>
          <a:srcRect t="18291"/>
          <a:stretch>
            <a:fillRect/>
          </a:stretch>
        </p:blipFill>
        <p:spPr>
          <a:xfrm>
            <a:off x="3117430" y="2705604"/>
            <a:ext cx="5957140" cy="3654447"/>
          </a:xfrm>
          <a:prstGeom prst="rect">
            <a:avLst/>
          </a:prstGeom>
        </p:spPr>
      </p:pic>
    </p:spTree>
    <p:extLst>
      <p:ext uri="{BB962C8B-B14F-4D97-AF65-F5344CB8AC3E}">
        <p14:creationId xmlns:p14="http://schemas.microsoft.com/office/powerpoint/2010/main" val="197334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3696E09D-D8E6-BBDB-5DFC-1E42C7626258}"/>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9A92F62B-6172-78C1-64BC-E63A189C053D}"/>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A4766C0-6FED-6CF0-5C27-B3D19B25F8E3}"/>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4E78630-191F-2829-CA70-23DD0094F87C}"/>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0FBF5CB-7F89-E0A4-54BD-47342F6AA60F}"/>
              </a:ext>
            </a:extLst>
          </p:cNvPr>
          <p:cNvSpPr/>
          <p:nvPr/>
        </p:nvSpPr>
        <p:spPr>
          <a:xfrm>
            <a:off x="825243" y="1120703"/>
            <a:ext cx="10296411" cy="5550244"/>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Detection:</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Unexpected database errors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Abnormal query patters in Database logs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Unauthorized data returned </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Mitigation</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Use </a:t>
            </a:r>
            <a:r>
              <a:rPr lang="en-US" sz="2800" b="1" i="1" dirty="0">
                <a:solidFill>
                  <a:schemeClr val="accent1">
                    <a:lumMod val="40000"/>
                    <a:lumOff val="60000"/>
                  </a:schemeClr>
                </a:solidFill>
                <a:latin typeface="Bahnschrift" panose="020B0502040204020203" pitchFamily="34" charset="0"/>
              </a:rPr>
              <a:t>parameterized queries </a:t>
            </a:r>
            <a:r>
              <a:rPr lang="en-US" sz="2800" dirty="0">
                <a:solidFill>
                  <a:schemeClr val="bg1"/>
                </a:solidFill>
                <a:latin typeface="Bahnschrift" panose="020B0502040204020203" pitchFamily="34" charset="0"/>
              </a:rPr>
              <a:t>(placeholders instead of directly embedding user input)</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Input validation (check for keywords)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Ensure users are only allowed to use database with low level privileges</a:t>
            </a:r>
          </a:p>
        </p:txBody>
      </p:sp>
      <p:sp>
        <p:nvSpPr>
          <p:cNvPr id="5" name="Rectangle 4">
            <a:extLst>
              <a:ext uri="{FF2B5EF4-FFF2-40B4-BE49-F238E27FC236}">
                <a16:creationId xmlns:a16="http://schemas.microsoft.com/office/drawing/2014/main" id="{D26279BE-DEC1-063C-A32D-0AD3429A1828}"/>
              </a:ext>
            </a:extLst>
          </p:cNvPr>
          <p:cNvSpPr/>
          <p:nvPr/>
        </p:nvSpPr>
        <p:spPr>
          <a:xfrm>
            <a:off x="-97480" y="187053"/>
            <a:ext cx="4267144"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SQL INJECTION</a:t>
            </a:r>
          </a:p>
        </p:txBody>
      </p:sp>
    </p:spTree>
    <p:extLst>
      <p:ext uri="{BB962C8B-B14F-4D97-AF65-F5344CB8AC3E}">
        <p14:creationId xmlns:p14="http://schemas.microsoft.com/office/powerpoint/2010/main" val="1287147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1685D80D-DC25-B057-9D97-14CD6BD4D90A}"/>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1A28C3B0-632F-1AD9-20F3-B0A956865201}"/>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46D4B61-1DF2-2D15-27BB-43C8B9233230}"/>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73C2268-4B50-59E2-C9BF-52C3B60C04CB}"/>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3FA7F02-B937-6199-8027-1CE16ECCEABE}"/>
              </a:ext>
            </a:extLst>
          </p:cNvPr>
          <p:cNvSpPr/>
          <p:nvPr/>
        </p:nvSpPr>
        <p:spPr>
          <a:xfrm>
            <a:off x="797811" y="1120703"/>
            <a:ext cx="10296411" cy="5550244"/>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a:solidFill>
                  <a:schemeClr val="accent1">
                    <a:lumMod val="40000"/>
                    <a:lumOff val="60000"/>
                  </a:schemeClr>
                </a:solidFill>
                <a:latin typeface="Bahnschrift" panose="020B0502040204020203" pitchFamily="34" charset="0"/>
              </a:rPr>
              <a:t>Cross Site Scripting (XSS) </a:t>
            </a:r>
            <a:r>
              <a:rPr lang="en-US" sz="2800" dirty="0">
                <a:solidFill>
                  <a:schemeClr val="bg1"/>
                </a:solidFill>
                <a:latin typeface="Bahnschrift" panose="020B0502040204020203" pitchFamily="34" charset="0"/>
              </a:rPr>
              <a:t>– malicious scripts are injected into web pages that are then run in other user’s browsers, enabling session theft or targeted phishing</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we use the following URL: </a:t>
            </a:r>
            <a:r>
              <a:rPr lang="en-US" dirty="0">
                <a:solidFill>
                  <a:schemeClr val="accent1">
                    <a:lumMod val="40000"/>
                    <a:lumOff val="60000"/>
                  </a:schemeClr>
                </a:solidFill>
                <a:hlinkClick r:id="rId2">
                  <a:extLst>
                    <a:ext uri="{A12FA001-AC4F-418D-AE19-62706E023703}">
                      <ahyp:hlinkClr xmlns:ahyp="http://schemas.microsoft.com/office/drawing/2018/hyperlinkcolor" val="tx"/>
                    </a:ext>
                  </a:extLst>
                </a:hlinkClick>
              </a:rPr>
              <a:t>https://xss.benstafford.dev/attack1.html</a:t>
            </a:r>
            <a:r>
              <a:rPr lang="en-US" b="1" dirty="0">
                <a:solidFill>
                  <a:schemeClr val="accent1">
                    <a:lumMod val="40000"/>
                    <a:lumOff val="60000"/>
                  </a:schemeClr>
                </a:solidFill>
                <a:hlinkClick r:id="rId2">
                  <a:extLst>
                    <a:ext uri="{A12FA001-AC4F-418D-AE19-62706E023703}">
                      <ahyp:hlinkClr xmlns:ahyp="http://schemas.microsoft.com/office/drawing/2018/hyperlinkcolor" val="tx"/>
                    </a:ext>
                  </a:extLst>
                </a:hlinkClick>
              </a:rPr>
              <a:t>?username=John%20Smith</a:t>
            </a:r>
            <a:r>
              <a:rPr lang="en-US" dirty="0">
                <a:solidFill>
                  <a:schemeClr val="accent1">
                    <a:lumMod val="40000"/>
                    <a:lumOff val="60000"/>
                  </a:schemeClr>
                </a:solidFill>
                <a:hlinkClick r:id="rId2">
                  <a:extLst>
                    <a:ext uri="{A12FA001-AC4F-418D-AE19-62706E023703}">
                      <ahyp:hlinkClr xmlns:ahyp="http://schemas.microsoft.com/office/drawing/2018/hyperlinkcolor" val="tx"/>
                    </a:ext>
                  </a:extLst>
                </a:hlinkClick>
              </a:rPr>
              <a:t> </a:t>
            </a:r>
            <a:endParaRPr lang="en-US" dirty="0">
              <a:solidFill>
                <a:schemeClr val="accent1">
                  <a:lumMod val="40000"/>
                  <a:lumOff val="60000"/>
                </a:schemeClr>
              </a:solidFill>
            </a:endParaRP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Notice the username John Smith in the URL that gets displayed on the webpages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We can replace this with other HTML code, such as the following URL which displays a message</a:t>
            </a:r>
          </a:p>
          <a:p>
            <a:pPr marL="914400" lvl="1" indent="-457200">
              <a:spcBef>
                <a:spcPts val="1200"/>
              </a:spcBef>
              <a:buFont typeface="Arial" panose="020B0604020202020204" pitchFamily="34" charset="0"/>
              <a:buChar char="•"/>
            </a:pPr>
            <a:r>
              <a:rPr lang="en-US" dirty="0">
                <a:solidFill>
                  <a:srgbClr val="96607D"/>
                </a:solidFill>
                <a:hlinkClick r:id="rId3">
                  <a:extLst>
                    <a:ext uri="{A12FA001-AC4F-418D-AE19-62706E023703}">
                      <ahyp:hlinkClr xmlns:ahyp="http://schemas.microsoft.com/office/drawing/2018/hyperlinkcolor" val="tx"/>
                    </a:ext>
                  </a:extLst>
                </a:hlinkClick>
              </a:rPr>
              <a:t>https://xss.benstafford.dev/attack1.html</a:t>
            </a:r>
            <a:r>
              <a:rPr lang="en-US" b="1" dirty="0">
                <a:solidFill>
                  <a:srgbClr val="96607D"/>
                </a:solidFill>
                <a:hlinkClick r:id="rId3">
                  <a:extLst>
                    <a:ext uri="{A12FA001-AC4F-418D-AE19-62706E023703}">
                      <ahyp:hlinkClr xmlns:ahyp="http://schemas.microsoft.com/office/drawing/2018/hyperlinkcolor" val="tx"/>
                    </a:ext>
                  </a:extLst>
                </a:hlinkClick>
              </a:rPr>
              <a:t>?username= </a:t>
            </a:r>
            <a:r>
              <a:rPr lang="en-US" dirty="0">
                <a:solidFill>
                  <a:srgbClr val="96607D"/>
                </a:solidFill>
                <a:hlinkClick r:id="rId3">
                  <a:extLst>
                    <a:ext uri="{A12FA001-AC4F-418D-AE19-62706E023703}">
                      <ahyp:hlinkClr xmlns:ahyp="http://schemas.microsoft.com/office/drawing/2018/hyperlinkcolor" val="tx"/>
                    </a:ext>
                  </a:extLst>
                </a:hlinkClick>
              </a:rPr>
              <a:t>&lt;</a:t>
            </a:r>
            <a:r>
              <a:rPr lang="en-US" dirty="0" err="1">
                <a:solidFill>
                  <a:srgbClr val="96607D"/>
                </a:solidFill>
                <a:hlinkClick r:id="rId3">
                  <a:extLst>
                    <a:ext uri="{A12FA001-AC4F-418D-AE19-62706E023703}">
                      <ahyp:hlinkClr xmlns:ahyp="http://schemas.microsoft.com/office/drawing/2018/hyperlinkcolor" val="tx"/>
                    </a:ext>
                  </a:extLst>
                </a:hlinkClick>
              </a:rPr>
              <a:t>img</a:t>
            </a:r>
            <a:r>
              <a:rPr lang="en-US" dirty="0">
                <a:solidFill>
                  <a:srgbClr val="96607D"/>
                </a:solidFill>
                <a:hlinkClick r:id="rId3">
                  <a:extLst>
                    <a:ext uri="{A12FA001-AC4F-418D-AE19-62706E023703}">
                      <ahyp:hlinkClr xmlns:ahyp="http://schemas.microsoft.com/office/drawing/2018/hyperlinkcolor" val="tx"/>
                    </a:ext>
                  </a:extLst>
                </a:hlinkClick>
              </a:rPr>
              <a:t> </a:t>
            </a:r>
            <a:r>
              <a:rPr lang="en-US" dirty="0" err="1">
                <a:solidFill>
                  <a:srgbClr val="96607D"/>
                </a:solidFill>
                <a:hlinkClick r:id="rId3">
                  <a:extLst>
                    <a:ext uri="{A12FA001-AC4F-418D-AE19-62706E023703}">
                      <ahyp:hlinkClr xmlns:ahyp="http://schemas.microsoft.com/office/drawing/2018/hyperlinkcolor" val="tx"/>
                    </a:ext>
                  </a:extLst>
                </a:hlinkClick>
              </a:rPr>
              <a:t>src</a:t>
            </a:r>
            <a:r>
              <a:rPr lang="en-US" dirty="0">
                <a:solidFill>
                  <a:srgbClr val="96607D"/>
                </a:solidFill>
                <a:hlinkClick r:id="rId3">
                  <a:extLst>
                    <a:ext uri="{A12FA001-AC4F-418D-AE19-62706E023703}">
                      <ahyp:hlinkClr xmlns:ahyp="http://schemas.microsoft.com/office/drawing/2018/hyperlinkcolor" val="tx"/>
                    </a:ext>
                  </a:extLst>
                </a:hlinkClick>
              </a:rPr>
              <a:t>="lmao" </a:t>
            </a:r>
            <a:r>
              <a:rPr lang="en-US" dirty="0" err="1">
                <a:solidFill>
                  <a:srgbClr val="96607D"/>
                </a:solidFill>
                <a:hlinkClick r:id="rId3">
                  <a:extLst>
                    <a:ext uri="{A12FA001-AC4F-418D-AE19-62706E023703}">
                      <ahyp:hlinkClr xmlns:ahyp="http://schemas.microsoft.com/office/drawing/2018/hyperlinkcolor" val="tx"/>
                    </a:ext>
                  </a:extLst>
                </a:hlinkClick>
              </a:rPr>
              <a:t>onerror</a:t>
            </a:r>
            <a:r>
              <a:rPr lang="en-US" dirty="0">
                <a:solidFill>
                  <a:srgbClr val="96607D"/>
                </a:solidFill>
                <a:hlinkClick r:id="rId3">
                  <a:extLst>
                    <a:ext uri="{A12FA001-AC4F-418D-AE19-62706E023703}">
                      <ahyp:hlinkClr xmlns:ahyp="http://schemas.microsoft.com/office/drawing/2018/hyperlinkcolor" val="tx"/>
                    </a:ext>
                  </a:extLst>
                </a:hlinkClick>
              </a:rPr>
              <a:t>="alert('</a:t>
            </a:r>
            <a:r>
              <a:rPr lang="en-US" dirty="0" err="1">
                <a:solidFill>
                  <a:srgbClr val="96607D"/>
                </a:solidFill>
                <a:hlinkClick r:id="rId3">
                  <a:extLst>
                    <a:ext uri="{A12FA001-AC4F-418D-AE19-62706E023703}">
                      <ahyp:hlinkClr xmlns:ahyp="http://schemas.microsoft.com/office/drawing/2018/hyperlinkcolor" val="tx"/>
                    </a:ext>
                  </a:extLst>
                </a:hlinkClick>
              </a:rPr>
              <a:t>xss</a:t>
            </a:r>
            <a:r>
              <a:rPr lang="en-US" dirty="0">
                <a:solidFill>
                  <a:schemeClr val="accent1">
                    <a:lumMod val="40000"/>
                    <a:lumOff val="60000"/>
                  </a:schemeClr>
                </a:solidFill>
                <a:hlinkClick r:id="rId3">
                  <a:extLst>
                    <a:ext uri="{A12FA001-AC4F-418D-AE19-62706E023703}">
                      <ahyp:hlinkClr xmlns:ahyp="http://schemas.microsoft.com/office/drawing/2018/hyperlinkcolor" val="tx"/>
                    </a:ext>
                  </a:extLst>
                </a:hlinkClick>
              </a:rPr>
              <a:t> executed!')"&gt;</a:t>
            </a:r>
            <a:r>
              <a:rPr lang="en-US" dirty="0">
                <a:solidFill>
                  <a:schemeClr val="accent1">
                    <a:lumMod val="40000"/>
                    <a:lumOff val="60000"/>
                  </a:schemeClr>
                </a:solidFill>
              </a:rPr>
              <a:t> </a:t>
            </a:r>
            <a:endParaRPr lang="en-US" sz="2800" dirty="0">
              <a:solidFill>
                <a:schemeClr val="accent1">
                  <a:lumMod val="40000"/>
                  <a:lumOff val="60000"/>
                </a:schemeClr>
              </a:solidFill>
              <a:latin typeface="Bahnschrift" panose="020B0502040204020203" pitchFamily="34" charset="0"/>
            </a:endParaRPr>
          </a:p>
        </p:txBody>
      </p:sp>
      <p:sp>
        <p:nvSpPr>
          <p:cNvPr id="5" name="Rectangle 4">
            <a:extLst>
              <a:ext uri="{FF2B5EF4-FFF2-40B4-BE49-F238E27FC236}">
                <a16:creationId xmlns:a16="http://schemas.microsoft.com/office/drawing/2014/main" id="{732A6425-F03B-792A-C330-BC58A23DB2B5}"/>
              </a:ext>
            </a:extLst>
          </p:cNvPr>
          <p:cNvSpPr/>
          <p:nvPr/>
        </p:nvSpPr>
        <p:spPr>
          <a:xfrm>
            <a:off x="-316936" y="187053"/>
            <a:ext cx="6193480"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CROSS SITE SCRIPTING</a:t>
            </a:r>
          </a:p>
        </p:txBody>
      </p:sp>
    </p:spTree>
    <p:extLst>
      <p:ext uri="{BB962C8B-B14F-4D97-AF65-F5344CB8AC3E}">
        <p14:creationId xmlns:p14="http://schemas.microsoft.com/office/powerpoint/2010/main" val="1558731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7384818A-B1DB-E2CB-F0BC-5028BC8DBBDA}"/>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59C05597-D5E4-962F-E0BD-82737EFEAF88}"/>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2CF56F8-DC9F-9A0E-F532-5CCFA700A387}"/>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87FC5B9-0019-C134-C644-1440EC87D02B}"/>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C845B41-F08F-3696-AE60-82BC3B8B1A6F}"/>
              </a:ext>
            </a:extLst>
          </p:cNvPr>
          <p:cNvSpPr/>
          <p:nvPr/>
        </p:nvSpPr>
        <p:spPr>
          <a:xfrm>
            <a:off x="816099" y="1120703"/>
            <a:ext cx="10296411" cy="5550244"/>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And we can then use this trick to have it redirect to a totally different website, maybe impersonating the original site</a:t>
            </a:r>
          </a:p>
          <a:p>
            <a:pPr marL="457200" indent="-457200">
              <a:spcBef>
                <a:spcPts val="1200"/>
              </a:spcBef>
              <a:buFont typeface="Arial" panose="020B0604020202020204" pitchFamily="34" charset="0"/>
              <a:buChar char="•"/>
            </a:pPr>
            <a:r>
              <a:rPr lang="en-US" dirty="0">
                <a:solidFill>
                  <a:srgbClr val="96607D"/>
                </a:solidFill>
                <a:hlinkClick r:id="rId2">
                  <a:extLst>
                    <a:ext uri="{A12FA001-AC4F-418D-AE19-62706E023703}">
                      <ahyp:hlinkClr xmlns:ahyp="http://schemas.microsoft.com/office/drawing/2018/hyperlinkcolor" val="tx"/>
                    </a:ext>
                  </a:extLst>
                </a:hlinkClick>
              </a:rPr>
              <a:t>https://xss.benstafford.dev/attack1.html</a:t>
            </a:r>
            <a:r>
              <a:rPr lang="en-US" b="1" dirty="0">
                <a:solidFill>
                  <a:srgbClr val="96607D"/>
                </a:solidFill>
                <a:hlinkClick r:id="rId2">
                  <a:extLst>
                    <a:ext uri="{A12FA001-AC4F-418D-AE19-62706E023703}">
                      <ahyp:hlinkClr xmlns:ahyp="http://schemas.microsoft.com/office/drawing/2018/hyperlinkcolor" val="tx"/>
                    </a:ext>
                  </a:extLst>
                </a:hlinkClick>
              </a:rPr>
              <a:t>?username=</a:t>
            </a:r>
            <a:r>
              <a:rPr lang="en-US" dirty="0">
                <a:solidFill>
                  <a:srgbClr val="96607D"/>
                </a:solidFill>
                <a:hlinkClick r:id="rId2">
                  <a:extLst>
                    <a:ext uri="{A12FA001-AC4F-418D-AE19-62706E023703}">
                      <ahyp:hlinkClr xmlns:ahyp="http://schemas.microsoft.com/office/drawing/2018/hyperlinkcolor" val="tx"/>
                    </a:ext>
                  </a:extLst>
                </a:hlinkClick>
              </a:rPr>
              <a:t> &lt;</a:t>
            </a:r>
            <a:r>
              <a:rPr lang="en-US" dirty="0" err="1">
                <a:solidFill>
                  <a:srgbClr val="96607D"/>
                </a:solidFill>
                <a:hlinkClick r:id="rId2">
                  <a:extLst>
                    <a:ext uri="{A12FA001-AC4F-418D-AE19-62706E023703}">
                      <ahyp:hlinkClr xmlns:ahyp="http://schemas.microsoft.com/office/drawing/2018/hyperlinkcolor" val="tx"/>
                    </a:ext>
                  </a:extLst>
                </a:hlinkClick>
              </a:rPr>
              <a:t>img</a:t>
            </a:r>
            <a:r>
              <a:rPr lang="en-US" dirty="0">
                <a:solidFill>
                  <a:srgbClr val="96607D"/>
                </a:solidFill>
                <a:hlinkClick r:id="rId2">
                  <a:extLst>
                    <a:ext uri="{A12FA001-AC4F-418D-AE19-62706E023703}">
                      <ahyp:hlinkClr xmlns:ahyp="http://schemas.microsoft.com/office/drawing/2018/hyperlinkcolor" val="tx"/>
                    </a:ext>
                  </a:extLst>
                </a:hlinkClick>
              </a:rPr>
              <a:t> </a:t>
            </a:r>
            <a:r>
              <a:rPr lang="en-US" dirty="0" err="1">
                <a:solidFill>
                  <a:srgbClr val="96607D"/>
                </a:solidFill>
                <a:hlinkClick r:id="rId2">
                  <a:extLst>
                    <a:ext uri="{A12FA001-AC4F-418D-AE19-62706E023703}">
                      <ahyp:hlinkClr xmlns:ahyp="http://schemas.microsoft.com/office/drawing/2018/hyperlinkcolor" val="tx"/>
                    </a:ext>
                  </a:extLst>
                </a:hlinkClick>
              </a:rPr>
              <a:t>src</a:t>
            </a:r>
            <a:r>
              <a:rPr lang="en-US" dirty="0">
                <a:solidFill>
                  <a:srgbClr val="96607D"/>
                </a:solidFill>
                <a:hlinkClick r:id="rId2">
                  <a:extLst>
                    <a:ext uri="{A12FA001-AC4F-418D-AE19-62706E023703}">
                      <ahyp:hlinkClr xmlns:ahyp="http://schemas.microsoft.com/office/drawing/2018/hyperlinkcolor" val="tx"/>
                    </a:ext>
                  </a:extLst>
                </a:hlinkClick>
              </a:rPr>
              <a:t>="evil" </a:t>
            </a:r>
            <a:r>
              <a:rPr lang="en-US" dirty="0" err="1">
                <a:solidFill>
                  <a:srgbClr val="96607D"/>
                </a:solidFill>
                <a:hlinkClick r:id="rId2">
                  <a:extLst>
                    <a:ext uri="{A12FA001-AC4F-418D-AE19-62706E023703}">
                      <ahyp:hlinkClr xmlns:ahyp="http://schemas.microsoft.com/office/drawing/2018/hyperlinkcolor" val="tx"/>
                    </a:ext>
                  </a:extLst>
                </a:hlinkClick>
              </a:rPr>
              <a:t>onerror</a:t>
            </a:r>
            <a:r>
              <a:rPr lang="en-US" dirty="0">
                <a:solidFill>
                  <a:srgbClr val="96607D"/>
                </a:solidFill>
                <a:hlinkClick r:id="rId2">
                  <a:extLst>
                    <a:ext uri="{A12FA001-AC4F-418D-AE19-62706E023703}">
                      <ahyp:hlinkClr xmlns:ahyp="http://schemas.microsoft.com/office/drawing/2018/hyperlinkcolor" val="tx"/>
                    </a:ext>
                  </a:extLst>
                </a:hlinkClick>
              </a:rPr>
              <a:t>="</a:t>
            </a:r>
            <a:r>
              <a:rPr lang="en-US" dirty="0" err="1">
                <a:solidFill>
                  <a:srgbClr val="96607D"/>
                </a:solidFill>
                <a:hlinkClick r:id="rId2">
                  <a:extLst>
                    <a:ext uri="{A12FA001-AC4F-418D-AE19-62706E023703}">
                      <ahyp:hlinkClr xmlns:ahyp="http://schemas.microsoft.com/office/drawing/2018/hyperlinkcolor" val="tx"/>
                    </a:ext>
                  </a:extLst>
                </a:hlinkClick>
              </a:rPr>
              <a:t>location.href</a:t>
            </a:r>
            <a:r>
              <a:rPr lang="en-US" dirty="0">
                <a:solidFill>
                  <a:srgbClr val="96607D"/>
                </a:solidFill>
                <a:hlinkClick r:id="rId2">
                  <a:extLst>
                    <a:ext uri="{A12FA001-AC4F-418D-AE19-62706E023703}">
                      <ahyp:hlinkClr xmlns:ahyp="http://schemas.microsoft.com/office/drawing/2018/hyperlinkcolor" val="tx"/>
                    </a:ext>
                  </a:extLst>
                </a:hlinkClick>
              </a:rPr>
              <a:t> = 'https://youtube.com/</a:t>
            </a:r>
            <a:r>
              <a:rPr lang="en-US" dirty="0" err="1">
                <a:solidFill>
                  <a:srgbClr val="96607D"/>
                </a:solidFill>
                <a:hlinkClick r:id="rId2">
                  <a:extLst>
                    <a:ext uri="{A12FA001-AC4F-418D-AE19-62706E023703}">
                      <ahyp:hlinkClr xmlns:ahyp="http://schemas.microsoft.com/office/drawing/2018/hyperlinkcolor" val="tx"/>
                    </a:ext>
                  </a:extLst>
                </a:hlinkClick>
              </a:rPr>
              <a:t>watch?v</a:t>
            </a:r>
            <a:r>
              <a:rPr lang="en-US" dirty="0">
                <a:solidFill>
                  <a:schemeClr val="accent1">
                    <a:lumMod val="40000"/>
                    <a:lumOff val="60000"/>
                  </a:schemeClr>
                </a:solidFill>
                <a:hlinkClick r:id="rId2">
                  <a:extLst>
                    <a:ext uri="{A12FA001-AC4F-418D-AE19-62706E023703}">
                      <ahyp:hlinkClr xmlns:ahyp="http://schemas.microsoft.com/office/drawing/2018/hyperlinkcolor" val="tx"/>
                    </a:ext>
                  </a:extLst>
                </a:hlinkClick>
              </a:rPr>
              <a:t>=dQw4w9WgXcQ’”&gt; </a:t>
            </a:r>
            <a:endParaRPr lang="en-US" dirty="0">
              <a:solidFill>
                <a:schemeClr val="accent1">
                  <a:lumMod val="40000"/>
                  <a:lumOff val="60000"/>
                </a:schemeClr>
              </a:solidFill>
            </a:endParaRP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We can utilize this power also to steal the cookie that a browser has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The cookie can store login information, and if we steal one and load it up, we will be logged into the account of the person we stole it from (session hijacking)</a:t>
            </a:r>
          </a:p>
        </p:txBody>
      </p:sp>
      <p:sp>
        <p:nvSpPr>
          <p:cNvPr id="5" name="Rectangle 4">
            <a:extLst>
              <a:ext uri="{FF2B5EF4-FFF2-40B4-BE49-F238E27FC236}">
                <a16:creationId xmlns:a16="http://schemas.microsoft.com/office/drawing/2014/main" id="{357725EF-0057-6F9C-9CAF-12C31B2C054A}"/>
              </a:ext>
            </a:extLst>
          </p:cNvPr>
          <p:cNvSpPr/>
          <p:nvPr/>
        </p:nvSpPr>
        <p:spPr>
          <a:xfrm>
            <a:off x="-316936" y="187053"/>
            <a:ext cx="6193480"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CROSS SITE SCRIPTING</a:t>
            </a:r>
          </a:p>
        </p:txBody>
      </p:sp>
      <p:pic>
        <p:nvPicPr>
          <p:cNvPr id="3" name="Picture 2">
            <a:extLst>
              <a:ext uri="{FF2B5EF4-FFF2-40B4-BE49-F238E27FC236}">
                <a16:creationId xmlns:a16="http://schemas.microsoft.com/office/drawing/2014/main" id="{39757838-6800-984E-559A-975DE5F3E404}"/>
              </a:ext>
            </a:extLst>
          </p:cNvPr>
          <p:cNvPicPr>
            <a:picLocks noChangeAspect="1"/>
          </p:cNvPicPr>
          <p:nvPr/>
        </p:nvPicPr>
        <p:blipFill>
          <a:blip r:embed="rId3"/>
          <a:stretch>
            <a:fillRect/>
          </a:stretch>
        </p:blipFill>
        <p:spPr>
          <a:xfrm>
            <a:off x="2428911" y="5305676"/>
            <a:ext cx="6895265" cy="1246815"/>
          </a:xfrm>
          <a:prstGeom prst="rect">
            <a:avLst/>
          </a:prstGeom>
        </p:spPr>
      </p:pic>
    </p:spTree>
    <p:extLst>
      <p:ext uri="{BB962C8B-B14F-4D97-AF65-F5344CB8AC3E}">
        <p14:creationId xmlns:p14="http://schemas.microsoft.com/office/powerpoint/2010/main" val="1106818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06D9B9DC-BBA1-99D2-F73C-80235D551386}"/>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60B069E8-2D6E-03C4-FCC5-C009886E0FBB}"/>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C86EDBB-6760-334C-0F10-0912C573138C}"/>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D3DB797-5B0F-FCF2-79FD-7D2B2FE5906D}"/>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C91D95E-4FBC-BE4D-7FF3-83EA8FC15154}"/>
              </a:ext>
            </a:extLst>
          </p:cNvPr>
          <p:cNvSpPr/>
          <p:nvPr/>
        </p:nvSpPr>
        <p:spPr>
          <a:xfrm>
            <a:off x="797811" y="1120703"/>
            <a:ext cx="10296411" cy="5550244"/>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a:solidFill>
                  <a:schemeClr val="accent1">
                    <a:lumMod val="40000"/>
                    <a:lumOff val="60000"/>
                  </a:schemeClr>
                </a:solidFill>
                <a:latin typeface="Bahnschrift" panose="020B0502040204020203" pitchFamily="34" charset="0"/>
              </a:rPr>
              <a:t>Buffer Overflow – </a:t>
            </a:r>
            <a:r>
              <a:rPr lang="en-US" sz="2800" dirty="0">
                <a:solidFill>
                  <a:schemeClr val="bg1"/>
                </a:solidFill>
                <a:latin typeface="Bahnschrift" panose="020B0502040204020203" pitchFamily="34" charset="0"/>
              </a:rPr>
              <a:t>in languages where you must manage memory yourself, you can potentially overwrite memory to change the program flow and execute arbitrary code</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we can override the code running on the hospital’s machine, we can effectively do whatever we want on their computers</a:t>
            </a:r>
          </a:p>
          <a:p>
            <a:pPr marL="1371600" lvl="2"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Delete databases, send information to a different computer, etc.</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Detectable with memory corruption logs or application crashes</a:t>
            </a:r>
            <a:endParaRPr lang="en-US" sz="2800" dirty="0">
              <a:solidFill>
                <a:schemeClr val="accent1">
                  <a:lumMod val="40000"/>
                  <a:lumOff val="60000"/>
                </a:schemeClr>
              </a:solidFill>
              <a:latin typeface="Bahnschrift" panose="020B0502040204020203" pitchFamily="34" charset="0"/>
            </a:endParaRPr>
          </a:p>
        </p:txBody>
      </p:sp>
      <p:sp>
        <p:nvSpPr>
          <p:cNvPr id="5" name="Rectangle 4">
            <a:extLst>
              <a:ext uri="{FF2B5EF4-FFF2-40B4-BE49-F238E27FC236}">
                <a16:creationId xmlns:a16="http://schemas.microsoft.com/office/drawing/2014/main" id="{A47F1D2E-7E72-C0B4-2BF2-3E063B197E33}"/>
              </a:ext>
            </a:extLst>
          </p:cNvPr>
          <p:cNvSpPr/>
          <p:nvPr/>
        </p:nvSpPr>
        <p:spPr>
          <a:xfrm>
            <a:off x="-143200" y="187053"/>
            <a:ext cx="5437576"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BUFFER OVERFLOW</a:t>
            </a:r>
          </a:p>
        </p:txBody>
      </p:sp>
    </p:spTree>
    <p:extLst>
      <p:ext uri="{BB962C8B-B14F-4D97-AF65-F5344CB8AC3E}">
        <p14:creationId xmlns:p14="http://schemas.microsoft.com/office/powerpoint/2010/main" val="185920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03C6C1B8-4048-8A3E-AB92-9F53C43048A2}"/>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D46D0572-910D-8E20-609D-0EE1DA0818C2}"/>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3BA7C27-1545-7B79-75AF-567AF76CCAA6}"/>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C992DBE8-496A-FFEE-0252-35496B93F8E2}"/>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CB8281B-C007-8ED6-97D8-6D2206883E9B}"/>
              </a:ext>
            </a:extLst>
          </p:cNvPr>
          <p:cNvSpPr/>
          <p:nvPr/>
        </p:nvSpPr>
        <p:spPr>
          <a:xfrm>
            <a:off x="85401" y="1120703"/>
            <a:ext cx="4687767" cy="5550244"/>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This can be prevented by checking the bounds of a memory write to make sure it isn’t larger than it is supposed to be</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Patching firmware can also be effective</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Lots of languages automatically manage memory, like Python, so we could also avoid problems that way</a:t>
            </a:r>
          </a:p>
        </p:txBody>
      </p:sp>
      <p:sp>
        <p:nvSpPr>
          <p:cNvPr id="5" name="Rectangle 4">
            <a:extLst>
              <a:ext uri="{FF2B5EF4-FFF2-40B4-BE49-F238E27FC236}">
                <a16:creationId xmlns:a16="http://schemas.microsoft.com/office/drawing/2014/main" id="{0B216924-215E-096D-1D7B-F00DF7B04344}"/>
              </a:ext>
            </a:extLst>
          </p:cNvPr>
          <p:cNvSpPr/>
          <p:nvPr/>
        </p:nvSpPr>
        <p:spPr>
          <a:xfrm>
            <a:off x="-143200" y="187053"/>
            <a:ext cx="5437576"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BUFFER OVERFLOW</a:t>
            </a:r>
          </a:p>
        </p:txBody>
      </p:sp>
      <p:pic>
        <p:nvPicPr>
          <p:cNvPr id="3" name="Picture 2" descr="A cartoon of two people&#10;&#10;AI-generated content may be incorrect.">
            <a:extLst>
              <a:ext uri="{FF2B5EF4-FFF2-40B4-BE49-F238E27FC236}">
                <a16:creationId xmlns:a16="http://schemas.microsoft.com/office/drawing/2014/main" id="{831DBE8A-0211-E217-777A-37158E64F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6671" y="1650013"/>
            <a:ext cx="6559405" cy="4366788"/>
          </a:xfrm>
          <a:prstGeom prst="rect">
            <a:avLst/>
          </a:prstGeom>
        </p:spPr>
      </p:pic>
    </p:spTree>
    <p:extLst>
      <p:ext uri="{BB962C8B-B14F-4D97-AF65-F5344CB8AC3E}">
        <p14:creationId xmlns:p14="http://schemas.microsoft.com/office/powerpoint/2010/main" val="2756834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D9A75F78-9345-CA9C-3F81-1C469BBB132E}"/>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5E7372EE-B094-98F2-BFC8-8A520B89307A}"/>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BF5CAF2-33FD-E58D-367A-FC7050608351}"/>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AF5B5DA-7F4B-4296-E8BC-F4EB957C2B64}"/>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AFE696E-6525-D055-8E6C-48FADBFA8942}"/>
              </a:ext>
            </a:extLst>
          </p:cNvPr>
          <p:cNvSpPr/>
          <p:nvPr/>
        </p:nvSpPr>
        <p:spPr>
          <a:xfrm>
            <a:off x="797811" y="1120703"/>
            <a:ext cx="10296411" cy="5550244"/>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a:solidFill>
                  <a:schemeClr val="accent1">
                    <a:lumMod val="40000"/>
                    <a:lumOff val="60000"/>
                  </a:schemeClr>
                </a:solidFill>
                <a:latin typeface="Bahnschrift" panose="020B0502040204020203" pitchFamily="34" charset="0"/>
              </a:rPr>
              <a:t>Password Cracking – </a:t>
            </a:r>
            <a:r>
              <a:rPr lang="en-US" sz="2800" dirty="0">
                <a:solidFill>
                  <a:schemeClr val="bg1"/>
                </a:solidFill>
                <a:latin typeface="Bahnschrift" panose="020B0502040204020203" pitchFamily="34" charset="0"/>
              </a:rPr>
              <a:t>Passwords get encrypted, and the result is called a hash. A known list of hashes is used to guess/brute-force a login to gain access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Attacker can steal hash dumps and try to crack it using cracking tools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Attacker can attempt logins on the server using these cracks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When logins are reused, one known login can become many (use different passwords!)</a:t>
            </a:r>
            <a:endParaRPr lang="en-US" sz="2800" dirty="0">
              <a:solidFill>
                <a:schemeClr val="accent1">
                  <a:lumMod val="40000"/>
                  <a:lumOff val="60000"/>
                </a:schemeClr>
              </a:solidFill>
              <a:latin typeface="Bahnschrift" panose="020B0502040204020203" pitchFamily="34" charset="0"/>
            </a:endParaRPr>
          </a:p>
        </p:txBody>
      </p:sp>
      <p:sp>
        <p:nvSpPr>
          <p:cNvPr id="5" name="Rectangle 4">
            <a:extLst>
              <a:ext uri="{FF2B5EF4-FFF2-40B4-BE49-F238E27FC236}">
                <a16:creationId xmlns:a16="http://schemas.microsoft.com/office/drawing/2014/main" id="{01963F93-6DDF-47E5-FFF2-2BFE660F6559}"/>
              </a:ext>
            </a:extLst>
          </p:cNvPr>
          <p:cNvSpPr/>
          <p:nvPr/>
        </p:nvSpPr>
        <p:spPr>
          <a:xfrm>
            <a:off x="-143200" y="187053"/>
            <a:ext cx="5986216"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PASSWORD CRACKING</a:t>
            </a:r>
          </a:p>
        </p:txBody>
      </p:sp>
    </p:spTree>
    <p:extLst>
      <p:ext uri="{BB962C8B-B14F-4D97-AF65-F5344CB8AC3E}">
        <p14:creationId xmlns:p14="http://schemas.microsoft.com/office/powerpoint/2010/main" val="521292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24FA3234-CD05-A9F5-0AEC-C66A6955AEEC}"/>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32544B7B-024A-23CC-B971-A7B6136CBB5C}"/>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3806A28-E017-2446-CD50-3C48114263BC}"/>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A357C44-333B-B5E1-23A4-9A0E8AAA6CF1}"/>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D05A33A-A86F-4C5A-B7A6-79EDF5A126D4}"/>
              </a:ext>
            </a:extLst>
          </p:cNvPr>
          <p:cNvSpPr/>
          <p:nvPr/>
        </p:nvSpPr>
        <p:spPr>
          <a:xfrm>
            <a:off x="64008" y="1120703"/>
            <a:ext cx="11872069" cy="5550244"/>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Can detect by noticing</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Many failed logins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Unusual geolocations of logins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Multi-factor authentication (email, text, 2FA app, etc.) can strongly help prevent this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Stronger encryption algorithms can be used, as well as a further step called “salting” after hashing</a:t>
            </a:r>
            <a:endParaRPr lang="en-US" sz="2800" dirty="0">
              <a:solidFill>
                <a:schemeClr val="accent1">
                  <a:lumMod val="40000"/>
                  <a:lumOff val="60000"/>
                </a:schemeClr>
              </a:solidFill>
              <a:latin typeface="Bahnschrift" panose="020B0502040204020203" pitchFamily="34" charset="0"/>
            </a:endParaRPr>
          </a:p>
        </p:txBody>
      </p:sp>
      <p:sp>
        <p:nvSpPr>
          <p:cNvPr id="5" name="Rectangle 4">
            <a:extLst>
              <a:ext uri="{FF2B5EF4-FFF2-40B4-BE49-F238E27FC236}">
                <a16:creationId xmlns:a16="http://schemas.microsoft.com/office/drawing/2014/main" id="{656D604F-A295-83B2-7DE4-27E0EB844979}"/>
              </a:ext>
            </a:extLst>
          </p:cNvPr>
          <p:cNvSpPr/>
          <p:nvPr/>
        </p:nvSpPr>
        <p:spPr>
          <a:xfrm>
            <a:off x="-143200" y="187053"/>
            <a:ext cx="5986216"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PASSWORD CRACKING</a:t>
            </a:r>
          </a:p>
        </p:txBody>
      </p:sp>
      <p:pic>
        <p:nvPicPr>
          <p:cNvPr id="3" name="Picture 2" descr="A screenshot of a computer&#10;&#10;AI-generated content may be incorrect.">
            <a:extLst>
              <a:ext uri="{FF2B5EF4-FFF2-40B4-BE49-F238E27FC236}">
                <a16:creationId xmlns:a16="http://schemas.microsoft.com/office/drawing/2014/main" id="{215D251B-6781-E4CB-96BA-B305BF5EA7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7714" y="4910328"/>
            <a:ext cx="4670604" cy="1760619"/>
          </a:xfrm>
          <a:prstGeom prst="rect">
            <a:avLst/>
          </a:prstGeom>
        </p:spPr>
      </p:pic>
    </p:spTree>
    <p:extLst>
      <p:ext uri="{BB962C8B-B14F-4D97-AF65-F5344CB8AC3E}">
        <p14:creationId xmlns:p14="http://schemas.microsoft.com/office/powerpoint/2010/main" val="4174426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AB91DA38-CA9F-EEF6-3441-E3472BC73A8C}"/>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9C421F27-57F9-9E0A-FE61-55B1BDE5E7AD}"/>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C6FCAA3-F2B7-C122-E42E-0F841FEF7F68}"/>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C884361B-825F-B29E-B7FC-3238807C9EDD}"/>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131FAB8-B70A-4C75-0E9B-ABAE26821F05}"/>
              </a:ext>
            </a:extLst>
          </p:cNvPr>
          <p:cNvSpPr/>
          <p:nvPr/>
        </p:nvSpPr>
        <p:spPr>
          <a:xfrm>
            <a:off x="255923" y="1120703"/>
            <a:ext cx="11680154" cy="5550244"/>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Custom scripts can be developed to take advantage of specific vulnerabilities in target environments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Updates can patch these vulnerabilities </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An example of this is hacking a 3DS using one of multiple vulnerabilities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Can allow for many different things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Can vary based on severity of vulnerability</a:t>
            </a:r>
          </a:p>
          <a:p>
            <a:pPr marL="1371600" lvl="2"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May only give access to some of system</a:t>
            </a:r>
            <a:endParaRPr lang="en-US" sz="2800" dirty="0">
              <a:solidFill>
                <a:schemeClr val="accent1">
                  <a:lumMod val="40000"/>
                  <a:lumOff val="60000"/>
                </a:schemeClr>
              </a:solidFill>
              <a:latin typeface="Bahnschrift" panose="020B0502040204020203" pitchFamily="34" charset="0"/>
            </a:endParaRPr>
          </a:p>
        </p:txBody>
      </p:sp>
      <p:sp>
        <p:nvSpPr>
          <p:cNvPr id="5" name="Rectangle 4">
            <a:extLst>
              <a:ext uri="{FF2B5EF4-FFF2-40B4-BE49-F238E27FC236}">
                <a16:creationId xmlns:a16="http://schemas.microsoft.com/office/drawing/2014/main" id="{093664E2-099A-53BD-0597-46C102BDA019}"/>
              </a:ext>
            </a:extLst>
          </p:cNvPr>
          <p:cNvSpPr/>
          <p:nvPr/>
        </p:nvSpPr>
        <p:spPr>
          <a:xfrm>
            <a:off x="-143200" y="187053"/>
            <a:ext cx="6342268"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EXPLOIT DEVELOPMENT</a:t>
            </a:r>
          </a:p>
        </p:txBody>
      </p:sp>
      <p:pic>
        <p:nvPicPr>
          <p:cNvPr id="4" name="Picture 3" descr="A handheld gaming device with screen&#10;&#10;AI-generated content may be incorrect.">
            <a:extLst>
              <a:ext uri="{FF2B5EF4-FFF2-40B4-BE49-F238E27FC236}">
                <a16:creationId xmlns:a16="http://schemas.microsoft.com/office/drawing/2014/main" id="{62F6BC78-FA7B-4640-BBA3-5580521DE1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4074" y="3265321"/>
            <a:ext cx="2613515" cy="3484687"/>
          </a:xfrm>
          <a:prstGeom prst="rect">
            <a:avLst/>
          </a:prstGeom>
        </p:spPr>
      </p:pic>
    </p:spTree>
    <p:extLst>
      <p:ext uri="{BB962C8B-B14F-4D97-AF65-F5344CB8AC3E}">
        <p14:creationId xmlns:p14="http://schemas.microsoft.com/office/powerpoint/2010/main" val="4092940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1C36987C-C906-A0DF-AA4D-4236EBD3ED0A}"/>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240F390E-9918-ACC9-BF8B-3DA58316CA45}"/>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6A6F328-CC25-D589-9E6A-C224EB56E21A}"/>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86592B7-0A1C-29FF-BBF8-F7317CE54548}"/>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4370604-D32A-0A70-3658-4FA718593C94}"/>
              </a:ext>
            </a:extLst>
          </p:cNvPr>
          <p:cNvSpPr/>
          <p:nvPr/>
        </p:nvSpPr>
        <p:spPr>
          <a:xfrm>
            <a:off x="255923" y="1120703"/>
            <a:ext cx="11680154" cy="5550244"/>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you identify an exploit, in a lot of cases you can use it to run malware</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Encryption of data for ransomware</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Spyware</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Backdoor access installation </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Can also be installed by gaining access from phishing</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Can be detected by noticing unusual process behavior or encryption</a:t>
            </a:r>
            <a:endParaRPr lang="en-US" sz="2800" dirty="0">
              <a:solidFill>
                <a:schemeClr val="accent1">
                  <a:lumMod val="40000"/>
                  <a:lumOff val="60000"/>
                </a:schemeClr>
              </a:solidFill>
              <a:latin typeface="Bahnschrift" panose="020B0502040204020203" pitchFamily="34" charset="0"/>
            </a:endParaRPr>
          </a:p>
        </p:txBody>
      </p:sp>
      <p:sp>
        <p:nvSpPr>
          <p:cNvPr id="5" name="Rectangle 4">
            <a:extLst>
              <a:ext uri="{FF2B5EF4-FFF2-40B4-BE49-F238E27FC236}">
                <a16:creationId xmlns:a16="http://schemas.microsoft.com/office/drawing/2014/main" id="{A122031B-4BD9-5A3B-12E6-AF1EFE3C82E0}"/>
              </a:ext>
            </a:extLst>
          </p:cNvPr>
          <p:cNvSpPr/>
          <p:nvPr/>
        </p:nvSpPr>
        <p:spPr>
          <a:xfrm>
            <a:off x="-143200" y="187053"/>
            <a:ext cx="6562288"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MALWARE DEPLOYMENT</a:t>
            </a:r>
          </a:p>
        </p:txBody>
      </p:sp>
    </p:spTree>
    <p:extLst>
      <p:ext uri="{BB962C8B-B14F-4D97-AF65-F5344CB8AC3E}">
        <p14:creationId xmlns:p14="http://schemas.microsoft.com/office/powerpoint/2010/main" val="2664248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C35CB6B8-A49A-A6A6-0F1E-52DC992CF542}"/>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E49ED807-494A-1F1D-683C-388BE313FD24}"/>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3C594E3-5AFF-4DA1-CDA6-949D02F4803D}"/>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B72C661-8FE6-8CD6-E87D-E0E4836DA099}"/>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1057B1F-0586-43BC-4401-974293334850}"/>
              </a:ext>
            </a:extLst>
          </p:cNvPr>
          <p:cNvSpPr/>
          <p:nvPr/>
        </p:nvSpPr>
        <p:spPr>
          <a:xfrm>
            <a:off x="-143200" y="187053"/>
            <a:ext cx="6562288"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MALWARE DEPLOYMENT</a:t>
            </a:r>
          </a:p>
        </p:txBody>
      </p:sp>
      <p:pic>
        <p:nvPicPr>
          <p:cNvPr id="2" name="Online Media 1" title="What A Real Ransomware Attack Looks Like">
            <a:hlinkClick r:id="" action="ppaction://media"/>
            <a:extLst>
              <a:ext uri="{FF2B5EF4-FFF2-40B4-BE49-F238E27FC236}">
                <a16:creationId xmlns:a16="http://schemas.microsoft.com/office/drawing/2014/main" id="{1024E0B7-B535-976E-A094-2CE6496C3B5D}"/>
              </a:ext>
            </a:extLst>
          </p:cNvPr>
          <p:cNvPicPr>
            <a:picLocks noRot="1" noChangeAspect="1"/>
          </p:cNvPicPr>
          <p:nvPr>
            <a:videoFile r:link="rId1"/>
          </p:nvPr>
        </p:nvPicPr>
        <p:blipFill>
          <a:blip r:embed="rId3"/>
          <a:stretch>
            <a:fillRect/>
          </a:stretch>
        </p:blipFill>
        <p:spPr>
          <a:xfrm>
            <a:off x="1508704" y="1233377"/>
            <a:ext cx="9380728" cy="5300111"/>
          </a:xfrm>
          <a:prstGeom prst="rect">
            <a:avLst/>
          </a:prstGeom>
        </p:spPr>
      </p:pic>
    </p:spTree>
    <p:extLst>
      <p:ext uri="{BB962C8B-B14F-4D97-AF65-F5344CB8AC3E}">
        <p14:creationId xmlns:p14="http://schemas.microsoft.com/office/powerpoint/2010/main" val="24488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3609370A-504C-8E26-624A-54776A91B0C5}"/>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1A316A03-28CE-E74B-A34E-162A339FCD98}"/>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E6BCBCA-96CD-CC5C-A05F-1BB33B7C2BD3}"/>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1BD3C7A-7893-97E8-33C2-E1599D89D130}"/>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1F4DF3E-940B-6B6D-2417-22A83C9761A5}"/>
              </a:ext>
            </a:extLst>
          </p:cNvPr>
          <p:cNvSpPr/>
          <p:nvPr/>
        </p:nvSpPr>
        <p:spPr>
          <a:xfrm>
            <a:off x="442813" y="1233377"/>
            <a:ext cx="11222845" cy="5332937"/>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Can work around with good backups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Keeping software up to date keeps up as well</a:t>
            </a:r>
            <a:endParaRPr lang="en-US" sz="2800" dirty="0">
              <a:solidFill>
                <a:schemeClr val="accent1">
                  <a:lumMod val="40000"/>
                  <a:lumOff val="60000"/>
                </a:schemeClr>
              </a:solidFill>
              <a:latin typeface="Bahnschrift" panose="020B0502040204020203" pitchFamily="34" charset="0"/>
            </a:endParaRPr>
          </a:p>
        </p:txBody>
      </p:sp>
      <p:sp>
        <p:nvSpPr>
          <p:cNvPr id="5" name="Rectangle 4">
            <a:extLst>
              <a:ext uri="{FF2B5EF4-FFF2-40B4-BE49-F238E27FC236}">
                <a16:creationId xmlns:a16="http://schemas.microsoft.com/office/drawing/2014/main" id="{AE9075B5-263E-10D1-FDD1-63AA27521D3A}"/>
              </a:ext>
            </a:extLst>
          </p:cNvPr>
          <p:cNvSpPr/>
          <p:nvPr/>
        </p:nvSpPr>
        <p:spPr>
          <a:xfrm>
            <a:off x="-143200" y="187053"/>
            <a:ext cx="6562288"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MALWARE DEPLOYMENT</a:t>
            </a:r>
          </a:p>
        </p:txBody>
      </p:sp>
    </p:spTree>
    <p:extLst>
      <p:ext uri="{BB962C8B-B14F-4D97-AF65-F5344CB8AC3E}">
        <p14:creationId xmlns:p14="http://schemas.microsoft.com/office/powerpoint/2010/main" val="1338258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94FDB872-146B-281F-9A53-EA0B1F517DCA}"/>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6DBFF413-2346-B81E-4D56-536B2F953E77}"/>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52026CA-F86A-13FA-813D-BA38CDFA73F6}"/>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8621CEB-B5F8-D3DF-FAB7-7102177C1626}"/>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AD4F34D-4F43-917B-90CC-E3D1B174CA1F}"/>
              </a:ext>
            </a:extLst>
          </p:cNvPr>
          <p:cNvSpPr/>
          <p:nvPr/>
        </p:nvSpPr>
        <p:spPr>
          <a:xfrm>
            <a:off x="442813" y="1233377"/>
            <a:ext cx="11222845" cy="5332937"/>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Technique used to gain admin access from a user account</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Can be done with an exploit in the operating system, or credential exposure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Can be detected by having logs when privileges are changed</a:t>
            </a:r>
            <a:endParaRPr lang="en-US" sz="2800" dirty="0">
              <a:solidFill>
                <a:schemeClr val="accent1">
                  <a:lumMod val="40000"/>
                  <a:lumOff val="60000"/>
                </a:schemeClr>
              </a:solidFill>
              <a:latin typeface="Bahnschrift" panose="020B0502040204020203" pitchFamily="34" charset="0"/>
            </a:endParaRPr>
          </a:p>
        </p:txBody>
      </p:sp>
      <p:sp>
        <p:nvSpPr>
          <p:cNvPr id="5" name="Rectangle 4">
            <a:extLst>
              <a:ext uri="{FF2B5EF4-FFF2-40B4-BE49-F238E27FC236}">
                <a16:creationId xmlns:a16="http://schemas.microsoft.com/office/drawing/2014/main" id="{2893FD12-2A3D-E543-AB5F-7D75DC081175}"/>
              </a:ext>
            </a:extLst>
          </p:cNvPr>
          <p:cNvSpPr/>
          <p:nvPr/>
        </p:nvSpPr>
        <p:spPr>
          <a:xfrm>
            <a:off x="-143200" y="187053"/>
            <a:ext cx="6562288"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PRIVILEGE ESCALATION</a:t>
            </a:r>
          </a:p>
        </p:txBody>
      </p:sp>
      <p:pic>
        <p:nvPicPr>
          <p:cNvPr id="3" name="Picture 2" descr="A diagram of steps to a step&#10;&#10;AI-generated content may be incorrect.">
            <a:extLst>
              <a:ext uri="{FF2B5EF4-FFF2-40B4-BE49-F238E27FC236}">
                <a16:creationId xmlns:a16="http://schemas.microsoft.com/office/drawing/2014/main" id="{34CED2E4-5D82-A35A-0E1E-EFB86FFE75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7134" y="3412011"/>
            <a:ext cx="6563868" cy="3154303"/>
          </a:xfrm>
          <a:prstGeom prst="rect">
            <a:avLst/>
          </a:prstGeom>
        </p:spPr>
      </p:pic>
    </p:spTree>
    <p:extLst>
      <p:ext uri="{BB962C8B-B14F-4D97-AF65-F5344CB8AC3E}">
        <p14:creationId xmlns:p14="http://schemas.microsoft.com/office/powerpoint/2010/main" val="3587973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3E951C76-032F-39BF-1A25-209D3C3E85E7}"/>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A74E810A-FCA0-3F9A-ADFB-1E3B841E0B7E}"/>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F1F3175-FE0C-61C4-54EB-49F73835C62F}"/>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41C9616-47D6-CA1D-0F67-EB1D1A768832}"/>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A4F08C-FE13-95DD-A71D-D4051E12918D}"/>
              </a:ext>
            </a:extLst>
          </p:cNvPr>
          <p:cNvSpPr/>
          <p:nvPr/>
        </p:nvSpPr>
        <p:spPr>
          <a:xfrm>
            <a:off x="484577" y="1233377"/>
            <a:ext cx="11222845" cy="5332937"/>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Choose one exploit type and create a test plan</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Should include</a:t>
            </a:r>
          </a:p>
          <a:p>
            <a:pPr marL="514350" indent="-514350">
              <a:spcBef>
                <a:spcPts val="1200"/>
              </a:spcBef>
              <a:buFont typeface="+mj-lt"/>
              <a:buAutoNum type="arabicPeriod"/>
            </a:pPr>
            <a:r>
              <a:rPr lang="en-US" sz="2800" dirty="0">
                <a:solidFill>
                  <a:schemeClr val="bg1"/>
                </a:solidFill>
                <a:latin typeface="Bahnschrift" panose="020B0502040204020203" pitchFamily="34" charset="0"/>
              </a:rPr>
              <a:t>Goal: What do we want to demonstrate?</a:t>
            </a:r>
          </a:p>
          <a:p>
            <a:pPr marL="514350" indent="-514350">
              <a:spcBef>
                <a:spcPts val="1200"/>
              </a:spcBef>
              <a:buFont typeface="+mj-lt"/>
              <a:buAutoNum type="arabicPeriod"/>
            </a:pPr>
            <a:r>
              <a:rPr lang="en-US" sz="2800" dirty="0">
                <a:solidFill>
                  <a:schemeClr val="bg1"/>
                </a:solidFill>
                <a:latin typeface="Bahnschrift" panose="020B0502040204020203" pitchFamily="34" charset="0"/>
              </a:rPr>
              <a:t>Method: How would the exploit be simulated?</a:t>
            </a:r>
          </a:p>
          <a:p>
            <a:pPr marL="514350" indent="-514350">
              <a:spcBef>
                <a:spcPts val="1200"/>
              </a:spcBef>
              <a:buFont typeface="+mj-lt"/>
              <a:buAutoNum type="arabicPeriod"/>
            </a:pPr>
            <a:r>
              <a:rPr lang="en-US" sz="2800" dirty="0">
                <a:solidFill>
                  <a:schemeClr val="bg1"/>
                </a:solidFill>
                <a:latin typeface="Bahnschrift" panose="020B0502040204020203" pitchFamily="34" charset="0"/>
              </a:rPr>
              <a:t>Data to Protect: What must never be touched?</a:t>
            </a:r>
          </a:p>
          <a:p>
            <a:pPr marL="514350" indent="-514350">
              <a:spcBef>
                <a:spcPts val="1200"/>
              </a:spcBef>
              <a:buFont typeface="+mj-lt"/>
              <a:buAutoNum type="arabicPeriod"/>
            </a:pPr>
            <a:r>
              <a:rPr lang="en-US" sz="2800" dirty="0">
                <a:solidFill>
                  <a:schemeClr val="bg1"/>
                </a:solidFill>
                <a:latin typeface="Bahnschrift" panose="020B0502040204020203" pitchFamily="34" charset="0"/>
              </a:rPr>
              <a:t>Success Criteria: How do we know the exploit works safely?</a:t>
            </a:r>
          </a:p>
          <a:p>
            <a:pPr marL="514350" indent="-514350">
              <a:spcBef>
                <a:spcPts val="1200"/>
              </a:spcBef>
              <a:buFont typeface="+mj-lt"/>
              <a:buAutoNum type="arabicPeriod"/>
            </a:pPr>
            <a:r>
              <a:rPr lang="en-US" sz="2800" dirty="0">
                <a:solidFill>
                  <a:schemeClr val="bg1"/>
                </a:solidFill>
                <a:latin typeface="Bahnschrift" panose="020B0502040204020203" pitchFamily="34" charset="0"/>
              </a:rPr>
              <a:t>Mitigation: What can prevent it in production (the real world)?</a:t>
            </a:r>
          </a:p>
        </p:txBody>
      </p:sp>
      <p:sp>
        <p:nvSpPr>
          <p:cNvPr id="5" name="Rectangle 4">
            <a:extLst>
              <a:ext uri="{FF2B5EF4-FFF2-40B4-BE49-F238E27FC236}">
                <a16:creationId xmlns:a16="http://schemas.microsoft.com/office/drawing/2014/main" id="{A42C83FA-76F8-DAEC-512A-516978BD6CE2}"/>
              </a:ext>
            </a:extLst>
          </p:cNvPr>
          <p:cNvSpPr/>
          <p:nvPr/>
        </p:nvSpPr>
        <p:spPr>
          <a:xfrm>
            <a:off x="-143200" y="187053"/>
            <a:ext cx="6562288"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HYPOTHETICAL EXPLOIT</a:t>
            </a:r>
          </a:p>
        </p:txBody>
      </p:sp>
    </p:spTree>
    <p:extLst>
      <p:ext uri="{BB962C8B-B14F-4D97-AF65-F5344CB8AC3E}">
        <p14:creationId xmlns:p14="http://schemas.microsoft.com/office/powerpoint/2010/main" val="58922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785238"/>
        </a:solidFill>
        <a:effectLst/>
      </p:bgPr>
    </p:bg>
    <p:spTree>
      <p:nvGrpSpPr>
        <p:cNvPr id="1" name="">
          <a:extLst>
            <a:ext uri="{FF2B5EF4-FFF2-40B4-BE49-F238E27FC236}">
              <a16:creationId xmlns:a16="http://schemas.microsoft.com/office/drawing/2014/main" id="{D18BC72E-178D-2820-C5A7-4861F9B204AB}"/>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5BD6FC61-3A42-B095-6C4B-00DB8CA70EC8}"/>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EFE827A-371A-3D9D-9CBB-A30CDE9615D8}"/>
              </a:ext>
            </a:extLst>
          </p:cNvPr>
          <p:cNvSpPr/>
          <p:nvPr/>
        </p:nvSpPr>
        <p:spPr>
          <a:xfrm>
            <a:off x="255923" y="3717853"/>
            <a:ext cx="2019444" cy="201944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51C8F4C-EE78-CBAB-1542-4671165F0701}"/>
              </a:ext>
            </a:extLst>
          </p:cNvPr>
          <p:cNvSpPr/>
          <p:nvPr/>
        </p:nvSpPr>
        <p:spPr>
          <a:xfrm>
            <a:off x="6137765" y="396949"/>
            <a:ext cx="1253064" cy="1253064"/>
          </a:xfrm>
          <a:prstGeom prst="ellipse">
            <a:avLst/>
          </a:prstGeom>
          <a:noFill/>
          <a:ln w="101600">
            <a:solidFill>
              <a:srgbClr val="643D32"/>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C138BD5-729F-078A-558D-6E8778712198}"/>
              </a:ext>
            </a:extLst>
          </p:cNvPr>
          <p:cNvSpPr/>
          <p:nvPr/>
        </p:nvSpPr>
        <p:spPr>
          <a:xfrm>
            <a:off x="484577" y="1233377"/>
            <a:ext cx="11222845" cy="5332937"/>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This phase is crucial in demonstrating how actual hackers can exploit weaknesses and will help the team formulate defensive strategies</a:t>
            </a:r>
          </a:p>
        </p:txBody>
      </p:sp>
      <p:sp>
        <p:nvSpPr>
          <p:cNvPr id="5" name="Rectangle 4">
            <a:extLst>
              <a:ext uri="{FF2B5EF4-FFF2-40B4-BE49-F238E27FC236}">
                <a16:creationId xmlns:a16="http://schemas.microsoft.com/office/drawing/2014/main" id="{1FCB277E-A5A9-367F-7021-F9EC4A8C02BB}"/>
              </a:ext>
            </a:extLst>
          </p:cNvPr>
          <p:cNvSpPr/>
          <p:nvPr/>
        </p:nvSpPr>
        <p:spPr>
          <a:xfrm>
            <a:off x="0" y="187053"/>
            <a:ext cx="2418567" cy="836428"/>
          </a:xfrm>
          <a:prstGeom prst="rect">
            <a:avLst/>
          </a:prstGeom>
          <a:solidFill>
            <a:srgbClr val="78523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RECAP</a:t>
            </a:r>
          </a:p>
        </p:txBody>
      </p:sp>
      <p:sp>
        <p:nvSpPr>
          <p:cNvPr id="2" name="Oval 1">
            <a:extLst>
              <a:ext uri="{FF2B5EF4-FFF2-40B4-BE49-F238E27FC236}">
                <a16:creationId xmlns:a16="http://schemas.microsoft.com/office/drawing/2014/main" id="{1C71945C-3B78-4DCE-89C8-E31D5E537D6E}"/>
              </a:ext>
            </a:extLst>
          </p:cNvPr>
          <p:cNvSpPr/>
          <p:nvPr/>
        </p:nvSpPr>
        <p:spPr>
          <a:xfrm>
            <a:off x="1981925" y="3580851"/>
            <a:ext cx="2019445" cy="71794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Vulnerability</a:t>
            </a:r>
          </a:p>
        </p:txBody>
      </p:sp>
      <p:sp>
        <p:nvSpPr>
          <p:cNvPr id="3" name="Oval 2">
            <a:extLst>
              <a:ext uri="{FF2B5EF4-FFF2-40B4-BE49-F238E27FC236}">
                <a16:creationId xmlns:a16="http://schemas.microsoft.com/office/drawing/2014/main" id="{17AB18F5-DABE-0748-694E-27D020F2453A}"/>
              </a:ext>
            </a:extLst>
          </p:cNvPr>
          <p:cNvSpPr/>
          <p:nvPr/>
        </p:nvSpPr>
        <p:spPr>
          <a:xfrm>
            <a:off x="4387351" y="3662989"/>
            <a:ext cx="1325399" cy="6813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Exploit</a:t>
            </a:r>
          </a:p>
        </p:txBody>
      </p:sp>
      <p:sp>
        <p:nvSpPr>
          <p:cNvPr id="4" name="Oval 3">
            <a:extLst>
              <a:ext uri="{FF2B5EF4-FFF2-40B4-BE49-F238E27FC236}">
                <a16:creationId xmlns:a16="http://schemas.microsoft.com/office/drawing/2014/main" id="{9EC0C994-6645-5A97-9996-17F09D02001F}"/>
              </a:ext>
            </a:extLst>
          </p:cNvPr>
          <p:cNvSpPr/>
          <p:nvPr/>
        </p:nvSpPr>
        <p:spPr>
          <a:xfrm>
            <a:off x="6096000" y="3716737"/>
            <a:ext cx="1517915" cy="5738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Impact</a:t>
            </a:r>
          </a:p>
        </p:txBody>
      </p:sp>
      <p:sp>
        <p:nvSpPr>
          <p:cNvPr id="6" name="Oval 5">
            <a:extLst>
              <a:ext uri="{FF2B5EF4-FFF2-40B4-BE49-F238E27FC236}">
                <a16:creationId xmlns:a16="http://schemas.microsoft.com/office/drawing/2014/main" id="{45F4FCC2-329F-585C-505B-BCEA6B892255}"/>
              </a:ext>
            </a:extLst>
          </p:cNvPr>
          <p:cNvSpPr/>
          <p:nvPr/>
        </p:nvSpPr>
        <p:spPr>
          <a:xfrm>
            <a:off x="8212905" y="3685516"/>
            <a:ext cx="1481208" cy="5738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Defense</a:t>
            </a:r>
          </a:p>
        </p:txBody>
      </p:sp>
      <p:cxnSp>
        <p:nvCxnSpPr>
          <p:cNvPr id="10" name="Straight Arrow Connector 9">
            <a:extLst>
              <a:ext uri="{FF2B5EF4-FFF2-40B4-BE49-F238E27FC236}">
                <a16:creationId xmlns:a16="http://schemas.microsoft.com/office/drawing/2014/main" id="{8A0732AC-838C-6E4D-D287-696AF37C21CA}"/>
              </a:ext>
            </a:extLst>
          </p:cNvPr>
          <p:cNvCxnSpPr>
            <a:cxnSpLocks/>
            <a:stCxn id="2" idx="6"/>
            <a:endCxn id="3" idx="2"/>
          </p:cNvCxnSpPr>
          <p:nvPr/>
        </p:nvCxnSpPr>
        <p:spPr>
          <a:xfrm>
            <a:off x="4001370" y="3939826"/>
            <a:ext cx="385981" cy="638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40396BEB-66BC-48C6-A9A7-123197185234}"/>
              </a:ext>
            </a:extLst>
          </p:cNvPr>
          <p:cNvCxnSpPr>
            <a:cxnSpLocks/>
            <a:stCxn id="3" idx="6"/>
            <a:endCxn id="4" idx="2"/>
          </p:cNvCxnSpPr>
          <p:nvPr/>
        </p:nvCxnSpPr>
        <p:spPr>
          <a:xfrm>
            <a:off x="5712750" y="4003687"/>
            <a:ext cx="3832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044BED1-8204-2B99-0F9F-F1CB1450934E}"/>
              </a:ext>
            </a:extLst>
          </p:cNvPr>
          <p:cNvCxnSpPr>
            <a:cxnSpLocks/>
            <a:stCxn id="4" idx="6"/>
            <a:endCxn id="6" idx="2"/>
          </p:cNvCxnSpPr>
          <p:nvPr/>
        </p:nvCxnSpPr>
        <p:spPr>
          <a:xfrm flipV="1">
            <a:off x="7613915" y="3972466"/>
            <a:ext cx="598990" cy="312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4626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11812</TotalTime>
  <Words>976</Words>
  <Application>Microsoft Office PowerPoint</Application>
  <PresentationFormat>Widescreen</PresentationFormat>
  <Paragraphs>132</Paragraphs>
  <Slides>23</Slides>
  <Notes>0</Notes>
  <HiddenSlides>3</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Bahnschrift</vt:lpstr>
      <vt:lpstr>Bahnschrift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Hill</dc:creator>
  <cp:lastModifiedBy>Michael Hill</cp:lastModifiedBy>
  <cp:revision>8</cp:revision>
  <dcterms:created xsi:type="dcterms:W3CDTF">2025-08-11T14:07:39Z</dcterms:created>
  <dcterms:modified xsi:type="dcterms:W3CDTF">2025-11-07T17:00:26Z</dcterms:modified>
</cp:coreProperties>
</file>