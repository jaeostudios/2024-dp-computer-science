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96" r:id="rId4"/>
    <p:sldId id="297" r:id="rId5"/>
    <p:sldId id="417" r:id="rId6"/>
    <p:sldId id="437" r:id="rId7"/>
    <p:sldId id="438" r:id="rId8"/>
    <p:sldId id="439" r:id="rId9"/>
    <p:sldId id="440" r:id="rId10"/>
    <p:sldId id="441" r:id="rId11"/>
    <p:sldId id="442" r:id="rId12"/>
    <p:sldId id="443" r:id="rId13"/>
    <p:sldId id="445" r:id="rId14"/>
    <p:sldId id="444" r:id="rId15"/>
    <p:sldId id="416" r:id="rId16"/>
    <p:sldId id="436" r:id="rId17"/>
    <p:sldId id="446" r:id="rId18"/>
    <p:sldId id="35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455D"/>
    <a:srgbClr val="516881"/>
    <a:srgbClr val="326648"/>
    <a:srgbClr val="388049"/>
    <a:srgbClr val="274F3F"/>
    <a:srgbClr val="2A4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971022-020A-42DC-BC27-35437DB15A6A}" v="36" dt="2026-01-14T19:29:10.1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6" autoAdjust="0"/>
    <p:restoredTop sz="94660"/>
  </p:normalViewPr>
  <p:slideViewPr>
    <p:cSldViewPr snapToGrid="0">
      <p:cViewPr>
        <p:scale>
          <a:sx n="50" d="100"/>
          <a:sy n="50" d="100"/>
        </p:scale>
        <p:origin x="444" y="12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">
      <pc:chgData name="Michael Hill" userId="41dba03d-e58d-4389-9894-554c10310ba4" providerId="ADAL" clId="{EF23FE1D-A042-481E-AFD7-2A9FB0847F54}" dt="2026-01-14T19:31:09.636" v="3252" actId="20577"/>
      <pc:docMkLst>
        <pc:docMk/>
      </pc:docMkLst>
      <pc:sldChg chg="modSp mod">
        <pc:chgData name="Michael Hill" userId="41dba03d-e58d-4389-9894-554c10310ba4" providerId="ADAL" clId="{EF23FE1D-A042-481E-AFD7-2A9FB0847F54}" dt="2026-01-14T18:55:28.757" v="27" actId="1076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6-01-14T18:55:15.318" v="1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1-14T18:55:28.757" v="27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6-01-14T19:02:44.998" v="856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1-14T19:02:44.998" v="856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6-01-14T18:59:16.383" v="371" actId="20577"/>
        <pc:sldMkLst>
          <pc:docMk/>
          <pc:sldMk cId="4221327636" sldId="296"/>
        </pc:sldMkLst>
        <pc:spChg chg="mod">
          <ac:chgData name="Michael Hill" userId="41dba03d-e58d-4389-9894-554c10310ba4" providerId="ADAL" clId="{EF23FE1D-A042-481E-AFD7-2A9FB0847F54}" dt="2026-01-14T18:59:16.383" v="371" actId="20577"/>
          <ac:spMkLst>
            <pc:docMk/>
            <pc:sldMk cId="4221327636" sldId="296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6-01-14T19:00:27.970" v="610" actId="20577"/>
        <pc:sldMkLst>
          <pc:docMk/>
          <pc:sldMk cId="2098128014" sldId="297"/>
        </pc:sldMkLst>
        <pc:spChg chg="mod">
          <ac:chgData name="Michael Hill" userId="41dba03d-e58d-4389-9894-554c10310ba4" providerId="ADAL" clId="{EF23FE1D-A042-481E-AFD7-2A9FB0847F54}" dt="2026-01-14T19:00:27.970" v="610" actId="20577"/>
          <ac:spMkLst>
            <pc:docMk/>
            <pc:sldMk cId="2098128014" sldId="297"/>
            <ac:spMk id="3" creationId="{35D819EC-F1E2-670B-A66D-1BF9366A5C98}"/>
          </ac:spMkLst>
        </pc:spChg>
      </pc:sldChg>
      <pc:sldChg chg="modSp mod">
        <pc:chgData name="Michael Hill" userId="41dba03d-e58d-4389-9894-554c10310ba4" providerId="ADAL" clId="{EF23FE1D-A042-481E-AFD7-2A9FB0847F54}" dt="2026-01-14T19:31:09.636" v="3252" actId="20577"/>
        <pc:sldMkLst>
          <pc:docMk/>
          <pc:sldMk cId="491706548" sldId="355"/>
        </pc:sldMkLst>
        <pc:spChg chg="mod">
          <ac:chgData name="Michael Hill" userId="41dba03d-e58d-4389-9894-554c10310ba4" providerId="ADAL" clId="{EF23FE1D-A042-481E-AFD7-2A9FB0847F54}" dt="2026-01-14T19:31:09.636" v="3252" actId="20577"/>
          <ac:spMkLst>
            <pc:docMk/>
            <pc:sldMk cId="491706548" sldId="355"/>
            <ac:spMk id="8" creationId="{32CEAB6A-CE7C-862A-42E1-D86D8C4198B3}"/>
          </ac:spMkLst>
        </pc:spChg>
      </pc:sldChg>
      <pc:sldChg chg="modSp mod">
        <pc:chgData name="Michael Hill" userId="41dba03d-e58d-4389-9894-554c10310ba4" providerId="ADAL" clId="{EF23FE1D-A042-481E-AFD7-2A9FB0847F54}" dt="2026-01-14T19:28:34.754" v="3061" actId="20577"/>
        <pc:sldMkLst>
          <pc:docMk/>
          <pc:sldMk cId="1640200297" sldId="416"/>
        </pc:sldMkLst>
        <pc:spChg chg="mod">
          <ac:chgData name="Michael Hill" userId="41dba03d-e58d-4389-9894-554c10310ba4" providerId="ADAL" clId="{EF23FE1D-A042-481E-AFD7-2A9FB0847F54}" dt="2026-01-14T19:28:34.754" v="3061" actId="20577"/>
          <ac:spMkLst>
            <pc:docMk/>
            <pc:sldMk cId="1640200297" sldId="416"/>
            <ac:spMk id="8" creationId="{EA92F121-BB61-D31B-2142-DF614C5E4C28}"/>
          </ac:spMkLst>
        </pc:spChg>
      </pc:sldChg>
      <pc:sldChg chg="addSp delSp modSp mod">
        <pc:chgData name="Michael Hill" userId="41dba03d-e58d-4389-9894-554c10310ba4" providerId="ADAL" clId="{EF23FE1D-A042-481E-AFD7-2A9FB0847F54}" dt="2026-01-14T19:09:35.467" v="1467" actId="1076"/>
        <pc:sldMkLst>
          <pc:docMk/>
          <pc:sldMk cId="978586516" sldId="417"/>
        </pc:sldMkLst>
        <pc:spChg chg="mod">
          <ac:chgData name="Michael Hill" userId="41dba03d-e58d-4389-9894-554c10310ba4" providerId="ADAL" clId="{EF23FE1D-A042-481E-AFD7-2A9FB0847F54}" dt="2026-01-14T19:04:10.053" v="912" actId="113"/>
          <ac:spMkLst>
            <pc:docMk/>
            <pc:sldMk cId="978586516" sldId="417"/>
            <ac:spMk id="3" creationId="{9CB4AEFE-ACDF-9249-68E8-563C3BA47C5E}"/>
          </ac:spMkLst>
        </pc:spChg>
        <pc:spChg chg="mod">
          <ac:chgData name="Michael Hill" userId="41dba03d-e58d-4389-9894-554c10310ba4" providerId="ADAL" clId="{EF23FE1D-A042-481E-AFD7-2A9FB0847F54}" dt="2026-01-14T19:02:01.189" v="628" actId="1076"/>
          <ac:spMkLst>
            <pc:docMk/>
            <pc:sldMk cId="978586516" sldId="417"/>
            <ac:spMk id="5" creationId="{1E11D907-A331-3354-9F65-8614C2BA07F0}"/>
          </ac:spMkLst>
        </pc:spChg>
        <pc:graphicFrameChg chg="del">
          <ac:chgData name="Michael Hill" userId="41dba03d-e58d-4389-9894-554c10310ba4" providerId="ADAL" clId="{EF23FE1D-A042-481E-AFD7-2A9FB0847F54}" dt="2026-01-14T19:02:38.470" v="831" actId="478"/>
          <ac:graphicFrameMkLst>
            <pc:docMk/>
            <pc:sldMk cId="978586516" sldId="417"/>
            <ac:graphicFrameMk id="2" creationId="{FC102A29-AE35-882C-2BB5-F08671674016}"/>
          </ac:graphicFrameMkLst>
        </pc:graphicFrameChg>
        <pc:picChg chg="add mod">
          <ac:chgData name="Michael Hill" userId="41dba03d-e58d-4389-9894-554c10310ba4" providerId="ADAL" clId="{EF23FE1D-A042-481E-AFD7-2A9FB0847F54}" dt="2026-01-14T19:09:35.467" v="1467" actId="1076"/>
          <ac:picMkLst>
            <pc:docMk/>
            <pc:sldMk cId="978586516" sldId="417"/>
            <ac:picMk id="12290" creationId="{0D10FD11-C8E7-C5B1-F658-0F2B1AEB736E}"/>
          </ac:picMkLst>
        </pc:picChg>
      </pc:sldChg>
      <pc:sldChg chg="del">
        <pc:chgData name="Michael Hill" userId="41dba03d-e58d-4389-9894-554c10310ba4" providerId="ADAL" clId="{EF23FE1D-A042-481E-AFD7-2A9FB0847F54}" dt="2026-01-14T19:02:52.180" v="857" actId="47"/>
        <pc:sldMkLst>
          <pc:docMk/>
          <pc:sldMk cId="2189344152" sldId="418"/>
        </pc:sldMkLst>
      </pc:sldChg>
      <pc:sldChg chg="del">
        <pc:chgData name="Michael Hill" userId="41dba03d-e58d-4389-9894-554c10310ba4" providerId="ADAL" clId="{EF23FE1D-A042-481E-AFD7-2A9FB0847F54}" dt="2026-01-14T19:02:52.180" v="857" actId="47"/>
        <pc:sldMkLst>
          <pc:docMk/>
          <pc:sldMk cId="2574615728" sldId="419"/>
        </pc:sldMkLst>
      </pc:sldChg>
      <pc:sldChg chg="del">
        <pc:chgData name="Michael Hill" userId="41dba03d-e58d-4389-9894-554c10310ba4" providerId="ADAL" clId="{EF23FE1D-A042-481E-AFD7-2A9FB0847F54}" dt="2026-01-14T19:02:52.180" v="857" actId="47"/>
        <pc:sldMkLst>
          <pc:docMk/>
          <pc:sldMk cId="1439385165" sldId="420"/>
        </pc:sldMkLst>
      </pc:sldChg>
      <pc:sldChg chg="del">
        <pc:chgData name="Michael Hill" userId="41dba03d-e58d-4389-9894-554c10310ba4" providerId="ADAL" clId="{EF23FE1D-A042-481E-AFD7-2A9FB0847F54}" dt="2026-01-14T19:02:52.180" v="857" actId="47"/>
        <pc:sldMkLst>
          <pc:docMk/>
          <pc:sldMk cId="1803007703" sldId="421"/>
        </pc:sldMkLst>
      </pc:sldChg>
      <pc:sldChg chg="del">
        <pc:chgData name="Michael Hill" userId="41dba03d-e58d-4389-9894-554c10310ba4" providerId="ADAL" clId="{EF23FE1D-A042-481E-AFD7-2A9FB0847F54}" dt="2026-01-14T19:02:52.180" v="857" actId="47"/>
        <pc:sldMkLst>
          <pc:docMk/>
          <pc:sldMk cId="2887367612" sldId="422"/>
        </pc:sldMkLst>
      </pc:sldChg>
      <pc:sldChg chg="del">
        <pc:chgData name="Michael Hill" userId="41dba03d-e58d-4389-9894-554c10310ba4" providerId="ADAL" clId="{EF23FE1D-A042-481E-AFD7-2A9FB0847F54}" dt="2026-01-14T19:02:52.180" v="857" actId="47"/>
        <pc:sldMkLst>
          <pc:docMk/>
          <pc:sldMk cId="591010745" sldId="423"/>
        </pc:sldMkLst>
      </pc:sldChg>
      <pc:sldChg chg="del">
        <pc:chgData name="Michael Hill" userId="41dba03d-e58d-4389-9894-554c10310ba4" providerId="ADAL" clId="{EF23FE1D-A042-481E-AFD7-2A9FB0847F54}" dt="2026-01-14T19:02:52.180" v="857" actId="47"/>
        <pc:sldMkLst>
          <pc:docMk/>
          <pc:sldMk cId="471754759" sldId="424"/>
        </pc:sldMkLst>
      </pc:sldChg>
      <pc:sldChg chg="del">
        <pc:chgData name="Michael Hill" userId="41dba03d-e58d-4389-9894-554c10310ba4" providerId="ADAL" clId="{EF23FE1D-A042-481E-AFD7-2A9FB0847F54}" dt="2026-01-14T19:02:52.180" v="857" actId="47"/>
        <pc:sldMkLst>
          <pc:docMk/>
          <pc:sldMk cId="1994440032" sldId="425"/>
        </pc:sldMkLst>
      </pc:sldChg>
      <pc:sldChg chg="del">
        <pc:chgData name="Michael Hill" userId="41dba03d-e58d-4389-9894-554c10310ba4" providerId="ADAL" clId="{EF23FE1D-A042-481E-AFD7-2A9FB0847F54}" dt="2026-01-14T19:02:52.180" v="857" actId="47"/>
        <pc:sldMkLst>
          <pc:docMk/>
          <pc:sldMk cId="4194120700" sldId="426"/>
        </pc:sldMkLst>
      </pc:sldChg>
      <pc:sldChg chg="del">
        <pc:chgData name="Michael Hill" userId="41dba03d-e58d-4389-9894-554c10310ba4" providerId="ADAL" clId="{EF23FE1D-A042-481E-AFD7-2A9FB0847F54}" dt="2026-01-14T19:02:52.180" v="857" actId="47"/>
        <pc:sldMkLst>
          <pc:docMk/>
          <pc:sldMk cId="2744755331" sldId="427"/>
        </pc:sldMkLst>
      </pc:sldChg>
      <pc:sldChg chg="del">
        <pc:chgData name="Michael Hill" userId="41dba03d-e58d-4389-9894-554c10310ba4" providerId="ADAL" clId="{EF23FE1D-A042-481E-AFD7-2A9FB0847F54}" dt="2026-01-14T19:02:52.180" v="857" actId="47"/>
        <pc:sldMkLst>
          <pc:docMk/>
          <pc:sldMk cId="2235436903" sldId="428"/>
        </pc:sldMkLst>
      </pc:sldChg>
      <pc:sldChg chg="del">
        <pc:chgData name="Michael Hill" userId="41dba03d-e58d-4389-9894-554c10310ba4" providerId="ADAL" clId="{EF23FE1D-A042-481E-AFD7-2A9FB0847F54}" dt="2026-01-14T19:02:52.180" v="857" actId="47"/>
        <pc:sldMkLst>
          <pc:docMk/>
          <pc:sldMk cId="3452947841" sldId="429"/>
        </pc:sldMkLst>
      </pc:sldChg>
      <pc:sldChg chg="del">
        <pc:chgData name="Michael Hill" userId="41dba03d-e58d-4389-9894-554c10310ba4" providerId="ADAL" clId="{EF23FE1D-A042-481E-AFD7-2A9FB0847F54}" dt="2026-01-14T19:02:52.180" v="857" actId="47"/>
        <pc:sldMkLst>
          <pc:docMk/>
          <pc:sldMk cId="3296170278" sldId="430"/>
        </pc:sldMkLst>
      </pc:sldChg>
      <pc:sldChg chg="del">
        <pc:chgData name="Michael Hill" userId="41dba03d-e58d-4389-9894-554c10310ba4" providerId="ADAL" clId="{EF23FE1D-A042-481E-AFD7-2A9FB0847F54}" dt="2026-01-14T19:02:52.180" v="857" actId="47"/>
        <pc:sldMkLst>
          <pc:docMk/>
          <pc:sldMk cId="437841130" sldId="431"/>
        </pc:sldMkLst>
      </pc:sldChg>
      <pc:sldChg chg="del">
        <pc:chgData name="Michael Hill" userId="41dba03d-e58d-4389-9894-554c10310ba4" providerId="ADAL" clId="{EF23FE1D-A042-481E-AFD7-2A9FB0847F54}" dt="2026-01-14T19:02:52.180" v="857" actId="47"/>
        <pc:sldMkLst>
          <pc:docMk/>
          <pc:sldMk cId="4166112937" sldId="432"/>
        </pc:sldMkLst>
      </pc:sldChg>
      <pc:sldChg chg="del">
        <pc:chgData name="Michael Hill" userId="41dba03d-e58d-4389-9894-554c10310ba4" providerId="ADAL" clId="{EF23FE1D-A042-481E-AFD7-2A9FB0847F54}" dt="2026-01-14T19:02:52.180" v="857" actId="47"/>
        <pc:sldMkLst>
          <pc:docMk/>
          <pc:sldMk cId="1348712140" sldId="433"/>
        </pc:sldMkLst>
      </pc:sldChg>
      <pc:sldChg chg="del">
        <pc:chgData name="Michael Hill" userId="41dba03d-e58d-4389-9894-554c10310ba4" providerId="ADAL" clId="{EF23FE1D-A042-481E-AFD7-2A9FB0847F54}" dt="2026-01-14T19:02:52.180" v="857" actId="47"/>
        <pc:sldMkLst>
          <pc:docMk/>
          <pc:sldMk cId="3524406473" sldId="434"/>
        </pc:sldMkLst>
      </pc:sldChg>
      <pc:sldChg chg="del">
        <pc:chgData name="Michael Hill" userId="41dba03d-e58d-4389-9894-554c10310ba4" providerId="ADAL" clId="{EF23FE1D-A042-481E-AFD7-2A9FB0847F54}" dt="2026-01-14T19:02:52.180" v="857" actId="47"/>
        <pc:sldMkLst>
          <pc:docMk/>
          <pc:sldMk cId="3685124277" sldId="435"/>
        </pc:sldMkLst>
      </pc:sldChg>
      <pc:sldChg chg="addSp delSp modSp mod">
        <pc:chgData name="Michael Hill" userId="41dba03d-e58d-4389-9894-554c10310ba4" providerId="ADAL" clId="{EF23FE1D-A042-481E-AFD7-2A9FB0847F54}" dt="2026-01-14T19:29:24.029" v="3075"/>
        <pc:sldMkLst>
          <pc:docMk/>
          <pc:sldMk cId="3000963620" sldId="436"/>
        </pc:sldMkLst>
        <pc:spChg chg="add">
          <ac:chgData name="Michael Hill" userId="41dba03d-e58d-4389-9894-554c10310ba4" providerId="ADAL" clId="{EF23FE1D-A042-481E-AFD7-2A9FB0847F54}" dt="2026-01-14T19:29:01.663" v="3067"/>
          <ac:spMkLst>
            <pc:docMk/>
            <pc:sldMk cId="3000963620" sldId="436"/>
            <ac:spMk id="2" creationId="{7280EF95-10F3-CAFC-C307-32616050324C}"/>
          </ac:spMkLst>
        </pc:spChg>
        <pc:spChg chg="add del mod">
          <ac:chgData name="Michael Hill" userId="41dba03d-e58d-4389-9894-554c10310ba4" providerId="ADAL" clId="{EF23FE1D-A042-481E-AFD7-2A9FB0847F54}" dt="2026-01-14T19:29:24.029" v="3075"/>
          <ac:spMkLst>
            <pc:docMk/>
            <pc:sldMk cId="3000963620" sldId="436"/>
            <ac:spMk id="3" creationId="{EE86DD9B-CC7A-A5CF-B167-C5C2AE28C7A4}"/>
          </ac:spMkLst>
        </pc:spChg>
        <pc:spChg chg="mod">
          <ac:chgData name="Michael Hill" userId="41dba03d-e58d-4389-9894-554c10310ba4" providerId="ADAL" clId="{EF23FE1D-A042-481E-AFD7-2A9FB0847F54}" dt="2026-01-14T19:29:22.064" v="3073" actId="20577"/>
          <ac:spMkLst>
            <pc:docMk/>
            <pc:sldMk cId="3000963620" sldId="436"/>
            <ac:spMk id="8" creationId="{58814B91-B138-FE37-B906-5C8275D9BDAA}"/>
          </ac:spMkLst>
        </pc:spChg>
      </pc:sldChg>
      <pc:sldChg chg="del">
        <pc:chgData name="Michael Hill" userId="41dba03d-e58d-4389-9894-554c10310ba4" providerId="ADAL" clId="{EF23FE1D-A042-481E-AFD7-2A9FB0847F54}" dt="2026-01-14T19:02:52.180" v="857" actId="47"/>
        <pc:sldMkLst>
          <pc:docMk/>
          <pc:sldMk cId="3249553638" sldId="437"/>
        </pc:sldMkLst>
      </pc:sldChg>
      <pc:sldChg chg="addSp modSp add mod">
        <pc:chgData name="Michael Hill" userId="41dba03d-e58d-4389-9894-554c10310ba4" providerId="ADAL" clId="{EF23FE1D-A042-481E-AFD7-2A9FB0847F54}" dt="2026-01-14T19:09:49.796" v="1472" actId="1076"/>
        <pc:sldMkLst>
          <pc:docMk/>
          <pc:sldMk cId="4244067363" sldId="437"/>
        </pc:sldMkLst>
        <pc:spChg chg="mod">
          <ac:chgData name="Michael Hill" userId="41dba03d-e58d-4389-9894-554c10310ba4" providerId="ADAL" clId="{EF23FE1D-A042-481E-AFD7-2A9FB0847F54}" dt="2026-01-14T19:07:52.003" v="1203" actId="5793"/>
          <ac:spMkLst>
            <pc:docMk/>
            <pc:sldMk cId="4244067363" sldId="437"/>
            <ac:spMk id="3" creationId="{851E0BC5-1096-8394-ABB2-09F8AE6621F4}"/>
          </ac:spMkLst>
        </pc:spChg>
        <pc:spChg chg="mod">
          <ac:chgData name="Michael Hill" userId="41dba03d-e58d-4389-9894-554c10310ba4" providerId="ADAL" clId="{EF23FE1D-A042-481E-AFD7-2A9FB0847F54}" dt="2026-01-14T19:04:21.328" v="922" actId="1076"/>
          <ac:spMkLst>
            <pc:docMk/>
            <pc:sldMk cId="4244067363" sldId="437"/>
            <ac:spMk id="5" creationId="{922E1663-BCD8-0800-F0AD-D7804FEEE68F}"/>
          </ac:spMkLst>
        </pc:spChg>
        <pc:picChg chg="add mod">
          <ac:chgData name="Michael Hill" userId="41dba03d-e58d-4389-9894-554c10310ba4" providerId="ADAL" clId="{EF23FE1D-A042-481E-AFD7-2A9FB0847F54}" dt="2026-01-14T19:09:49.796" v="1472" actId="1076"/>
          <ac:picMkLst>
            <pc:docMk/>
            <pc:sldMk cId="4244067363" sldId="437"/>
            <ac:picMk id="13314" creationId="{D9D880E7-48AF-8AF6-5438-6FFAD92DC615}"/>
          </ac:picMkLst>
        </pc:picChg>
      </pc:sldChg>
      <pc:sldChg chg="addSp modSp add mod">
        <pc:chgData name="Michael Hill" userId="41dba03d-e58d-4389-9894-554c10310ba4" providerId="ADAL" clId="{EF23FE1D-A042-481E-AFD7-2A9FB0847F54}" dt="2026-01-14T19:10:08.957" v="1477" actId="1076"/>
        <pc:sldMkLst>
          <pc:docMk/>
          <pc:sldMk cId="1378374923" sldId="438"/>
        </pc:sldMkLst>
        <pc:spChg chg="mod">
          <ac:chgData name="Michael Hill" userId="41dba03d-e58d-4389-9894-554c10310ba4" providerId="ADAL" clId="{EF23FE1D-A042-481E-AFD7-2A9FB0847F54}" dt="2026-01-14T19:09:13.124" v="1464" actId="20577"/>
          <ac:spMkLst>
            <pc:docMk/>
            <pc:sldMk cId="1378374923" sldId="438"/>
            <ac:spMk id="3" creationId="{DE967B12-0CEA-8C99-7F40-F8515F646923}"/>
          </ac:spMkLst>
        </pc:spChg>
        <pc:spChg chg="mod">
          <ac:chgData name="Michael Hill" userId="41dba03d-e58d-4389-9894-554c10310ba4" providerId="ADAL" clId="{EF23FE1D-A042-481E-AFD7-2A9FB0847F54}" dt="2026-01-14T19:07:59.912" v="1214" actId="14100"/>
          <ac:spMkLst>
            <pc:docMk/>
            <pc:sldMk cId="1378374923" sldId="438"/>
            <ac:spMk id="5" creationId="{915AB9BC-8846-EC68-7D30-E29B68BDE687}"/>
          </ac:spMkLst>
        </pc:spChg>
        <pc:picChg chg="add mod">
          <ac:chgData name="Michael Hill" userId="41dba03d-e58d-4389-9894-554c10310ba4" providerId="ADAL" clId="{EF23FE1D-A042-481E-AFD7-2A9FB0847F54}" dt="2026-01-14T19:10:08.957" v="1477" actId="1076"/>
          <ac:picMkLst>
            <pc:docMk/>
            <pc:sldMk cId="1378374923" sldId="438"/>
            <ac:picMk id="14338" creationId="{501F2596-794D-4ABB-0065-0077BB73E25C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1-14T19:11:57.592" v="1713" actId="14100"/>
        <pc:sldMkLst>
          <pc:docMk/>
          <pc:sldMk cId="2158280202" sldId="439"/>
        </pc:sldMkLst>
        <pc:spChg chg="mod">
          <ac:chgData name="Michael Hill" userId="41dba03d-e58d-4389-9894-554c10310ba4" providerId="ADAL" clId="{EF23FE1D-A042-481E-AFD7-2A9FB0847F54}" dt="2026-01-14T19:11:15.709" v="1701" actId="20577"/>
          <ac:spMkLst>
            <pc:docMk/>
            <pc:sldMk cId="2158280202" sldId="439"/>
            <ac:spMk id="3" creationId="{D639CC1D-F2A1-E282-ACDB-0BA979E0AC0B}"/>
          </ac:spMkLst>
        </pc:spChg>
        <pc:spChg chg="mod">
          <ac:chgData name="Michael Hill" userId="41dba03d-e58d-4389-9894-554c10310ba4" providerId="ADAL" clId="{EF23FE1D-A042-481E-AFD7-2A9FB0847F54}" dt="2026-01-14T19:11:54.794" v="1711" actId="1076"/>
          <ac:spMkLst>
            <pc:docMk/>
            <pc:sldMk cId="2158280202" sldId="439"/>
            <ac:spMk id="5" creationId="{8AC40FB0-12C9-8C19-0A1C-D66C4107B888}"/>
          </ac:spMkLst>
        </pc:spChg>
        <pc:picChg chg="del">
          <ac:chgData name="Michael Hill" userId="41dba03d-e58d-4389-9894-554c10310ba4" providerId="ADAL" clId="{EF23FE1D-A042-481E-AFD7-2A9FB0847F54}" dt="2026-01-14T19:11:16.439" v="1702" actId="478"/>
          <ac:picMkLst>
            <pc:docMk/>
            <pc:sldMk cId="2158280202" sldId="439"/>
            <ac:picMk id="14338" creationId="{EBB803BD-59E2-2BF9-F972-E33869F4DAF8}"/>
          </ac:picMkLst>
        </pc:picChg>
        <pc:picChg chg="add mod">
          <ac:chgData name="Michael Hill" userId="41dba03d-e58d-4389-9894-554c10310ba4" providerId="ADAL" clId="{EF23FE1D-A042-481E-AFD7-2A9FB0847F54}" dt="2026-01-14T19:11:57.592" v="1713" actId="14100"/>
          <ac:picMkLst>
            <pc:docMk/>
            <pc:sldMk cId="2158280202" sldId="439"/>
            <ac:picMk id="15362" creationId="{5F3C5B61-53E1-FC99-8D85-0309DE47A44F}"/>
          </ac:picMkLst>
        </pc:picChg>
      </pc:sldChg>
      <pc:sldChg chg="delSp modSp add mod">
        <pc:chgData name="Michael Hill" userId="41dba03d-e58d-4389-9894-554c10310ba4" providerId="ADAL" clId="{EF23FE1D-A042-481E-AFD7-2A9FB0847F54}" dt="2026-01-14T19:22:32.467" v="2029" actId="20577"/>
        <pc:sldMkLst>
          <pc:docMk/>
          <pc:sldMk cId="3083192353" sldId="440"/>
        </pc:sldMkLst>
        <pc:spChg chg="mod">
          <ac:chgData name="Michael Hill" userId="41dba03d-e58d-4389-9894-554c10310ba4" providerId="ADAL" clId="{EF23FE1D-A042-481E-AFD7-2A9FB0847F54}" dt="2026-01-14T19:22:32.467" v="2029" actId="20577"/>
          <ac:spMkLst>
            <pc:docMk/>
            <pc:sldMk cId="3083192353" sldId="440"/>
            <ac:spMk id="3" creationId="{CB0699D6-BF66-B442-A231-69BC1A0D0C60}"/>
          </ac:spMkLst>
        </pc:spChg>
        <pc:spChg chg="mod">
          <ac:chgData name="Michael Hill" userId="41dba03d-e58d-4389-9894-554c10310ba4" providerId="ADAL" clId="{EF23FE1D-A042-481E-AFD7-2A9FB0847F54}" dt="2026-01-14T19:21:17.501" v="1732" actId="1076"/>
          <ac:spMkLst>
            <pc:docMk/>
            <pc:sldMk cId="3083192353" sldId="440"/>
            <ac:spMk id="5" creationId="{B05C7E50-1F6B-C70E-25F7-3F65726ED870}"/>
          </ac:spMkLst>
        </pc:spChg>
        <pc:picChg chg="del mod">
          <ac:chgData name="Michael Hill" userId="41dba03d-e58d-4389-9894-554c10310ba4" providerId="ADAL" clId="{EF23FE1D-A042-481E-AFD7-2A9FB0847F54}" dt="2026-01-14T19:21:47.724" v="1834" actId="478"/>
          <ac:picMkLst>
            <pc:docMk/>
            <pc:sldMk cId="3083192353" sldId="440"/>
            <ac:picMk id="15362" creationId="{3CE8E79A-71DE-D4FC-F0E1-A64CBF9766F6}"/>
          </ac:picMkLst>
        </pc:picChg>
      </pc:sldChg>
      <pc:sldChg chg="modSp add mod">
        <pc:chgData name="Michael Hill" userId="41dba03d-e58d-4389-9894-554c10310ba4" providerId="ADAL" clId="{EF23FE1D-A042-481E-AFD7-2A9FB0847F54}" dt="2026-01-14T19:22:59.825" v="2107" actId="20577"/>
        <pc:sldMkLst>
          <pc:docMk/>
          <pc:sldMk cId="2366175526" sldId="441"/>
        </pc:sldMkLst>
        <pc:spChg chg="mod">
          <ac:chgData name="Michael Hill" userId="41dba03d-e58d-4389-9894-554c10310ba4" providerId="ADAL" clId="{EF23FE1D-A042-481E-AFD7-2A9FB0847F54}" dt="2026-01-14T19:22:59.825" v="2107" actId="20577"/>
          <ac:spMkLst>
            <pc:docMk/>
            <pc:sldMk cId="2366175526" sldId="441"/>
            <ac:spMk id="3" creationId="{B7BBA865-F139-F18A-78E8-2D0C83E9BDA9}"/>
          </ac:spMkLst>
        </pc:spChg>
      </pc:sldChg>
      <pc:sldChg chg="modSp add mod">
        <pc:chgData name="Michael Hill" userId="41dba03d-e58d-4389-9894-554c10310ba4" providerId="ADAL" clId="{EF23FE1D-A042-481E-AFD7-2A9FB0847F54}" dt="2026-01-14T19:24:20.182" v="2299" actId="20577"/>
        <pc:sldMkLst>
          <pc:docMk/>
          <pc:sldMk cId="1408474573" sldId="442"/>
        </pc:sldMkLst>
        <pc:spChg chg="mod">
          <ac:chgData name="Michael Hill" userId="41dba03d-e58d-4389-9894-554c10310ba4" providerId="ADAL" clId="{EF23FE1D-A042-481E-AFD7-2A9FB0847F54}" dt="2026-01-14T19:24:20.182" v="2299" actId="20577"/>
          <ac:spMkLst>
            <pc:docMk/>
            <pc:sldMk cId="1408474573" sldId="442"/>
            <ac:spMk id="3" creationId="{B6A45A34-A21F-2D19-1A16-3461F49ECF4F}"/>
          </ac:spMkLst>
        </pc:spChg>
      </pc:sldChg>
      <pc:sldChg chg="modSp add mod">
        <pc:chgData name="Michael Hill" userId="41dba03d-e58d-4389-9894-554c10310ba4" providerId="ADAL" clId="{EF23FE1D-A042-481E-AFD7-2A9FB0847F54}" dt="2026-01-14T19:24:33.862" v="2346" actId="20577"/>
        <pc:sldMkLst>
          <pc:docMk/>
          <pc:sldMk cId="259225229" sldId="443"/>
        </pc:sldMkLst>
        <pc:spChg chg="mod">
          <ac:chgData name="Michael Hill" userId="41dba03d-e58d-4389-9894-554c10310ba4" providerId="ADAL" clId="{EF23FE1D-A042-481E-AFD7-2A9FB0847F54}" dt="2026-01-14T19:24:33.862" v="2346" actId="20577"/>
          <ac:spMkLst>
            <pc:docMk/>
            <pc:sldMk cId="259225229" sldId="443"/>
            <ac:spMk id="3" creationId="{EEEC2E24-0E40-306B-9FBF-AEB72122B37C}"/>
          </ac:spMkLst>
        </pc:spChg>
      </pc:sldChg>
      <pc:sldChg chg="modSp add mod">
        <pc:chgData name="Michael Hill" userId="41dba03d-e58d-4389-9894-554c10310ba4" providerId="ADAL" clId="{EF23FE1D-A042-481E-AFD7-2A9FB0847F54}" dt="2026-01-14T19:25:54.936" v="2813" actId="20577"/>
        <pc:sldMkLst>
          <pc:docMk/>
          <pc:sldMk cId="3988816273" sldId="444"/>
        </pc:sldMkLst>
        <pc:spChg chg="mod">
          <ac:chgData name="Michael Hill" userId="41dba03d-e58d-4389-9894-554c10310ba4" providerId="ADAL" clId="{EF23FE1D-A042-481E-AFD7-2A9FB0847F54}" dt="2026-01-14T19:25:54.936" v="2813" actId="20577"/>
          <ac:spMkLst>
            <pc:docMk/>
            <pc:sldMk cId="3988816273" sldId="444"/>
            <ac:spMk id="3" creationId="{A346AA0E-6E9B-D68A-E2EA-528DED5FDF61}"/>
          </ac:spMkLst>
        </pc:spChg>
        <pc:spChg chg="mod">
          <ac:chgData name="Michael Hill" userId="41dba03d-e58d-4389-9894-554c10310ba4" providerId="ADAL" clId="{EF23FE1D-A042-481E-AFD7-2A9FB0847F54}" dt="2026-01-14T19:24:42.037" v="2355" actId="20577"/>
          <ac:spMkLst>
            <pc:docMk/>
            <pc:sldMk cId="3988816273" sldId="444"/>
            <ac:spMk id="5" creationId="{A3FDE73B-C5FA-7F06-29E4-261574BABE5B}"/>
          </ac:spMkLst>
        </pc:spChg>
      </pc:sldChg>
      <pc:sldChg chg="modSp add mod">
        <pc:chgData name="Michael Hill" userId="41dba03d-e58d-4389-9894-554c10310ba4" providerId="ADAL" clId="{EF23FE1D-A042-481E-AFD7-2A9FB0847F54}" dt="2026-01-14T19:26:09.336" v="2881" actId="20577"/>
        <pc:sldMkLst>
          <pc:docMk/>
          <pc:sldMk cId="955881532" sldId="445"/>
        </pc:sldMkLst>
        <pc:spChg chg="mod">
          <ac:chgData name="Michael Hill" userId="41dba03d-e58d-4389-9894-554c10310ba4" providerId="ADAL" clId="{EF23FE1D-A042-481E-AFD7-2A9FB0847F54}" dt="2026-01-14T19:26:09.336" v="2881" actId="20577"/>
          <ac:spMkLst>
            <pc:docMk/>
            <pc:sldMk cId="955881532" sldId="445"/>
            <ac:spMk id="3" creationId="{39062607-4123-2810-63BF-79446454249B}"/>
          </ac:spMkLst>
        </pc:spChg>
      </pc:sldChg>
      <pc:sldChg chg="modSp add mod">
        <pc:chgData name="Michael Hill" userId="41dba03d-e58d-4389-9894-554c10310ba4" providerId="ADAL" clId="{EF23FE1D-A042-481E-AFD7-2A9FB0847F54}" dt="2026-01-14T19:30:40.547" v="3226" actId="20577"/>
        <pc:sldMkLst>
          <pc:docMk/>
          <pc:sldMk cId="3832448631" sldId="446"/>
        </pc:sldMkLst>
        <pc:spChg chg="mod">
          <ac:chgData name="Michael Hill" userId="41dba03d-e58d-4389-9894-554c10310ba4" providerId="ADAL" clId="{EF23FE1D-A042-481E-AFD7-2A9FB0847F54}" dt="2026-01-14T19:29:34.735" v="3104" actId="20577"/>
          <ac:spMkLst>
            <pc:docMk/>
            <pc:sldMk cId="3832448631" sldId="446"/>
            <ac:spMk id="5" creationId="{48B2DA6F-75AE-2631-7E70-47676E35B7B9}"/>
          </ac:spMkLst>
        </pc:spChg>
        <pc:spChg chg="mod">
          <ac:chgData name="Michael Hill" userId="41dba03d-e58d-4389-9894-554c10310ba4" providerId="ADAL" clId="{EF23FE1D-A042-481E-AFD7-2A9FB0847F54}" dt="2026-01-14T19:30:40.547" v="3226" actId="20577"/>
          <ac:spMkLst>
            <pc:docMk/>
            <pc:sldMk cId="3832448631" sldId="446"/>
            <ac:spMk id="8" creationId="{EF326003-A81F-0ED2-6578-5778CDE8D99C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0007EC-7779-4BAC-8F03-814B556CCD3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DB48C-FCC8-4682-A5C6-34BDEF33D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5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187A-54B1-63BB-0C3C-8EF4407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374D3-5CAC-73C3-D477-B9339FC26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F993-B5C9-DF5C-9651-2609B9AF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4EC4-B1EC-421C-F984-FBF90B88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DB48C-FCC8-4682-A5C6-34BDEF33D27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0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A: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DATABASES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A-16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1205022" y="3695603"/>
            <a:ext cx="8592116" cy="1160918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EXTRACT, TRANSFORM, LOAD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785627" cy="2255680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77431" y="938421"/>
            <a:ext cx="4516539" cy="5391671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Need for ETL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Extract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Transform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Load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Transformation Lab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160867"/>
            <a:ext cx="2903431" cy="928577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733476" y="1244356"/>
            <a:ext cx="9066029" cy="428268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Given the two pieces of information about one person: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Source A – Name: J. Smith, DOB: 1/12/1990, Spend: £50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Source B – Name: John Smith, DOB: 1990-12-01, Spend $60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What happens if a computer sums these up?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What could be done to sum them?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" panose="020B0502040204020203" pitchFamily="34" charset="0"/>
                <a:ea typeface="+mn-ea"/>
                <a:cs typeface="+mn-cs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327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6392-143E-AF29-937D-6BD2CAAB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E6D3C1D-2FC9-5A8F-0680-C3AF2E643DB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1CF06-772E-FF2C-3839-78AAEFA0A11B}"/>
              </a:ext>
            </a:extLst>
          </p:cNvPr>
          <p:cNvSpPr/>
          <p:nvPr/>
        </p:nvSpPr>
        <p:spPr>
          <a:xfrm>
            <a:off x="6157610" y="1363072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F076D-4943-0214-F6EE-FF302EBEC62C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92782C-EA7B-F0D2-017B-9D6E5AEE03F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864B057-355B-8306-248E-60E16CA7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613153" y="-1528902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7FCFCCE3-C51B-5BE3-133A-CC40A879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EA21-E6C0-9AC9-9EB8-E7528ED5B6C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" panose="020B0502040204020203" pitchFamily="34" charset="0"/>
                <a:ea typeface="+mn-ea"/>
                <a:cs typeface="+mn-cs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D6FC8A7-837D-0C82-0508-398DDF1DB9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3612398-5230-03BA-7AB5-DC74EB9B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648B85D8-8113-F692-CDA7-CA2CB6F4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5D819EC-F1E2-670B-A66D-1BF9366A5C98}"/>
              </a:ext>
            </a:extLst>
          </p:cNvPr>
          <p:cNvSpPr/>
          <p:nvPr/>
        </p:nvSpPr>
        <p:spPr>
          <a:xfrm>
            <a:off x="1733476" y="1244356"/>
            <a:ext cx="9066029" cy="428268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Source A – Name: J. Smith, DOB: 1/12/1990, Spend: £50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Source B – Name: John Smith, DOB: 1990-12-01, Spend $60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While we know both of these are the same person, the computer doesn’t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ETL is the process of ensuring different syntax formats represent the same thing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We would need to convert both of these into the same format to add them</a:t>
            </a:r>
          </a:p>
        </p:txBody>
      </p:sp>
    </p:spTree>
    <p:extLst>
      <p:ext uri="{BB962C8B-B14F-4D97-AF65-F5344CB8AC3E}">
        <p14:creationId xmlns:p14="http://schemas.microsoft.com/office/powerpoint/2010/main" val="20981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F4C78-06C3-CCBE-A6E4-DAB02567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587266C-0C7C-0587-AD50-4D73254B565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970333-9DDE-AD61-19CC-D231894BC453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3D7C3BF-8F6B-77C2-092F-14C855F6C91A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11D907-A331-3354-9F65-8614C2BA07F0}"/>
              </a:ext>
            </a:extLst>
          </p:cNvPr>
          <p:cNvSpPr/>
          <p:nvPr/>
        </p:nvSpPr>
        <p:spPr>
          <a:xfrm>
            <a:off x="-161033" y="233565"/>
            <a:ext cx="5190234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NEED FOR ETL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9F2028E-D624-443B-7E3A-BFECB982ECC4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9F2028E-D624-443B-7E3A-BFECB982EC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CB4AEFE-ACDF-9249-68E8-563C3BA47C5E}"/>
              </a:ext>
            </a:extLst>
          </p:cNvPr>
          <p:cNvSpPr/>
          <p:nvPr/>
        </p:nvSpPr>
        <p:spPr>
          <a:xfrm>
            <a:off x="821436" y="1197864"/>
            <a:ext cx="10440893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Operational data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can be messy and siloed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Meaning that the way it’s collected can vary by location or type of data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perform specialized processing in a data warehouse we need a pipeline for the data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ETL: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Extract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Transform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Load</a:t>
            </a:r>
          </a:p>
        </p:txBody>
      </p:sp>
      <p:pic>
        <p:nvPicPr>
          <p:cNvPr id="12290" name="Picture 2" descr="400+ Free Silos Peints &amp; Silo Photos - Pixabay">
            <a:extLst>
              <a:ext uri="{FF2B5EF4-FFF2-40B4-BE49-F238E27FC236}">
                <a16:creationId xmlns:a16="http://schemas.microsoft.com/office/drawing/2014/main" id="{0D10FD11-C8E7-C5B1-F658-0F2B1AEB7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947" y="3621488"/>
            <a:ext cx="3086100" cy="2249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8586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14726-8444-4350-DBA4-AE5ED5A1C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D6E91F9-76B5-0D26-53BB-9A38E1037085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60CD5FC-61F2-DB3F-569B-43AC19C1D3F0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B85A2E-2B80-1065-CBAA-4DCC917373FD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2E1663-BCD8-0800-F0AD-D7804FEEE68F}"/>
              </a:ext>
            </a:extLst>
          </p:cNvPr>
          <p:cNvSpPr/>
          <p:nvPr/>
        </p:nvSpPr>
        <p:spPr>
          <a:xfrm>
            <a:off x="0" y="233565"/>
            <a:ext cx="2828033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EXTRACT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93AD3F7-1BC4-929A-855C-7046BBE9D16B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93AD3F7-1BC4-929A-855C-7046BBE9D1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851E0BC5-1096-8394-ABB2-09F8AE6621F4}"/>
              </a:ext>
            </a:extLst>
          </p:cNvPr>
          <p:cNvSpPr/>
          <p:nvPr/>
        </p:nvSpPr>
        <p:spPr>
          <a:xfrm>
            <a:off x="821436" y="1197864"/>
            <a:ext cx="10440893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Extract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the process of reading data from various disparate sources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Sources may include: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SQL Database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CSV Files/Excel Sheets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Social Media APIs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data from these sources is unlikely to be in the same format, which is why we need…</a:t>
            </a:r>
          </a:p>
        </p:txBody>
      </p:sp>
      <p:pic>
        <p:nvPicPr>
          <p:cNvPr id="13314" name="Picture 2" descr="Plant extracts – Natural Extracts">
            <a:extLst>
              <a:ext uri="{FF2B5EF4-FFF2-40B4-BE49-F238E27FC236}">
                <a16:creationId xmlns:a16="http://schemas.microsoft.com/office/drawing/2014/main" id="{D9D880E7-48AF-8AF6-5438-6FFAD92DC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671" y="1990629"/>
            <a:ext cx="2315559" cy="2315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4067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8CA70-0946-948E-79F9-E12F3F600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2819C7B-6073-072D-0385-25CD1EE0F6C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2617F0-9275-7C31-313E-8A1F1ED63C98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B7F0DA-692F-2D00-D862-6153A8095A92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5AB9BC-8846-EC68-7D30-E29B68BDE687}"/>
              </a:ext>
            </a:extLst>
          </p:cNvPr>
          <p:cNvSpPr/>
          <p:nvPr/>
        </p:nvSpPr>
        <p:spPr>
          <a:xfrm>
            <a:off x="0" y="233565"/>
            <a:ext cx="3371850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TRANSFORM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355A620-F9A1-2C83-1080-7A1F45586B7B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355A620-F9A1-2C83-1080-7A1F45586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E967B12-0CEA-8C99-7F40-F8515F646923}"/>
              </a:ext>
            </a:extLst>
          </p:cNvPr>
          <p:cNvSpPr/>
          <p:nvPr/>
        </p:nvSpPr>
        <p:spPr>
          <a:xfrm>
            <a:off x="821436" y="1197864"/>
            <a:ext cx="10440893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Transform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Data is modified, filtered, and converted into a uniform format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by far the most complex stage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Often referred to as data “cleaning”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Invalid data is not included, or modified to be compliant</a:t>
            </a:r>
          </a:p>
        </p:txBody>
      </p:sp>
      <p:pic>
        <p:nvPicPr>
          <p:cNvPr id="14338" name="Picture 2" descr="Sites-hasbrouk-Site">
            <a:extLst>
              <a:ext uri="{FF2B5EF4-FFF2-40B4-BE49-F238E27FC236}">
                <a16:creationId xmlns:a16="http://schemas.microsoft.com/office/drawing/2014/main" id="{501F2596-794D-4ABB-0065-0077BB73E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182" y="3979050"/>
            <a:ext cx="2878950" cy="287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8374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C379E-D7B1-7F3B-59D5-DA7188BD5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757C397-AC9A-7AB8-D5A7-53081CA0B7B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1112B90-605E-1863-357A-AF2C58478752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1C1B7C-ED53-3EFC-8237-971E65F8A9F7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C40FB0-12C9-8C19-0A1C-D66C4107B888}"/>
              </a:ext>
            </a:extLst>
          </p:cNvPr>
          <p:cNvSpPr/>
          <p:nvPr/>
        </p:nvSpPr>
        <p:spPr>
          <a:xfrm>
            <a:off x="144384" y="233565"/>
            <a:ext cx="2038350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LOAD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6354227-E98E-9936-C390-C1788EDE6D77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6354227-E98E-9936-C390-C1788EDE6D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639CC1D-F2A1-E282-ACDB-0BA979E0AC0B}"/>
              </a:ext>
            </a:extLst>
          </p:cNvPr>
          <p:cNvSpPr/>
          <p:nvPr/>
        </p:nvSpPr>
        <p:spPr>
          <a:xfrm>
            <a:off x="821436" y="1197864"/>
            <a:ext cx="10440893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Load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The newly uniform data is written into the data warehouse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From there, it can be stored permanently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 it’s in the data warehouse, it can then be used for analysis</a:t>
            </a:r>
          </a:p>
        </p:txBody>
      </p:sp>
      <p:pic>
        <p:nvPicPr>
          <p:cNvPr id="15362" name="Picture 2" descr="Jirango">
            <a:extLst>
              <a:ext uri="{FF2B5EF4-FFF2-40B4-BE49-F238E27FC236}">
                <a16:creationId xmlns:a16="http://schemas.microsoft.com/office/drawing/2014/main" id="{5F3C5B61-53E1-FC99-8D85-0309DE47A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6882" y="3430965"/>
            <a:ext cx="3454618" cy="3454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8280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EF1FD8-2423-DB27-3BB4-EDC367B24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0A95FC4-D56A-116E-F83B-B2D4AEBC124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441A938-1EA1-7219-F80A-597768BAF3F9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5D15E8-08F2-82BF-0F29-FA4899B3F705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C7E50-1F6B-C70E-25F7-3F65726ED870}"/>
              </a:ext>
            </a:extLst>
          </p:cNvPr>
          <p:cNvSpPr/>
          <p:nvPr/>
        </p:nvSpPr>
        <p:spPr>
          <a:xfrm>
            <a:off x="0" y="190440"/>
            <a:ext cx="3992498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ETL PRACTICE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0AA4839-82A3-FAE4-020E-5E7433BFD996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0AA4839-82A3-FAE4-020E-5E7433BFD99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CB0699D6-BF66-B442-A231-69BC1A0D0C60}"/>
              </a:ext>
            </a:extLst>
          </p:cNvPr>
          <p:cNvSpPr/>
          <p:nvPr/>
        </p:nvSpPr>
        <p:spPr>
          <a:xfrm>
            <a:off x="821436" y="1197864"/>
            <a:ext cx="10440893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Go to GitHub and download the Lesson A-16 – ETL Practice Spreadsheet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We’re going to be transforming the data in this spreadsheet into a consistent format that could go into a data warehouse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are three reasons that we can’t add it to the data warehouse already? </a:t>
            </a:r>
          </a:p>
        </p:txBody>
      </p:sp>
    </p:spTree>
    <p:extLst>
      <p:ext uri="{BB962C8B-B14F-4D97-AF65-F5344CB8AC3E}">
        <p14:creationId xmlns:p14="http://schemas.microsoft.com/office/powerpoint/2010/main" val="3083192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7F789-36D9-6819-E232-AEA5EE07D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EB250B3-4D20-3D5E-6702-F1B90355006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E4770E-2B22-43D6-C0CA-600A726C182D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6F50AD-7FEF-40B1-F591-B5E1222818D0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78BF5F-3417-E88D-76A7-C6DB47EB4E5F}"/>
              </a:ext>
            </a:extLst>
          </p:cNvPr>
          <p:cNvSpPr/>
          <p:nvPr/>
        </p:nvSpPr>
        <p:spPr>
          <a:xfrm>
            <a:off x="0" y="190440"/>
            <a:ext cx="3992498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ETL PRACTICE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551782E-3147-7DAD-0880-58706EEF4BA2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551782E-3147-7DAD-0880-58706EEF4B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7BBA865-F139-F18A-78E8-2D0C83E9BDA9}"/>
              </a:ext>
            </a:extLst>
          </p:cNvPr>
          <p:cNvSpPr/>
          <p:nvPr/>
        </p:nvSpPr>
        <p:spPr>
          <a:xfrm>
            <a:off x="821436" y="1197864"/>
            <a:ext cx="10440893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are some rules we might be able to use to clean some of this data?</a:t>
            </a:r>
          </a:p>
        </p:txBody>
      </p:sp>
    </p:spTree>
    <p:extLst>
      <p:ext uri="{BB962C8B-B14F-4D97-AF65-F5344CB8AC3E}">
        <p14:creationId xmlns:p14="http://schemas.microsoft.com/office/powerpoint/2010/main" val="2366175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931E0-F4FD-E367-0DC8-674DA9F3F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AF7A41D-4C0C-4275-A0DF-3B796F9E49AA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741083-B3F2-2277-3245-D1953E17E131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6748DB-232D-ADAD-EC9D-BAEA1FEC4F23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DF0E3F-5BEB-FA8E-4D14-0DB2D59A8E6F}"/>
              </a:ext>
            </a:extLst>
          </p:cNvPr>
          <p:cNvSpPr/>
          <p:nvPr/>
        </p:nvSpPr>
        <p:spPr>
          <a:xfrm>
            <a:off x="0" y="190440"/>
            <a:ext cx="3992498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ETL PRACTICE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FD9DC43-18D9-6C86-6368-200956F3DC2C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FD9DC43-18D9-6C86-6368-200956F3DC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6A45A34-A21F-2D19-1A16-3461F49ECF4F}"/>
              </a:ext>
            </a:extLst>
          </p:cNvPr>
          <p:cNvSpPr/>
          <p:nvPr/>
        </p:nvSpPr>
        <p:spPr>
          <a:xfrm>
            <a:off x="821436" y="1197864"/>
            <a:ext cx="10440893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 rules: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Name contains ‘,’ then reverse and remove comma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Gender starts with F then set to Female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Convert GBP to USD using rate 1.34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Convert all to YYYY-MM-DD format</a:t>
            </a:r>
          </a:p>
        </p:txBody>
      </p:sp>
    </p:spTree>
    <p:extLst>
      <p:ext uri="{BB962C8B-B14F-4D97-AF65-F5344CB8AC3E}">
        <p14:creationId xmlns:p14="http://schemas.microsoft.com/office/powerpoint/2010/main" val="1408474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81943-743B-F002-FD24-78DF30EF6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0B76BA0-BE36-6AD6-0454-5D92B53CF08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04ABB78-C856-868C-B01D-BFC9FE933F7D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BA6DFB1-2336-FB72-A44F-958292B9EBD0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B5F85D-D034-BE88-7187-1DE3441EFF00}"/>
              </a:ext>
            </a:extLst>
          </p:cNvPr>
          <p:cNvSpPr/>
          <p:nvPr/>
        </p:nvSpPr>
        <p:spPr>
          <a:xfrm>
            <a:off x="0" y="190440"/>
            <a:ext cx="3992498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ETL PRACTICE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DDB1A4E-50CC-B09B-0311-FEC3F3319C96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DDB1A4E-50CC-B09B-0311-FEC3F3319C9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EEEC2E24-0E40-306B-9FBF-AEB72122B37C}"/>
              </a:ext>
            </a:extLst>
          </p:cNvPr>
          <p:cNvSpPr/>
          <p:nvPr/>
        </p:nvSpPr>
        <p:spPr>
          <a:xfrm>
            <a:off x="821436" y="1197864"/>
            <a:ext cx="10440893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should we do with the data that is blank?</a:t>
            </a:r>
          </a:p>
        </p:txBody>
      </p:sp>
    </p:spTree>
    <p:extLst>
      <p:ext uri="{BB962C8B-B14F-4D97-AF65-F5344CB8AC3E}">
        <p14:creationId xmlns:p14="http://schemas.microsoft.com/office/powerpoint/2010/main" val="259225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80C63-C166-8286-6714-BE5643775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A3104B6-C587-AB53-BBD0-720F3E9220F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E13929-B20E-3088-90D7-8A27319EA122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F315A38-B5C5-F55D-23B7-927FA199B2B1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637D3F-039A-332C-3DC2-D35A039E46FA}"/>
              </a:ext>
            </a:extLst>
          </p:cNvPr>
          <p:cNvSpPr/>
          <p:nvPr/>
        </p:nvSpPr>
        <p:spPr>
          <a:xfrm>
            <a:off x="0" y="190440"/>
            <a:ext cx="3992498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ETL PRACTICE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E3A9F6F-990E-3BBF-5430-B8E1AB4A27A3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E3A9F6F-990E-3BBF-5430-B8E1AB4A27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39062607-4123-2810-63BF-79446454249B}"/>
              </a:ext>
            </a:extLst>
          </p:cNvPr>
          <p:cNvSpPr/>
          <p:nvPr/>
        </p:nvSpPr>
        <p:spPr>
          <a:xfrm>
            <a:off x="821436" y="1197864"/>
            <a:ext cx="10440893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 finish cleaning up the table into a consistent format</a:t>
            </a:r>
          </a:p>
        </p:txBody>
      </p:sp>
    </p:spTree>
    <p:extLst>
      <p:ext uri="{BB962C8B-B14F-4D97-AF65-F5344CB8AC3E}">
        <p14:creationId xmlns:p14="http://schemas.microsoft.com/office/powerpoint/2010/main" val="955881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31019-A348-429D-1D3A-510E62264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14499CA-B695-4CBA-A094-D23DC5C6B79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A2D2C3-EDC0-32A1-226B-F6ADDC1DE9A9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51E8281-A263-081D-DF71-255B16A07AF6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FDE73B-C5FA-7F06-29E4-261574BABE5B}"/>
              </a:ext>
            </a:extLst>
          </p:cNvPr>
          <p:cNvSpPr/>
          <p:nvPr/>
        </p:nvSpPr>
        <p:spPr>
          <a:xfrm>
            <a:off x="0" y="190440"/>
            <a:ext cx="3992498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WHY ETL?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D2C85C3-4BC8-25D1-DE26-AD97283001F7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D2C85C3-4BC8-25D1-DE26-AD97283001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A346AA0E-6E9B-D68A-E2EA-528DED5FDF61}"/>
              </a:ext>
            </a:extLst>
          </p:cNvPr>
          <p:cNvSpPr/>
          <p:nvPr/>
        </p:nvSpPr>
        <p:spPr>
          <a:xfrm>
            <a:off x="821436" y="1197864"/>
            <a:ext cx="10440893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ETL is important for a few reasons: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integrity: ensures that decisions are being made with most up-to-date and consistent data available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Specialized processing: Warehouse is optimized for reading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should transform the data each time we add it (once) instead of each time we get it (multiple times over)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Queries are much faster because of this.</a:t>
            </a:r>
          </a:p>
        </p:txBody>
      </p:sp>
    </p:spTree>
    <p:extLst>
      <p:ext uri="{BB962C8B-B14F-4D97-AF65-F5344CB8AC3E}">
        <p14:creationId xmlns:p14="http://schemas.microsoft.com/office/powerpoint/2010/main" val="3988816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FCE486-DB01-8940-05C9-D3CFA0737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4880032-3BD3-1E1B-E669-ED2FB88CDBA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2CC8493-F8BC-C47C-468A-6E72E5514719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5A2F2A-0CD4-AEAD-A09E-F1518B5CD3F6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92F121-BB61-D31B-2142-DF614C5E4C28}"/>
              </a:ext>
            </a:extLst>
          </p:cNvPr>
          <p:cNvSpPr/>
          <p:nvPr/>
        </p:nvSpPr>
        <p:spPr>
          <a:xfrm>
            <a:off x="679055" y="981992"/>
            <a:ext cx="10483398" cy="564415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Explain the transform stage of the ETL process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Describe how ETL processes can be used to clean up data when merging two databases from different countries [2]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4A2ACE-BD92-7C38-2F7D-600F3B6610A0}"/>
              </a:ext>
            </a:extLst>
          </p:cNvPr>
          <p:cNvSpPr/>
          <p:nvPr/>
        </p:nvSpPr>
        <p:spPr>
          <a:xfrm>
            <a:off x="40871" y="9761"/>
            <a:ext cx="4283725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LAB QUESTION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DD7E6E3-A494-185B-B70B-8FB9D36FFCBF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DD7E6E3-A494-185B-B70B-8FB9D36FFC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0200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68E8C-F309-7FB0-C6D0-F73D9027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33A9AE35-30DC-DA25-61BA-F3BCA2043B6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4C1BEC3-9C36-5B0F-233D-241D8BF6EA22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450DDE-9ECC-733E-0B65-022EEE21BF20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814B91-B138-FE37-B906-5C8275D9BDAA}"/>
              </a:ext>
            </a:extLst>
          </p:cNvPr>
          <p:cNvSpPr/>
          <p:nvPr/>
        </p:nvSpPr>
        <p:spPr>
          <a:xfrm>
            <a:off x="679055" y="981992"/>
            <a:ext cx="10483398" cy="564415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Explain the transform stage of the ETL process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Award 1 mark for: Identifying a specific inconsistency (e.g., currency, date formats, or naming conventions).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Describe how ETL processes can be used to clean up data when merging two databases from different countries [2]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Award 1 mark for: Identifying a specific inconsistency (e.g., currency, date formats, or naming conventions).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Award 1 mark for: Explaining that the ETL process applies rules to convert these into a single standard so that analysis/comparisons are accurate.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E135E-C188-4A3F-6463-58403D003887}"/>
              </a:ext>
            </a:extLst>
          </p:cNvPr>
          <p:cNvSpPr/>
          <p:nvPr/>
        </p:nvSpPr>
        <p:spPr>
          <a:xfrm>
            <a:off x="40871" y="9761"/>
            <a:ext cx="4283725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LAB QUESTION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635671D-8F0C-A98A-9FF1-E5A5207E1D5D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635671D-8F0C-A98A-9FF1-E5A5207E1D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0963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97A0A7-4E6D-5EBF-EA38-BC53E9F4D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65AECE4-B8DD-2151-543D-E3D9FD10EAE5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BC7E535-FBCF-0B78-28DF-12A79305F91A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C0147D-AC35-5E9D-18D1-56A3F1FDF88D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326003-A81F-0ED2-6578-5778CDE8D99C}"/>
              </a:ext>
            </a:extLst>
          </p:cNvPr>
          <p:cNvSpPr/>
          <p:nvPr/>
        </p:nvSpPr>
        <p:spPr>
          <a:xfrm>
            <a:off x="679055" y="981992"/>
            <a:ext cx="10483398" cy="564415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There’s a short ETL worksheet available on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Github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good luck!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B2DA6F-75AE-2631-7E70-47676E35B7B9}"/>
              </a:ext>
            </a:extLst>
          </p:cNvPr>
          <p:cNvSpPr/>
          <p:nvPr/>
        </p:nvSpPr>
        <p:spPr>
          <a:xfrm>
            <a:off x="40871" y="9761"/>
            <a:ext cx="4283725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SHORT ETL WS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5EDDC18-6A5B-A1CB-4D57-1D89049E75FF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5EDDC18-6A5B-A1CB-4D57-1D89049E75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2448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FF432-3742-E8CF-89DA-84C94CDD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CD3DCD2-C74C-95D3-8AE9-68F3C6AEDF4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7092CD-4DF3-59F0-5AB9-E50FA41C490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C3CAB5-3061-5F94-A88E-C0BDD9B048E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EAB6A-CE7C-862A-42E1-D86D8C4198B3}"/>
              </a:ext>
            </a:extLst>
          </p:cNvPr>
          <p:cNvSpPr/>
          <p:nvPr/>
        </p:nvSpPr>
        <p:spPr>
          <a:xfrm>
            <a:off x="330518" y="1120703"/>
            <a:ext cx="4837227" cy="5598444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Extract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Transform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Load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FD995-70BC-6581-0161-071153C10586}"/>
              </a:ext>
            </a:extLst>
          </p:cNvPr>
          <p:cNvSpPr/>
          <p:nvPr/>
        </p:nvSpPr>
        <p:spPr>
          <a:xfrm>
            <a:off x="-297523" y="201730"/>
            <a:ext cx="6265695" cy="736691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 TO REMEMBER</a:t>
            </a:r>
          </a:p>
        </p:txBody>
      </p:sp>
      <p:pic>
        <p:nvPicPr>
          <p:cNvPr id="6" name="Picture 5" descr="A cartoon of a person with a large brain&#10;&#10;AI-generated content may be incorrect.">
            <a:extLst>
              <a:ext uri="{FF2B5EF4-FFF2-40B4-BE49-F238E27FC236}">
                <a16:creationId xmlns:a16="http://schemas.microsoft.com/office/drawing/2014/main" id="{ADD5DD30-FEB4-6F2F-CD56-BC8E3371E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8" b="909"/>
          <a:stretch>
            <a:fillRect/>
          </a:stretch>
        </p:blipFill>
        <p:spPr>
          <a:xfrm flipH="1">
            <a:off x="7198831" y="2629528"/>
            <a:ext cx="3767602" cy="33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0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25 L 0.00221 0.025 C 0.00169 0.01898 0.00091 0.01296 0.00052 0.00694 C 0.00013 -0.00255 0.00091 -0.01204 3.75E-6 -0.0213 C -0.00105 -0.03241 -0.00365 -0.04329 -0.00508 -0.0544 C -0.00834 -0.0794 -0.00912 -0.08843 -0.01693 -0.11759 C -0.02032 -0.13009 -0.02318 -0.14329 -0.02709 -0.15556 C -0.02878 -0.16088 -0.03034 -0.16643 -0.03217 -0.17153 C -0.03373 -0.17639 -0.03568 -0.18079 -0.03724 -0.18565 C -0.03881 -0.19097 -0.03959 -0.19699 -0.04167 -0.20162 C -0.04558 -0.20995 -0.06459 -0.24028 -0.06993 -0.24676 C -0.07709 -0.25579 -0.07813 -0.25255 -0.08568 -0.25694 C -0.0892 -0.2588 -0.09245 -0.26157 -0.09584 -0.26389 C -0.10651 -0.27083 -0.11407 -0.27569 -0.12461 -0.27986 C -0.13776 -0.28518 -0.16407 -0.29491 -0.16407 -0.29491 L -0.19336 -0.2919 C -0.19662 -0.29143 -0.19987 -0.2912 -0.203 -0.29005 C -0.21029 -0.28704 -0.22526 -0.27431 -0.22891 -0.26898 C -0.23125 -0.26551 -0.23321 -0.26181 -0.23568 -0.2588 C -0.23646 -0.25787 -0.23464 -0.26157 -0.23399 -0.26296 C -0.2319 -0.26759 -0.23021 -0.27268 -0.22787 -0.27685 C -0.22539 -0.28125 -0.22331 -0.28634 -0.22045 -0.29005 C -0.21185 -0.30046 -0.19558 -0.31319 -0.18607 -0.31991 C -0.17813 -0.32569 -0.17019 -0.33194 -0.16185 -0.33611 C -0.13646 -0.34838 -0.11081 -0.35833 -0.08516 -0.36921 C -0.07565 -0.37315 -0.06602 -0.37662 -0.05638 -0.38009 C -0.04089 -0.38588 -0.02592 -0.39074 -0.01016 -0.39421 C -0.00039 -0.3963 0.00937 -0.39745 0.01914 -0.39931 C 0.04739 -0.39815 0.07565 -0.39907 0.10377 -0.3963 C 0.10989 -0.3956 0.11588 -0.3919 0.12187 -0.38912 C 0.13255 -0.38449 0.14323 -0.37893 0.15403 -0.37407 C 0.2095 -0.34884 0.13476 -0.38449 0.19179 -0.35602 C 0.19687 -0.3537 0.20208 -0.35231 0.20703 -0.34907 C 0.21354 -0.34468 0.21966 -0.33796 0.22617 -0.3331 C 0.22838 -0.33148 0.23073 -0.33009 0.23294 -0.32801 C 0.23463 -0.32639 0.2358 -0.32384 0.2375 -0.32199 C 0.2388 -0.32037 0.24049 -0.31944 0.24192 -0.31806 C 0.24323 -0.31667 0.24453 -0.31528 0.24596 -0.31412 C 0.24427 -0.31806 0.24297 -0.32292 0.24088 -0.32593 C 0.22252 -0.35255 0.19974 -0.37014 0.17877 -0.38727 C 0.16562 -0.39792 0.15247 -0.4088 0.1388 -0.41736 C 0.0888 -0.44815 0.04114 -0.47222 -0.01185 -0.48148 C -0.07318 -0.49213 -0.27201 -0.4919 -0.30847 -0.49236 C -0.36537 -0.48704 -0.42266 -0.48796 -0.4793 -0.47639 C -0.48386 -0.47546 -0.56172 -0.44329 -0.59271 -0.43032 C -0.60052 -0.42708 -0.60834 -0.42268 -0.61641 -0.42037 C -0.64636 -0.41111 -0.68008 -0.40162 -0.70834 -0.38611 C -0.71993 -0.37986 -0.73203 -0.37546 -0.74323 -0.36713 C -0.76029 -0.35463 -0.77631 -0.33704 -0.79336 -0.32407 C -0.79636 -0.32176 -0.81472 -0.30833 -0.81927 -0.30301 C -0.85704 -0.25833 -0.7668 -0.34653 -0.85365 -0.26481 C -0.86133 -0.25764 -0.86901 -0.25069 -0.87683 -0.24375 C -0.88711 -0.23472 -0.89766 -0.22639 -0.90782 -0.21667 C -0.92592 -0.19931 -0.94493 -0.18495 -0.96198 -0.16458 L -0.98907 -0.13264 C -0.99519 -0.08843 -0.99245 -0.11667 -0.99245 -0.0463 " pathEditMode="relative" ptsTypes="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19198</TotalTime>
  <Words>695</Words>
  <Application>Microsoft Office PowerPoint</Application>
  <PresentationFormat>Widescreen</PresentationFormat>
  <Paragraphs>89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19</cp:revision>
  <dcterms:created xsi:type="dcterms:W3CDTF">2025-08-11T14:07:39Z</dcterms:created>
  <dcterms:modified xsi:type="dcterms:W3CDTF">2026-01-14T19:31:14Z</dcterms:modified>
</cp:coreProperties>
</file>