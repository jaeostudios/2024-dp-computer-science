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96" r:id="rId4"/>
    <p:sldId id="297" r:id="rId5"/>
    <p:sldId id="417" r:id="rId6"/>
    <p:sldId id="436" r:id="rId7"/>
    <p:sldId id="437" r:id="rId8"/>
    <p:sldId id="438" r:id="rId9"/>
    <p:sldId id="439" r:id="rId10"/>
    <p:sldId id="440" r:id="rId11"/>
    <p:sldId id="441" r:id="rId12"/>
    <p:sldId id="442" r:id="rId13"/>
    <p:sldId id="443" r:id="rId14"/>
    <p:sldId id="444" r:id="rId15"/>
    <p:sldId id="445" r:id="rId16"/>
    <p:sldId id="446" r:id="rId17"/>
    <p:sldId id="447" r:id="rId18"/>
    <p:sldId id="448" r:id="rId19"/>
    <p:sldId id="35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455D"/>
    <a:srgbClr val="516881"/>
    <a:srgbClr val="326648"/>
    <a:srgbClr val="388049"/>
    <a:srgbClr val="274F3F"/>
    <a:srgbClr val="2A4C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8D6911-0DA3-4661-9E4C-F96D3AD7C1F1}" v="24" dt="2026-02-04T21:41:20.5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46" autoAdjust="0"/>
    <p:restoredTop sz="94660"/>
  </p:normalViewPr>
  <p:slideViewPr>
    <p:cSldViewPr snapToGrid="0">
      <p:cViewPr varScale="1">
        <p:scale>
          <a:sx n="60" d="100"/>
          <a:sy n="60" d="100"/>
        </p:scale>
        <p:origin x="84" y="10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custSel addSld delSld modSld">
      <pc:chgData name="Michael Hill" userId="41dba03d-e58d-4389-9894-554c10310ba4" providerId="ADAL" clId="{EF23FE1D-A042-481E-AFD7-2A9FB0847F54}" dt="2026-02-05T18:00:22.849" v="4348" actId="20577"/>
      <pc:docMkLst>
        <pc:docMk/>
      </pc:docMkLst>
      <pc:sldChg chg="modSp mod">
        <pc:chgData name="Michael Hill" userId="41dba03d-e58d-4389-9894-554c10310ba4" providerId="ADAL" clId="{EF23FE1D-A042-481E-AFD7-2A9FB0847F54}" dt="2026-02-04T21:08:41.449" v="17" actId="14100"/>
        <pc:sldMkLst>
          <pc:docMk/>
          <pc:sldMk cId="1878848435" sldId="256"/>
        </pc:sldMkLst>
        <pc:spChg chg="mod">
          <ac:chgData name="Michael Hill" userId="41dba03d-e58d-4389-9894-554c10310ba4" providerId="ADAL" clId="{EF23FE1D-A042-481E-AFD7-2A9FB0847F54}" dt="2026-02-04T21:08:30.745" v="1" actId="20577"/>
          <ac:spMkLst>
            <pc:docMk/>
            <pc:sldMk cId="1878848435" sldId="256"/>
            <ac:spMk id="5" creationId="{18C18ECD-1A29-4735-FBF9-2230E3FED94F}"/>
          </ac:spMkLst>
        </pc:spChg>
        <pc:spChg chg="mod">
          <ac:chgData name="Michael Hill" userId="41dba03d-e58d-4389-9894-554c10310ba4" providerId="ADAL" clId="{EF23FE1D-A042-481E-AFD7-2A9FB0847F54}" dt="2026-02-04T21:08:41.449" v="17" actId="14100"/>
          <ac:spMkLst>
            <pc:docMk/>
            <pc:sldMk cId="1878848435" sldId="256"/>
            <ac:spMk id="6" creationId="{945BB639-AC69-FE40-4352-5D3077A94591}"/>
          </ac:spMkLst>
        </pc:spChg>
      </pc:sldChg>
      <pc:sldChg chg="modSp mod">
        <pc:chgData name="Michael Hill" userId="41dba03d-e58d-4389-9894-554c10310ba4" providerId="ADAL" clId="{EF23FE1D-A042-481E-AFD7-2A9FB0847F54}" dt="2026-02-04T21:09:16.587" v="87" actId="20577"/>
        <pc:sldMkLst>
          <pc:docMk/>
          <pc:sldMk cId="854122100" sldId="257"/>
        </pc:sldMkLst>
        <pc:spChg chg="mod">
          <ac:chgData name="Michael Hill" userId="41dba03d-e58d-4389-9894-554c10310ba4" providerId="ADAL" clId="{EF23FE1D-A042-481E-AFD7-2A9FB0847F54}" dt="2026-02-04T21:09:16.587" v="87" actId="20577"/>
          <ac:spMkLst>
            <pc:docMk/>
            <pc:sldMk cId="854122100" sldId="257"/>
            <ac:spMk id="8" creationId="{4D7671A2-401B-58C3-4049-2F9F2E07BD91}"/>
          </ac:spMkLst>
        </pc:spChg>
      </pc:sldChg>
      <pc:sldChg chg="modSp mod">
        <pc:chgData name="Michael Hill" userId="41dba03d-e58d-4389-9894-554c10310ba4" providerId="ADAL" clId="{EF23FE1D-A042-481E-AFD7-2A9FB0847F54}" dt="2026-02-04T21:11:26.691" v="148" actId="20577"/>
        <pc:sldMkLst>
          <pc:docMk/>
          <pc:sldMk cId="4221327636" sldId="296"/>
        </pc:sldMkLst>
        <pc:spChg chg="mod">
          <ac:chgData name="Michael Hill" userId="41dba03d-e58d-4389-9894-554c10310ba4" providerId="ADAL" clId="{EF23FE1D-A042-481E-AFD7-2A9FB0847F54}" dt="2026-02-04T21:11:26.691" v="148" actId="20577"/>
          <ac:spMkLst>
            <pc:docMk/>
            <pc:sldMk cId="4221327636" sldId="296"/>
            <ac:spMk id="8" creationId="{9D3B4A7A-A70B-0C4A-C7FF-462ADF36D440}"/>
          </ac:spMkLst>
        </pc:spChg>
      </pc:sldChg>
      <pc:sldChg chg="modSp mod">
        <pc:chgData name="Michael Hill" userId="41dba03d-e58d-4389-9894-554c10310ba4" providerId="ADAL" clId="{EF23FE1D-A042-481E-AFD7-2A9FB0847F54}" dt="2026-02-04T21:17:00.798" v="605" actId="255"/>
        <pc:sldMkLst>
          <pc:docMk/>
          <pc:sldMk cId="2098128014" sldId="297"/>
        </pc:sldMkLst>
        <pc:spChg chg="mod">
          <ac:chgData name="Michael Hill" userId="41dba03d-e58d-4389-9894-554c10310ba4" providerId="ADAL" clId="{EF23FE1D-A042-481E-AFD7-2A9FB0847F54}" dt="2026-02-04T21:17:00.798" v="605" actId="255"/>
          <ac:spMkLst>
            <pc:docMk/>
            <pc:sldMk cId="2098128014" sldId="297"/>
            <ac:spMk id="3" creationId="{35D819EC-F1E2-670B-A66D-1BF9366A5C98}"/>
          </ac:spMkLst>
        </pc:spChg>
      </pc:sldChg>
      <pc:sldChg chg="modSp mod">
        <pc:chgData name="Michael Hill" userId="41dba03d-e58d-4389-9894-554c10310ba4" providerId="ADAL" clId="{EF23FE1D-A042-481E-AFD7-2A9FB0847F54}" dt="2026-02-05T18:00:22.849" v="4348" actId="20577"/>
        <pc:sldMkLst>
          <pc:docMk/>
          <pc:sldMk cId="491706548" sldId="355"/>
        </pc:sldMkLst>
        <pc:spChg chg="mod">
          <ac:chgData name="Michael Hill" userId="41dba03d-e58d-4389-9894-554c10310ba4" providerId="ADAL" clId="{EF23FE1D-A042-481E-AFD7-2A9FB0847F54}" dt="2026-02-05T18:00:22.849" v="4348" actId="20577"/>
          <ac:spMkLst>
            <pc:docMk/>
            <pc:sldMk cId="491706548" sldId="355"/>
            <ac:spMk id="8" creationId="{32CEAB6A-CE7C-862A-42E1-D86D8C4198B3}"/>
          </ac:spMkLst>
        </pc:spChg>
      </pc:sldChg>
      <pc:sldChg chg="addSp delSp modSp mod">
        <pc:chgData name="Michael Hill" userId="41dba03d-e58d-4389-9894-554c10310ba4" providerId="ADAL" clId="{EF23FE1D-A042-481E-AFD7-2A9FB0847F54}" dt="2026-02-04T21:19:08.627" v="797" actId="1076"/>
        <pc:sldMkLst>
          <pc:docMk/>
          <pc:sldMk cId="978586516" sldId="417"/>
        </pc:sldMkLst>
        <pc:spChg chg="mod">
          <ac:chgData name="Michael Hill" userId="41dba03d-e58d-4389-9894-554c10310ba4" providerId="ADAL" clId="{EF23FE1D-A042-481E-AFD7-2A9FB0847F54}" dt="2026-02-04T21:18:23.393" v="795" actId="113"/>
          <ac:spMkLst>
            <pc:docMk/>
            <pc:sldMk cId="978586516" sldId="417"/>
            <ac:spMk id="3" creationId="{9CB4AEFE-ACDF-9249-68E8-563C3BA47C5E}"/>
          </ac:spMkLst>
        </pc:spChg>
        <pc:spChg chg="mod">
          <ac:chgData name="Michael Hill" userId="41dba03d-e58d-4389-9894-554c10310ba4" providerId="ADAL" clId="{EF23FE1D-A042-481E-AFD7-2A9FB0847F54}" dt="2026-02-04T21:17:45.960" v="633" actId="14100"/>
          <ac:spMkLst>
            <pc:docMk/>
            <pc:sldMk cId="978586516" sldId="417"/>
            <ac:spMk id="5" creationId="{1E11D907-A331-3354-9F65-8614C2BA07F0}"/>
          </ac:spMkLst>
        </pc:spChg>
        <pc:picChg chg="del">
          <ac:chgData name="Michael Hill" userId="41dba03d-e58d-4389-9894-554c10310ba4" providerId="ADAL" clId="{EF23FE1D-A042-481E-AFD7-2A9FB0847F54}" dt="2026-02-04T21:18:08.277" v="792" actId="478"/>
          <ac:picMkLst>
            <pc:docMk/>
            <pc:sldMk cId="978586516" sldId="417"/>
            <ac:picMk id="2" creationId="{E6FDED71-668B-793E-5826-BAE8AA025A41}"/>
          </ac:picMkLst>
        </pc:picChg>
        <pc:picChg chg="add mod">
          <ac:chgData name="Michael Hill" userId="41dba03d-e58d-4389-9894-554c10310ba4" providerId="ADAL" clId="{EF23FE1D-A042-481E-AFD7-2A9FB0847F54}" dt="2026-02-04T21:19:08.627" v="797" actId="1076"/>
          <ac:picMkLst>
            <pc:docMk/>
            <pc:sldMk cId="978586516" sldId="417"/>
            <ac:picMk id="1028" creationId="{30836A06-FBE1-05F4-16F9-DB4C4EA56CC5}"/>
          </ac:picMkLst>
        </pc:picChg>
      </pc:sldChg>
      <pc:sldChg chg="del">
        <pc:chgData name="Michael Hill" userId="41dba03d-e58d-4389-9894-554c10310ba4" providerId="ADAL" clId="{EF23FE1D-A042-481E-AFD7-2A9FB0847F54}" dt="2026-02-04T21:19:13.770" v="798" actId="47"/>
        <pc:sldMkLst>
          <pc:docMk/>
          <pc:sldMk cId="252666418" sldId="418"/>
        </pc:sldMkLst>
      </pc:sldChg>
      <pc:sldChg chg="del">
        <pc:chgData name="Michael Hill" userId="41dba03d-e58d-4389-9894-554c10310ba4" providerId="ADAL" clId="{EF23FE1D-A042-481E-AFD7-2A9FB0847F54}" dt="2026-02-04T21:19:13.770" v="798" actId="47"/>
        <pc:sldMkLst>
          <pc:docMk/>
          <pc:sldMk cId="3776571737" sldId="419"/>
        </pc:sldMkLst>
      </pc:sldChg>
      <pc:sldChg chg="del">
        <pc:chgData name="Michael Hill" userId="41dba03d-e58d-4389-9894-554c10310ba4" providerId="ADAL" clId="{EF23FE1D-A042-481E-AFD7-2A9FB0847F54}" dt="2026-02-05T17:59:04.052" v="4297" actId="47"/>
        <pc:sldMkLst>
          <pc:docMk/>
          <pc:sldMk cId="1540435510" sldId="435"/>
        </pc:sldMkLst>
      </pc:sldChg>
      <pc:sldChg chg="addSp delSp modSp add mod">
        <pc:chgData name="Michael Hill" userId="41dba03d-e58d-4389-9894-554c10310ba4" providerId="ADAL" clId="{EF23FE1D-A042-481E-AFD7-2A9FB0847F54}" dt="2026-02-04T21:23:38.669" v="1251" actId="1076"/>
        <pc:sldMkLst>
          <pc:docMk/>
          <pc:sldMk cId="452985206" sldId="436"/>
        </pc:sldMkLst>
        <pc:spChg chg="mod">
          <ac:chgData name="Michael Hill" userId="41dba03d-e58d-4389-9894-554c10310ba4" providerId="ADAL" clId="{EF23FE1D-A042-481E-AFD7-2A9FB0847F54}" dt="2026-02-04T21:23:36.495" v="1250" actId="14100"/>
          <ac:spMkLst>
            <pc:docMk/>
            <pc:sldMk cId="452985206" sldId="436"/>
            <ac:spMk id="3" creationId="{971C85B2-88FE-3ACD-9FFA-184C9C8C0DA5}"/>
          </ac:spMkLst>
        </pc:spChg>
        <pc:spChg chg="mod">
          <ac:chgData name="Michael Hill" userId="41dba03d-e58d-4389-9894-554c10310ba4" providerId="ADAL" clId="{EF23FE1D-A042-481E-AFD7-2A9FB0847F54}" dt="2026-02-04T21:19:33.804" v="824" actId="14100"/>
          <ac:spMkLst>
            <pc:docMk/>
            <pc:sldMk cId="452985206" sldId="436"/>
            <ac:spMk id="5" creationId="{D1AF1533-5C3F-7096-9244-8BCA49DAAAFF}"/>
          </ac:spMkLst>
        </pc:spChg>
        <pc:picChg chg="del">
          <ac:chgData name="Michael Hill" userId="41dba03d-e58d-4389-9894-554c10310ba4" providerId="ADAL" clId="{EF23FE1D-A042-481E-AFD7-2A9FB0847F54}" dt="2026-02-04T21:20:23.573" v="937" actId="478"/>
          <ac:picMkLst>
            <pc:docMk/>
            <pc:sldMk cId="452985206" sldId="436"/>
            <ac:picMk id="1028" creationId="{C8B806F4-C163-F542-2315-721619B721D7}"/>
          </ac:picMkLst>
        </pc:picChg>
        <pc:picChg chg="add mod">
          <ac:chgData name="Michael Hill" userId="41dba03d-e58d-4389-9894-554c10310ba4" providerId="ADAL" clId="{EF23FE1D-A042-481E-AFD7-2A9FB0847F54}" dt="2026-02-04T21:23:38.669" v="1251" actId="1076"/>
          <ac:picMkLst>
            <pc:docMk/>
            <pc:sldMk cId="452985206" sldId="436"/>
            <ac:picMk id="11266" creationId="{100661B2-A4C9-D2E4-B731-0A4647C64C71}"/>
          </ac:picMkLst>
        </pc:picChg>
      </pc:sldChg>
      <pc:sldChg chg="del">
        <pc:chgData name="Michael Hill" userId="41dba03d-e58d-4389-9894-554c10310ba4" providerId="ADAL" clId="{EF23FE1D-A042-481E-AFD7-2A9FB0847F54}" dt="2026-02-04T21:19:13.770" v="798" actId="47"/>
        <pc:sldMkLst>
          <pc:docMk/>
          <pc:sldMk cId="4144619083" sldId="436"/>
        </pc:sldMkLst>
      </pc:sldChg>
      <pc:sldChg chg="modSp add mod">
        <pc:chgData name="Michael Hill" userId="41dba03d-e58d-4389-9894-554c10310ba4" providerId="ADAL" clId="{EF23FE1D-A042-481E-AFD7-2A9FB0847F54}" dt="2026-02-04T21:26:03.429" v="1460" actId="14100"/>
        <pc:sldMkLst>
          <pc:docMk/>
          <pc:sldMk cId="592093834" sldId="437"/>
        </pc:sldMkLst>
        <pc:spChg chg="mod">
          <ac:chgData name="Michael Hill" userId="41dba03d-e58d-4389-9894-554c10310ba4" providerId="ADAL" clId="{EF23FE1D-A042-481E-AFD7-2A9FB0847F54}" dt="2026-02-04T21:26:03.429" v="1460" actId="14100"/>
          <ac:spMkLst>
            <pc:docMk/>
            <pc:sldMk cId="592093834" sldId="437"/>
            <ac:spMk id="3" creationId="{49D730D7-B4E5-4005-59E9-8863CFB0DE87}"/>
          </ac:spMkLst>
        </pc:spChg>
        <pc:picChg chg="mod">
          <ac:chgData name="Michael Hill" userId="41dba03d-e58d-4389-9894-554c10310ba4" providerId="ADAL" clId="{EF23FE1D-A042-481E-AFD7-2A9FB0847F54}" dt="2026-02-04T21:25:48.051" v="1414" actId="1076"/>
          <ac:picMkLst>
            <pc:docMk/>
            <pc:sldMk cId="592093834" sldId="437"/>
            <ac:picMk id="11266" creationId="{AE194204-1F45-E6DB-EFB8-5AD1DCB57D44}"/>
          </ac:picMkLst>
        </pc:picChg>
      </pc:sldChg>
      <pc:sldChg chg="del">
        <pc:chgData name="Michael Hill" userId="41dba03d-e58d-4389-9894-554c10310ba4" providerId="ADAL" clId="{EF23FE1D-A042-481E-AFD7-2A9FB0847F54}" dt="2026-02-04T21:19:13.770" v="798" actId="47"/>
        <pc:sldMkLst>
          <pc:docMk/>
          <pc:sldMk cId="4098465139" sldId="437"/>
        </pc:sldMkLst>
      </pc:sldChg>
      <pc:sldChg chg="del">
        <pc:chgData name="Michael Hill" userId="41dba03d-e58d-4389-9894-554c10310ba4" providerId="ADAL" clId="{EF23FE1D-A042-481E-AFD7-2A9FB0847F54}" dt="2026-02-04T21:19:13.770" v="798" actId="47"/>
        <pc:sldMkLst>
          <pc:docMk/>
          <pc:sldMk cId="675286882" sldId="438"/>
        </pc:sldMkLst>
      </pc:sldChg>
      <pc:sldChg chg="modSp add mod">
        <pc:chgData name="Michael Hill" userId="41dba03d-e58d-4389-9894-554c10310ba4" providerId="ADAL" clId="{EF23FE1D-A042-481E-AFD7-2A9FB0847F54}" dt="2026-02-04T21:30:42.440" v="1827" actId="14100"/>
        <pc:sldMkLst>
          <pc:docMk/>
          <pc:sldMk cId="4007804372" sldId="438"/>
        </pc:sldMkLst>
        <pc:spChg chg="mod">
          <ac:chgData name="Michael Hill" userId="41dba03d-e58d-4389-9894-554c10310ba4" providerId="ADAL" clId="{EF23FE1D-A042-481E-AFD7-2A9FB0847F54}" dt="2026-02-04T21:30:42.440" v="1827" actId="14100"/>
          <ac:spMkLst>
            <pc:docMk/>
            <pc:sldMk cId="4007804372" sldId="438"/>
            <ac:spMk id="3" creationId="{08CCF23F-F3B8-60EA-34B9-9D331A36BEBB}"/>
          </ac:spMkLst>
        </pc:spChg>
      </pc:sldChg>
      <pc:sldChg chg="modSp add mod">
        <pc:chgData name="Michael Hill" userId="41dba03d-e58d-4389-9894-554c10310ba4" providerId="ADAL" clId="{EF23FE1D-A042-481E-AFD7-2A9FB0847F54}" dt="2026-02-04T21:31:14.421" v="1954" actId="20577"/>
        <pc:sldMkLst>
          <pc:docMk/>
          <pc:sldMk cId="1729403603" sldId="439"/>
        </pc:sldMkLst>
        <pc:spChg chg="mod">
          <ac:chgData name="Michael Hill" userId="41dba03d-e58d-4389-9894-554c10310ba4" providerId="ADAL" clId="{EF23FE1D-A042-481E-AFD7-2A9FB0847F54}" dt="2026-02-04T21:31:14.421" v="1954" actId="20577"/>
          <ac:spMkLst>
            <pc:docMk/>
            <pc:sldMk cId="1729403603" sldId="439"/>
            <ac:spMk id="3" creationId="{40A636F1-67EA-F1BD-B903-26C063A6E73C}"/>
          </ac:spMkLst>
        </pc:spChg>
      </pc:sldChg>
      <pc:sldChg chg="del">
        <pc:chgData name="Michael Hill" userId="41dba03d-e58d-4389-9894-554c10310ba4" providerId="ADAL" clId="{EF23FE1D-A042-481E-AFD7-2A9FB0847F54}" dt="2026-02-04T21:19:13.770" v="798" actId="47"/>
        <pc:sldMkLst>
          <pc:docMk/>
          <pc:sldMk cId="1986375129" sldId="439"/>
        </pc:sldMkLst>
      </pc:sldChg>
      <pc:sldChg chg="addSp delSp modSp add mod">
        <pc:chgData name="Michael Hill" userId="41dba03d-e58d-4389-9894-554c10310ba4" providerId="ADAL" clId="{EF23FE1D-A042-481E-AFD7-2A9FB0847F54}" dt="2026-02-04T21:34:58.155" v="2331" actId="1076"/>
        <pc:sldMkLst>
          <pc:docMk/>
          <pc:sldMk cId="1744157937" sldId="440"/>
        </pc:sldMkLst>
        <pc:spChg chg="mod">
          <ac:chgData name="Michael Hill" userId="41dba03d-e58d-4389-9894-554c10310ba4" providerId="ADAL" clId="{EF23FE1D-A042-481E-AFD7-2A9FB0847F54}" dt="2026-02-04T21:34:56.755" v="2330" actId="14100"/>
          <ac:spMkLst>
            <pc:docMk/>
            <pc:sldMk cId="1744157937" sldId="440"/>
            <ac:spMk id="3" creationId="{BB0BAF9D-D455-F56A-0FDD-D8218E1BAF3E}"/>
          </ac:spMkLst>
        </pc:spChg>
        <pc:spChg chg="mod">
          <ac:chgData name="Michael Hill" userId="41dba03d-e58d-4389-9894-554c10310ba4" providerId="ADAL" clId="{EF23FE1D-A042-481E-AFD7-2A9FB0847F54}" dt="2026-02-04T21:32:52.023" v="1974" actId="20577"/>
          <ac:spMkLst>
            <pc:docMk/>
            <pc:sldMk cId="1744157937" sldId="440"/>
            <ac:spMk id="5" creationId="{673B5CB3-D8ED-4164-187C-169571478FC7}"/>
          </ac:spMkLst>
        </pc:spChg>
        <pc:picChg chg="del">
          <ac:chgData name="Michael Hill" userId="41dba03d-e58d-4389-9894-554c10310ba4" providerId="ADAL" clId="{EF23FE1D-A042-481E-AFD7-2A9FB0847F54}" dt="2026-02-04T21:32:53.924" v="1975" actId="478"/>
          <ac:picMkLst>
            <pc:docMk/>
            <pc:sldMk cId="1744157937" sldId="440"/>
            <ac:picMk id="11266" creationId="{600BC816-350D-ECAA-98D0-C832BA006B0E}"/>
          </ac:picMkLst>
        </pc:picChg>
        <pc:picChg chg="add mod">
          <ac:chgData name="Michael Hill" userId="41dba03d-e58d-4389-9894-554c10310ba4" providerId="ADAL" clId="{EF23FE1D-A042-481E-AFD7-2A9FB0847F54}" dt="2026-02-04T21:34:58.155" v="2331" actId="1076"/>
          <ac:picMkLst>
            <pc:docMk/>
            <pc:sldMk cId="1744157937" sldId="440"/>
            <ac:picMk id="12290" creationId="{347030B9-F1A4-7543-EED6-D9D008D70349}"/>
          </ac:picMkLst>
        </pc:picChg>
      </pc:sldChg>
      <pc:sldChg chg="del">
        <pc:chgData name="Michael Hill" userId="41dba03d-e58d-4389-9894-554c10310ba4" providerId="ADAL" clId="{EF23FE1D-A042-481E-AFD7-2A9FB0847F54}" dt="2026-02-04T21:19:13.770" v="798" actId="47"/>
        <pc:sldMkLst>
          <pc:docMk/>
          <pc:sldMk cId="2600675598" sldId="440"/>
        </pc:sldMkLst>
      </pc:sldChg>
      <pc:sldChg chg="del">
        <pc:chgData name="Michael Hill" userId="41dba03d-e58d-4389-9894-554c10310ba4" providerId="ADAL" clId="{EF23FE1D-A042-481E-AFD7-2A9FB0847F54}" dt="2026-02-04T21:19:13.770" v="798" actId="47"/>
        <pc:sldMkLst>
          <pc:docMk/>
          <pc:sldMk cId="2442491967" sldId="441"/>
        </pc:sldMkLst>
      </pc:sldChg>
      <pc:sldChg chg="modSp add mod">
        <pc:chgData name="Michael Hill" userId="41dba03d-e58d-4389-9894-554c10310ba4" providerId="ADAL" clId="{EF23FE1D-A042-481E-AFD7-2A9FB0847F54}" dt="2026-02-04T21:35:59.022" v="2419" actId="20577"/>
        <pc:sldMkLst>
          <pc:docMk/>
          <pc:sldMk cId="3130486774" sldId="441"/>
        </pc:sldMkLst>
        <pc:spChg chg="mod">
          <ac:chgData name="Michael Hill" userId="41dba03d-e58d-4389-9894-554c10310ba4" providerId="ADAL" clId="{EF23FE1D-A042-481E-AFD7-2A9FB0847F54}" dt="2026-02-04T21:35:59.022" v="2419" actId="20577"/>
          <ac:spMkLst>
            <pc:docMk/>
            <pc:sldMk cId="3130486774" sldId="441"/>
            <ac:spMk id="3" creationId="{7700B255-3009-47DA-3C05-2EF724A32BB5}"/>
          </ac:spMkLst>
        </pc:spChg>
      </pc:sldChg>
      <pc:sldChg chg="del">
        <pc:chgData name="Michael Hill" userId="41dba03d-e58d-4389-9894-554c10310ba4" providerId="ADAL" clId="{EF23FE1D-A042-481E-AFD7-2A9FB0847F54}" dt="2026-02-04T21:19:13.770" v="798" actId="47"/>
        <pc:sldMkLst>
          <pc:docMk/>
          <pc:sldMk cId="57396536" sldId="442"/>
        </pc:sldMkLst>
      </pc:sldChg>
      <pc:sldChg chg="modSp add mod">
        <pc:chgData name="Michael Hill" userId="41dba03d-e58d-4389-9894-554c10310ba4" providerId="ADAL" clId="{EF23FE1D-A042-481E-AFD7-2A9FB0847F54}" dt="2026-02-04T21:37:39.988" v="2540" actId="20577"/>
        <pc:sldMkLst>
          <pc:docMk/>
          <pc:sldMk cId="3980947708" sldId="442"/>
        </pc:sldMkLst>
        <pc:spChg chg="mod">
          <ac:chgData name="Michael Hill" userId="41dba03d-e58d-4389-9894-554c10310ba4" providerId="ADAL" clId="{EF23FE1D-A042-481E-AFD7-2A9FB0847F54}" dt="2026-02-04T21:37:39.988" v="2540" actId="20577"/>
          <ac:spMkLst>
            <pc:docMk/>
            <pc:sldMk cId="3980947708" sldId="442"/>
            <ac:spMk id="3" creationId="{19D1D2E2-F436-7946-A14D-51AB04471E8D}"/>
          </ac:spMkLst>
        </pc:spChg>
      </pc:sldChg>
      <pc:sldChg chg="del">
        <pc:chgData name="Michael Hill" userId="41dba03d-e58d-4389-9894-554c10310ba4" providerId="ADAL" clId="{EF23FE1D-A042-481E-AFD7-2A9FB0847F54}" dt="2026-02-04T21:19:13.770" v="798" actId="47"/>
        <pc:sldMkLst>
          <pc:docMk/>
          <pc:sldMk cId="30977526" sldId="443"/>
        </pc:sldMkLst>
      </pc:sldChg>
      <pc:sldChg chg="modSp add mod">
        <pc:chgData name="Michael Hill" userId="41dba03d-e58d-4389-9894-554c10310ba4" providerId="ADAL" clId="{EF23FE1D-A042-481E-AFD7-2A9FB0847F54}" dt="2026-02-04T21:38:55.508" v="2876" actId="1076"/>
        <pc:sldMkLst>
          <pc:docMk/>
          <pc:sldMk cId="1994320282" sldId="443"/>
        </pc:sldMkLst>
        <pc:spChg chg="mod">
          <ac:chgData name="Michael Hill" userId="41dba03d-e58d-4389-9894-554c10310ba4" providerId="ADAL" clId="{EF23FE1D-A042-481E-AFD7-2A9FB0847F54}" dt="2026-02-04T21:38:49.221" v="2872" actId="14100"/>
          <ac:spMkLst>
            <pc:docMk/>
            <pc:sldMk cId="1994320282" sldId="443"/>
            <ac:spMk id="3" creationId="{915C52D9-4FEA-918C-AFF7-9DD999742A95}"/>
          </ac:spMkLst>
        </pc:spChg>
        <pc:picChg chg="mod">
          <ac:chgData name="Michael Hill" userId="41dba03d-e58d-4389-9894-554c10310ba4" providerId="ADAL" clId="{EF23FE1D-A042-481E-AFD7-2A9FB0847F54}" dt="2026-02-04T21:38:55.508" v="2876" actId="1076"/>
          <ac:picMkLst>
            <pc:docMk/>
            <pc:sldMk cId="1994320282" sldId="443"/>
            <ac:picMk id="12290" creationId="{32D98B6D-9B23-3136-2803-BCDBA12AF65D}"/>
          </ac:picMkLst>
        </pc:picChg>
      </pc:sldChg>
      <pc:sldChg chg="delSp modSp add mod">
        <pc:chgData name="Michael Hill" userId="41dba03d-e58d-4389-9894-554c10310ba4" providerId="ADAL" clId="{EF23FE1D-A042-481E-AFD7-2A9FB0847F54}" dt="2026-02-04T21:41:20.505" v="3205" actId="478"/>
        <pc:sldMkLst>
          <pc:docMk/>
          <pc:sldMk cId="599025397" sldId="444"/>
        </pc:sldMkLst>
        <pc:spChg chg="mod">
          <ac:chgData name="Michael Hill" userId="41dba03d-e58d-4389-9894-554c10310ba4" providerId="ADAL" clId="{EF23FE1D-A042-481E-AFD7-2A9FB0847F54}" dt="2026-02-04T21:41:18.972" v="3204" actId="20577"/>
          <ac:spMkLst>
            <pc:docMk/>
            <pc:sldMk cId="599025397" sldId="444"/>
            <ac:spMk id="3" creationId="{ACF9233C-415F-E64E-FF50-4AB644C62D0C}"/>
          </ac:spMkLst>
        </pc:spChg>
        <pc:spChg chg="mod">
          <ac:chgData name="Michael Hill" userId="41dba03d-e58d-4389-9894-554c10310ba4" providerId="ADAL" clId="{EF23FE1D-A042-481E-AFD7-2A9FB0847F54}" dt="2026-02-04T21:39:39.165" v="2902" actId="1076"/>
          <ac:spMkLst>
            <pc:docMk/>
            <pc:sldMk cId="599025397" sldId="444"/>
            <ac:spMk id="5" creationId="{D9B790F6-A83D-13FC-0BDD-50A9425D12D3}"/>
          </ac:spMkLst>
        </pc:spChg>
        <pc:picChg chg="del">
          <ac:chgData name="Michael Hill" userId="41dba03d-e58d-4389-9894-554c10310ba4" providerId="ADAL" clId="{EF23FE1D-A042-481E-AFD7-2A9FB0847F54}" dt="2026-02-04T21:41:20.505" v="3205" actId="478"/>
          <ac:picMkLst>
            <pc:docMk/>
            <pc:sldMk cId="599025397" sldId="444"/>
            <ac:picMk id="12290" creationId="{C71360F1-34AC-0ACE-D9C2-005A57E72F94}"/>
          </ac:picMkLst>
        </pc:picChg>
      </pc:sldChg>
      <pc:sldChg chg="del">
        <pc:chgData name="Michael Hill" userId="41dba03d-e58d-4389-9894-554c10310ba4" providerId="ADAL" clId="{EF23FE1D-A042-481E-AFD7-2A9FB0847F54}" dt="2026-02-04T21:19:13.770" v="798" actId="47"/>
        <pc:sldMkLst>
          <pc:docMk/>
          <pc:sldMk cId="2425119327" sldId="444"/>
        </pc:sldMkLst>
      </pc:sldChg>
      <pc:sldChg chg="del">
        <pc:chgData name="Michael Hill" userId="41dba03d-e58d-4389-9894-554c10310ba4" providerId="ADAL" clId="{EF23FE1D-A042-481E-AFD7-2A9FB0847F54}" dt="2026-02-04T21:19:13.770" v="798" actId="47"/>
        <pc:sldMkLst>
          <pc:docMk/>
          <pc:sldMk cId="1819174154" sldId="445"/>
        </pc:sldMkLst>
      </pc:sldChg>
      <pc:sldChg chg="modSp add mod">
        <pc:chgData name="Michael Hill" userId="41dba03d-e58d-4389-9894-554c10310ba4" providerId="ADAL" clId="{EF23FE1D-A042-481E-AFD7-2A9FB0847F54}" dt="2026-02-04T21:43:00.095" v="3412" actId="20577"/>
        <pc:sldMkLst>
          <pc:docMk/>
          <pc:sldMk cId="3391257911" sldId="445"/>
        </pc:sldMkLst>
        <pc:spChg chg="mod">
          <ac:chgData name="Michael Hill" userId="41dba03d-e58d-4389-9894-554c10310ba4" providerId="ADAL" clId="{EF23FE1D-A042-481E-AFD7-2A9FB0847F54}" dt="2026-02-04T21:43:00.095" v="3412" actId="20577"/>
          <ac:spMkLst>
            <pc:docMk/>
            <pc:sldMk cId="3391257911" sldId="445"/>
            <ac:spMk id="3" creationId="{783FDCFF-AEC9-FF53-1501-B1315F2D25E7}"/>
          </ac:spMkLst>
        </pc:spChg>
      </pc:sldChg>
      <pc:sldChg chg="modSp add mod">
        <pc:chgData name="Michael Hill" userId="41dba03d-e58d-4389-9894-554c10310ba4" providerId="ADAL" clId="{EF23FE1D-A042-481E-AFD7-2A9FB0847F54}" dt="2026-02-04T21:44:57.493" v="3739" actId="20577"/>
        <pc:sldMkLst>
          <pc:docMk/>
          <pc:sldMk cId="1959551288" sldId="446"/>
        </pc:sldMkLst>
        <pc:spChg chg="mod">
          <ac:chgData name="Michael Hill" userId="41dba03d-e58d-4389-9894-554c10310ba4" providerId="ADAL" clId="{EF23FE1D-A042-481E-AFD7-2A9FB0847F54}" dt="2026-02-04T21:44:57.493" v="3739" actId="20577"/>
          <ac:spMkLst>
            <pc:docMk/>
            <pc:sldMk cId="1959551288" sldId="446"/>
            <ac:spMk id="3" creationId="{83FF2B5F-2495-5D32-1E1E-0CCF13F2BA65}"/>
          </ac:spMkLst>
        </pc:spChg>
      </pc:sldChg>
      <pc:sldChg chg="del">
        <pc:chgData name="Michael Hill" userId="41dba03d-e58d-4389-9894-554c10310ba4" providerId="ADAL" clId="{EF23FE1D-A042-481E-AFD7-2A9FB0847F54}" dt="2026-02-04T21:19:13.770" v="798" actId="47"/>
        <pc:sldMkLst>
          <pc:docMk/>
          <pc:sldMk cId="3855808189" sldId="446"/>
        </pc:sldMkLst>
      </pc:sldChg>
      <pc:sldChg chg="modSp add mod">
        <pc:chgData name="Michael Hill" userId="41dba03d-e58d-4389-9894-554c10310ba4" providerId="ADAL" clId="{EF23FE1D-A042-481E-AFD7-2A9FB0847F54}" dt="2026-02-04T21:46:46.250" v="3988" actId="20577"/>
        <pc:sldMkLst>
          <pc:docMk/>
          <pc:sldMk cId="3341717172" sldId="447"/>
        </pc:sldMkLst>
        <pc:spChg chg="mod">
          <ac:chgData name="Michael Hill" userId="41dba03d-e58d-4389-9894-554c10310ba4" providerId="ADAL" clId="{EF23FE1D-A042-481E-AFD7-2A9FB0847F54}" dt="2026-02-04T21:46:46.250" v="3988" actId="20577"/>
          <ac:spMkLst>
            <pc:docMk/>
            <pc:sldMk cId="3341717172" sldId="447"/>
            <ac:spMk id="3" creationId="{DDF719C4-733B-65A8-864A-42A6E73BADA9}"/>
          </ac:spMkLst>
        </pc:spChg>
      </pc:sldChg>
      <pc:sldChg chg="modSp add mod">
        <pc:chgData name="Michael Hill" userId="41dba03d-e58d-4389-9894-554c10310ba4" providerId="ADAL" clId="{EF23FE1D-A042-481E-AFD7-2A9FB0847F54}" dt="2026-02-05T17:58:59.356" v="4296" actId="20577"/>
        <pc:sldMkLst>
          <pc:docMk/>
          <pc:sldMk cId="1366834627" sldId="448"/>
        </pc:sldMkLst>
        <pc:spChg chg="mod">
          <ac:chgData name="Michael Hill" userId="41dba03d-e58d-4389-9894-554c10310ba4" providerId="ADAL" clId="{EF23FE1D-A042-481E-AFD7-2A9FB0847F54}" dt="2026-02-05T17:58:59.356" v="4296" actId="20577"/>
          <ac:spMkLst>
            <pc:docMk/>
            <pc:sldMk cId="1366834627" sldId="448"/>
            <ac:spMk id="3" creationId="{2EFF9F51-6577-C588-1C20-B7221C523D1B}"/>
          </ac:spMkLst>
        </pc:spChg>
        <pc:spChg chg="mod">
          <ac:chgData name="Michael Hill" userId="41dba03d-e58d-4389-9894-554c10310ba4" providerId="ADAL" clId="{EF23FE1D-A042-481E-AFD7-2A9FB0847F54}" dt="2026-02-05T16:19:27.454" v="4009" actId="20577"/>
          <ac:spMkLst>
            <pc:docMk/>
            <pc:sldMk cId="1366834627" sldId="448"/>
            <ac:spMk id="5" creationId="{9038B906-8433-A08D-26BE-50C493A6D2F0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0007EC-7779-4BAC-8F03-814B556CCD38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9DB48C-FCC8-4682-A5C6-34BDEF33D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25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7187A-54B1-63BB-0C3C-8EF4407A2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8374D3-5CAC-73C3-D477-B9339FC26A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18F993-B5C9-DF5C-9651-2609B9AF82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674EC4-B1EC-421C-F984-FBF90B88A5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9DB48C-FCC8-4682-A5C6-34BDEF33D27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106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6A4B-E724-C642-63ED-9C1381B8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5E653-4903-1005-D15B-66DB874D2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4A978-A4B2-A67F-C69F-38ADC7DB4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10B7-42B2-3D3D-3AE4-AC7E6C38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1657-9CFD-95BE-EEE3-E1B47D77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7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03-439B-FA69-F591-6D66E274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20904-0912-32D7-F6E6-31372E48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E7E8-F851-BEB7-2C68-8FE1EF67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AE2CA-7781-6E95-12BA-557F775A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9952B-F381-1189-2020-9A14F470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F060-3D96-5480-3C88-EE775B8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569D8-9209-8B7C-1538-E818415F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6B1C-5056-EDDF-CD36-E7BFD2F4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8CB3-3858-3C51-AA38-3F86C097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EA923-CF31-8772-A331-247B9144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25B0-376D-3011-4FDF-D4CA713D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1C86-3E65-FA4B-6F6C-0BB7AA390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E646B-5AE1-A23D-3D1F-474544BF3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279F2-41EE-1489-59DC-32CD9062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EC4E9-67EE-D095-37A7-39EFE82D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B2442-8F9C-AC5E-9546-BDE753C1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8DBA-2489-9EF4-F45E-238BC26E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34AAF-B93F-48B6-1B8B-FD3E959F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8698B-3528-B8DC-27B8-D49145D60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008AA-A42D-2259-0D36-908024A20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A62E1-25E1-7552-ABA8-BE7F2A3B1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7670D-8F54-733D-3639-1B7CCE4C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C6C20-7A45-CC6A-CA55-61F7CCF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7766C-30F5-1A8E-58AF-CDC986CF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690D-7611-3967-E6F3-81F032C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D4BA6-7CE7-229C-2BD5-FECCA288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691A-621C-6EB1-3EB8-CA9FF47F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57F05-B410-F8DD-455C-490CEB14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09F58-5A85-92F4-B06D-21643033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B9967-5360-F0CB-62AE-C03CEF75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E68E6-84C0-1723-6611-61380FA1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5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55B2-ECD6-C08F-72AD-183650C6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6BA6-2739-2BD7-969A-4113A511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6298-57FD-A8A8-D424-73178F2DB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84E3-D576-8AA7-A98D-17AA30F7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48EE1-5288-E1AE-89F1-37B64F23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75274-EEF3-4830-9978-53BE36B7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0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32C3-BAF4-D846-43C1-525BE354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2DC9A-2E8B-6C73-166E-961BCED00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E3A54-E42B-7858-93B4-F1A981487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C60C9-5A10-7256-4190-5DE6C1C3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2744C-0DE9-DCDB-4998-7A3221F1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D5596-7365-792E-D0E3-4ED3B5E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5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8605-B3B6-D788-279D-476906E3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D9E01-2C5E-0FD4-BF7C-54659537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85CA-CEBB-6B85-90D4-1BEF716F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A526-A1AA-3BC7-DC9D-B44EBC07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D0B1-5EB5-A414-75E8-6BA511C0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5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D8E7E-5301-E447-23C8-B8B5D2932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36805-717E-9F25-0794-88BD42C6E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C3FF-BEC2-31C8-6723-85EC3127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1747-0799-AAD2-1377-F19D1A5E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77C4-38FB-B4D4-348D-9D295742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7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3BEBB-B682-7839-B2B4-500CE17C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D3092-A078-5BEF-361E-CB3FDD457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A81F-9B16-8EEC-9FE4-9E9D0C8E8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FA067-BC5A-4095-A3A5-99A1BAFE9208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3794-F45F-30BE-BC6F-DDF9A70C2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2708D-8AD6-9D50-70CF-8FFDD3AB7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BBF4B62-D7BF-1C6A-40E3-7B807FA87977}"/>
              </a:ext>
            </a:extLst>
          </p:cNvPr>
          <p:cNvSpPr/>
          <p:nvPr/>
        </p:nvSpPr>
        <p:spPr>
          <a:xfrm>
            <a:off x="4713768" y="2110368"/>
            <a:ext cx="2565990" cy="256599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883CE-936E-CB73-2B3E-56A618536A26}"/>
              </a:ext>
            </a:extLst>
          </p:cNvPr>
          <p:cNvSpPr/>
          <p:nvPr/>
        </p:nvSpPr>
        <p:spPr>
          <a:xfrm>
            <a:off x="269359" y="1564080"/>
            <a:ext cx="7010399" cy="230153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541717" lon="20311593" rev="27507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TOPIC 7:</a:t>
            </a:r>
          </a:p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CONTROL SYSTEMS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18ECD-1A29-4735-FBF9-2230E3FED94F}"/>
              </a:ext>
            </a:extLst>
          </p:cNvPr>
          <p:cNvSpPr/>
          <p:nvPr/>
        </p:nvSpPr>
        <p:spPr>
          <a:xfrm>
            <a:off x="6890905" y="2714847"/>
            <a:ext cx="4096073" cy="116091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LESSON 7-3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BB639-AC69-FE40-4352-5D3077A94591}"/>
              </a:ext>
            </a:extLst>
          </p:cNvPr>
          <p:cNvSpPr/>
          <p:nvPr/>
        </p:nvSpPr>
        <p:spPr>
          <a:xfrm>
            <a:off x="2213810" y="3695603"/>
            <a:ext cx="9047747" cy="98075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IMPACTS OF CONTROL SYSTEMS</a:t>
            </a:r>
          </a:p>
        </p:txBody>
      </p:sp>
    </p:spTree>
    <p:extLst>
      <p:ext uri="{BB962C8B-B14F-4D97-AF65-F5344CB8AC3E}">
        <p14:creationId xmlns:p14="http://schemas.microsoft.com/office/powerpoint/2010/main" val="187884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50A9E-999F-1BB1-2C00-77922774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6893419-8B7B-38C3-2D89-D4BB95E0AB2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4645F-350F-77B1-036C-D01223EB808D}"/>
              </a:ext>
            </a:extLst>
          </p:cNvPr>
          <p:cNvSpPr/>
          <p:nvPr/>
        </p:nvSpPr>
        <p:spPr>
          <a:xfrm>
            <a:off x="6881567" y="1777234"/>
            <a:ext cx="4785627" cy="225568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ahnschrift" panose="020B0502040204020203" pitchFamily="34" charset="0"/>
              </a:rPr>
              <a:t>Have a way to take notes available for this lesson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CF6B3F-1F6D-7800-03EB-3D197914A3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3133FC-E875-8442-9063-C305CC0BFB2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671A2-401B-58C3-4049-2F9F2E07BD91}"/>
              </a:ext>
            </a:extLst>
          </p:cNvPr>
          <p:cNvSpPr/>
          <p:nvPr/>
        </p:nvSpPr>
        <p:spPr>
          <a:xfrm>
            <a:off x="1077431" y="938421"/>
            <a:ext cx="4516539" cy="5391671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Electronic Tagging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Surveillance/CCTV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Improved Safety Systems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68F18-96E8-0BDE-DEDF-19E7735BE1E6}"/>
              </a:ext>
            </a:extLst>
          </p:cNvPr>
          <p:cNvSpPr/>
          <p:nvPr/>
        </p:nvSpPr>
        <p:spPr>
          <a:xfrm>
            <a:off x="6598031" y="1564953"/>
            <a:ext cx="1708202" cy="6324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NOTE!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D8CB0-8A02-BF4E-6CF1-A22B96E02C67}"/>
              </a:ext>
            </a:extLst>
          </p:cNvPr>
          <p:cNvSpPr/>
          <p:nvPr/>
        </p:nvSpPr>
        <p:spPr>
          <a:xfrm>
            <a:off x="1824466" y="160867"/>
            <a:ext cx="2903431" cy="928577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54122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F31C7-9D62-34F3-51FF-D499D2944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CA8483F3-9D91-69C6-DAE4-E819F0292C96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9103A45C-BE5A-478E-4718-72C97F147B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  <a:ln>
            <a:noFill/>
          </a:ln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59044FD4-E5CB-7F72-D4E0-B3FF57F10D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1FB06C32-785C-D086-3043-42F7FBD0932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ADCA5AE-052C-5076-411F-06E5A022CDA7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3C7B8BA-8B31-7B2C-E2AB-60712C1F61E8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3B4A7A-A70B-0C4A-C7FF-462ADF36D440}"/>
              </a:ext>
            </a:extLst>
          </p:cNvPr>
          <p:cNvSpPr/>
          <p:nvPr/>
        </p:nvSpPr>
        <p:spPr>
          <a:xfrm>
            <a:off x="1419726" y="1244356"/>
            <a:ext cx="9379779" cy="428268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dirty="0">
                <a:solidFill>
                  <a:prstClr val="white"/>
                </a:solidFill>
                <a:latin typeface="Bahnschrift" panose="020B0502040204020203" pitchFamily="34" charset="0"/>
              </a:rPr>
              <a:t>Define sensor, actuator, and transducer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233D-41DE-6588-7EB0-97A3A19FFCB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" panose="020B0502040204020203" pitchFamily="34" charset="0"/>
                <a:ea typeface="+mn-ea"/>
                <a:cs typeface="+mn-cs"/>
              </a:rPr>
              <a:t>THE WARM UP QUESTION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0572BAA1-AB30-2A31-99DA-E2636EF787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F9670370-72F4-78E6-7DE3-64A5614A00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21F28121-5FF8-B768-E483-38897AA8B7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327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386392-143E-AF29-937D-6BD2CAAB1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4E6D3C1D-2FC9-5A8F-0680-C3AF2E643DB5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8A1CF06-772E-FF2C-3839-78AAEFA0A11B}"/>
              </a:ext>
            </a:extLst>
          </p:cNvPr>
          <p:cNvSpPr/>
          <p:nvPr/>
        </p:nvSpPr>
        <p:spPr>
          <a:xfrm>
            <a:off x="6157610" y="1363072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77F076D-4943-0214-F6EE-FF302EBEC62C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292782C-EA7B-F0D2-017B-9D6E5AEE03FA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8864B057-355B-8306-248E-60E16CA7C1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613153" y="-1528902"/>
            <a:ext cx="6748129" cy="3830500"/>
          </a:xfrm>
          <a:prstGeom prst="rect">
            <a:avLst/>
          </a:prstGeom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7FCFCCE3-C51B-5BE3-133A-CC40A8792F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F7FEA21-E6C0-9AC9-9EB8-E7528ED5B6C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" panose="020B0502040204020203" pitchFamily="34" charset="0"/>
                <a:ea typeface="+mn-ea"/>
                <a:cs typeface="+mn-cs"/>
              </a:rPr>
              <a:t>THE WARM UP ANSWER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6D6FC8A7-837D-0C82-0508-398DDF1DB9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D3612398-5230-03BA-7AB5-DC74EB9BDE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648B85D8-8113-F692-CDA7-CA2CB6F411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5D819EC-F1E2-670B-A66D-1BF9366A5C98}"/>
              </a:ext>
            </a:extLst>
          </p:cNvPr>
          <p:cNvSpPr/>
          <p:nvPr/>
        </p:nvSpPr>
        <p:spPr>
          <a:xfrm>
            <a:off x="1733476" y="1244356"/>
            <a:ext cx="9066029" cy="428268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prstClr val="white"/>
                </a:solidFill>
                <a:latin typeface="Bahnschrift" panose="020B0502040204020203" pitchFamily="34" charset="0"/>
              </a:rPr>
              <a:t>Sensor: converts physical (analog) quantities (such as speed, temperature, humidity, pressure, etc.) into discrete digital signals using an analog to digital converter</a:t>
            </a: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prstClr val="white"/>
                </a:solidFill>
                <a:latin typeface="Bahnschrift" panose="020B0502040204020203" pitchFamily="34" charset="0"/>
              </a:rPr>
              <a:t>Actuator: devices responsible for moving some kind of mechanics. Receive an electric current and convert it to motion</a:t>
            </a: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prstClr val="white"/>
                </a:solidFill>
                <a:latin typeface="Bahnschrift" panose="020B0502040204020203" pitchFamily="34" charset="0"/>
              </a:rPr>
              <a:t>Transducer: a device that converts one form of energy to another. Both sensors and actuators are transducers.</a:t>
            </a:r>
          </a:p>
        </p:txBody>
      </p:sp>
    </p:spTree>
    <p:extLst>
      <p:ext uri="{BB962C8B-B14F-4D97-AF65-F5344CB8AC3E}">
        <p14:creationId xmlns:p14="http://schemas.microsoft.com/office/powerpoint/2010/main" val="2098128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AF4C78-06C3-CCBE-A6E4-DAB025678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E587266C-0C7C-0587-AD50-4D73254B565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D970333-9DDE-AD61-19CC-D231894BC453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3D7C3BF-8F6B-77C2-092F-14C855F6C91A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11D907-A331-3354-9F65-8614C2BA07F0}"/>
              </a:ext>
            </a:extLst>
          </p:cNvPr>
          <p:cNvSpPr/>
          <p:nvPr/>
        </p:nvSpPr>
        <p:spPr>
          <a:xfrm>
            <a:off x="0" y="233565"/>
            <a:ext cx="4491789" cy="74627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SOCIAL IMPACTS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9F2028E-D624-443B-7E3A-BFECB982ECC4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9F2028E-D624-443B-7E3A-BFECB982ECC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9CB4AEFE-ACDF-9249-68E8-563C3BA47C5E}"/>
              </a:ext>
            </a:extLst>
          </p:cNvPr>
          <p:cNvSpPr/>
          <p:nvPr/>
        </p:nvSpPr>
        <p:spPr>
          <a:xfrm>
            <a:off x="821437" y="1197864"/>
            <a:ext cx="5900206" cy="505343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Because many control systems are automated and mass implemented, this can lead to a variety of social impacts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We’ll be exploring a few of these today</a:t>
            </a:r>
          </a:p>
        </p:txBody>
      </p:sp>
      <p:pic>
        <p:nvPicPr>
          <p:cNvPr id="1028" name="Picture 4" descr="3+ Thousand Team Huddles At Work Royalty-Free Images, Stock Photos ...">
            <a:extLst>
              <a:ext uri="{FF2B5EF4-FFF2-40B4-BE49-F238E27FC236}">
                <a16:creationId xmlns:a16="http://schemas.microsoft.com/office/drawing/2014/main" id="{30836A06-FBE1-05F4-16F9-DB4C4EA56C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2088" y="3724580"/>
            <a:ext cx="4695825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8586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4E168E-CCD5-A56D-9656-12404D614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91C84BFC-BFB2-F7C0-2E3B-7B799BFAD216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95D1E42-701F-EE85-A4C6-8ABC2105517F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779FC0E-8DD4-B041-9245-A0A91E43622B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AF1533-5C3F-7096-9244-8BCA49DAAAFF}"/>
              </a:ext>
            </a:extLst>
          </p:cNvPr>
          <p:cNvSpPr/>
          <p:nvPr/>
        </p:nvSpPr>
        <p:spPr>
          <a:xfrm>
            <a:off x="0" y="233565"/>
            <a:ext cx="5775158" cy="74627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ELECTRONIC TAGGING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F55512D-CA9E-9AF1-DF4A-ECB0A675515F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F55512D-CA9E-9AF1-DF4A-ECB0A675515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971C85B2-88FE-3ACD-9FFA-184C9C8C0DA5}"/>
              </a:ext>
            </a:extLst>
          </p:cNvPr>
          <p:cNvSpPr/>
          <p:nvPr/>
        </p:nvSpPr>
        <p:spPr>
          <a:xfrm>
            <a:off x="821437" y="1197864"/>
            <a:ext cx="7199616" cy="5426571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Offenders who are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Guilty of minor offences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Entitled to leave time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Under house arrest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 these cases, the individuals might be tagged with an electronic monitoring device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Anklets that use GPS can allow officers to know their positions at all times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Tampering with it triggers an alarm</a:t>
            </a:r>
          </a:p>
        </p:txBody>
      </p:sp>
      <p:pic>
        <p:nvPicPr>
          <p:cNvPr id="11266" name="Picture 2" descr="Why Mario and Friends are in prison? Wrong Answer Only : r/Mario">
            <a:extLst>
              <a:ext uri="{FF2B5EF4-FFF2-40B4-BE49-F238E27FC236}">
                <a16:creationId xmlns:a16="http://schemas.microsoft.com/office/drawing/2014/main" id="{100661B2-A4C9-D2E4-B731-0A4647C64C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5600" y="100503"/>
            <a:ext cx="4421716" cy="3308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2985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42450F-0408-732E-8118-237B80A55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308F43A2-A799-B288-35E0-9C6ACC636840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1D12C24-D132-8274-09C8-8573D00434E4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FEF0B4A-64B1-273C-0FB7-EC803B482979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85369C-28A8-524A-1FE7-B366EA1504B1}"/>
              </a:ext>
            </a:extLst>
          </p:cNvPr>
          <p:cNvSpPr/>
          <p:nvPr/>
        </p:nvSpPr>
        <p:spPr>
          <a:xfrm>
            <a:off x="0" y="233565"/>
            <a:ext cx="5775158" cy="74627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ELECTRONIC TAGGING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BD22DF6-E347-18D2-F4AE-79FF1E580978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BD22DF6-E347-18D2-F4AE-79FF1E58097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49D730D7-B4E5-4005-59E9-8863CFB0DE87}"/>
              </a:ext>
            </a:extLst>
          </p:cNvPr>
          <p:cNvSpPr/>
          <p:nvPr/>
        </p:nvSpPr>
        <p:spPr>
          <a:xfrm>
            <a:off x="821437" y="1197864"/>
            <a:ext cx="6333342" cy="5219022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Pros: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Overcrowded jails can impede their effectiveness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Shown to effectively deter crime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Offenders are less likely to do crime while monitored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Less money spent on jail expenses/officers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Allow offenders to rejoin society sooner</a:t>
            </a:r>
          </a:p>
        </p:txBody>
      </p:sp>
      <p:pic>
        <p:nvPicPr>
          <p:cNvPr id="11266" name="Picture 2" descr="Why Mario and Friends are in prison? Wrong Answer Only : r/Mario">
            <a:extLst>
              <a:ext uri="{FF2B5EF4-FFF2-40B4-BE49-F238E27FC236}">
                <a16:creationId xmlns:a16="http://schemas.microsoft.com/office/drawing/2014/main" id="{AE194204-1F45-E6DB-EFB8-5AD1DCB57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6089" y="233565"/>
            <a:ext cx="4421716" cy="3308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2093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93B79A-D26D-0890-C8F6-69D4E6B17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D3EA575-697F-9DE5-51E3-46777C258129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66831CD-D2CD-7300-8A0D-12590F4B8A21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FBCD99D-464E-71A4-CAE2-F5851FB92E75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72DD4B-C5BE-BF20-4D8A-62B91D950A15}"/>
              </a:ext>
            </a:extLst>
          </p:cNvPr>
          <p:cNvSpPr/>
          <p:nvPr/>
        </p:nvSpPr>
        <p:spPr>
          <a:xfrm>
            <a:off x="0" y="233565"/>
            <a:ext cx="5775158" cy="74627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ELECTRONIC TAGGING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1C9B44A-245D-8E29-3CAE-624A305CC8FE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1C9B44A-245D-8E29-3CAE-624A305CC8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08CCF23F-F3B8-60EA-34B9-9D331A36BEBB}"/>
              </a:ext>
            </a:extLst>
          </p:cNvPr>
          <p:cNvSpPr/>
          <p:nvPr/>
        </p:nvSpPr>
        <p:spPr>
          <a:xfrm>
            <a:off x="821437" y="1197864"/>
            <a:ext cx="6975026" cy="5219022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Cons: 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Lenient punishment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Doesn’t physically restrain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They </a:t>
            </a:r>
            <a:r>
              <a:rPr lang="en-US" sz="2800" i="1" dirty="0">
                <a:solidFill>
                  <a:schemeClr val="bg1"/>
                </a:solidFill>
                <a:latin typeface="Bahnschrift" panose="020B0502040204020203" pitchFamily="34" charset="0"/>
              </a:rPr>
              <a:t>could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re-commit once easily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Requires large monitoring task force if there are many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Need officers at the ready if the tracker sets off an alarm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May add psychological pressure to wearer</a:t>
            </a:r>
          </a:p>
        </p:txBody>
      </p:sp>
      <p:pic>
        <p:nvPicPr>
          <p:cNvPr id="11266" name="Picture 2" descr="Why Mario and Friends are in prison? Wrong Answer Only : r/Mario">
            <a:extLst>
              <a:ext uri="{FF2B5EF4-FFF2-40B4-BE49-F238E27FC236}">
                <a16:creationId xmlns:a16="http://schemas.microsoft.com/office/drawing/2014/main" id="{33C65761-0F6B-E34D-E6DB-6260CEA91C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6089" y="233565"/>
            <a:ext cx="4421716" cy="3308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7804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D8E43F-A4BF-78FD-B312-3D8F7A931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251CCF71-4B2B-F4FF-F064-EFD68700DB2B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45591FF-F719-B0B2-BFE0-365275F8E45B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3DCB08-4AC1-A28E-7B14-F58671DF6E7C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64C0A0-823D-D5BF-18C6-D47CA75F4627}"/>
              </a:ext>
            </a:extLst>
          </p:cNvPr>
          <p:cNvSpPr/>
          <p:nvPr/>
        </p:nvSpPr>
        <p:spPr>
          <a:xfrm>
            <a:off x="0" y="233565"/>
            <a:ext cx="5775158" cy="74627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ELECTRONIC TAGGING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B4C8FA5-13B9-0108-8AE4-CE0BBD29039B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B4C8FA5-13B9-0108-8AE4-CE0BBD29039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40A636F1-67EA-F1BD-B903-26C063A6E73C}"/>
              </a:ext>
            </a:extLst>
          </p:cNvPr>
          <p:cNvSpPr/>
          <p:nvPr/>
        </p:nvSpPr>
        <p:spPr>
          <a:xfrm>
            <a:off x="821437" y="1197864"/>
            <a:ext cx="6333342" cy="5219022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Other notes: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Can be used outside of criminal space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Track whereabouts of people with Alzheimer’s 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pic>
        <p:nvPicPr>
          <p:cNvPr id="11266" name="Picture 2" descr="Why Mario and Friends are in prison? Wrong Answer Only : r/Mario">
            <a:extLst>
              <a:ext uri="{FF2B5EF4-FFF2-40B4-BE49-F238E27FC236}">
                <a16:creationId xmlns:a16="http://schemas.microsoft.com/office/drawing/2014/main" id="{83E7ACCD-CE3E-915A-6564-5BB2FBC678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6089" y="233565"/>
            <a:ext cx="4421716" cy="3308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9403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803EB1-953B-7541-780A-3F1BDBFB3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BAD06F10-D07E-6F7E-779E-2113E933C330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12A89CA-2BDB-E3B1-D13C-6F6A9353C39F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6CB33AE-EF31-8E8A-3B72-D4822B02477F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3B5CB3-D8ED-4164-187C-169571478FC7}"/>
              </a:ext>
            </a:extLst>
          </p:cNvPr>
          <p:cNvSpPr/>
          <p:nvPr/>
        </p:nvSpPr>
        <p:spPr>
          <a:xfrm>
            <a:off x="0" y="233565"/>
            <a:ext cx="5775158" cy="74627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SURVEILLANCE/CCTV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D6990B8-7EF1-4986-43C2-ECC599408337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D6990B8-7EF1-4986-43C2-ECC59940833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BB0BAF9D-D455-F56A-0FDD-D8218E1BAF3E}"/>
              </a:ext>
            </a:extLst>
          </p:cNvPr>
          <p:cNvSpPr/>
          <p:nvPr/>
        </p:nvSpPr>
        <p:spPr>
          <a:xfrm>
            <a:off x="821436" y="1197864"/>
            <a:ext cx="7488375" cy="5219022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Recently, a large number of cameras have began being installed on highways and cities in various countries and cities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Often near traffic lights and intersections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Recently, we’ve added facial recognition to these using AI and algorithms 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License plate recognition as well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Lets us track individual people’s travels</a:t>
            </a:r>
          </a:p>
        </p:txBody>
      </p:sp>
      <p:pic>
        <p:nvPicPr>
          <p:cNvPr id="12290" name="Picture 2" descr="-100,000,000,000 Social credit Memes - Imgflip">
            <a:extLst>
              <a:ext uri="{FF2B5EF4-FFF2-40B4-BE49-F238E27FC236}">
                <a16:creationId xmlns:a16="http://schemas.microsoft.com/office/drawing/2014/main" id="{347030B9-F1A4-7543-EED6-D9D008D703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204"/>
          <a:stretch>
            <a:fillRect/>
          </a:stretch>
        </p:blipFill>
        <p:spPr bwMode="auto">
          <a:xfrm>
            <a:off x="7712330" y="4484069"/>
            <a:ext cx="4154905" cy="1841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41579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76CEE5-A5F8-1248-9B7F-655BB98D4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5ED7CB3B-9F19-24F2-AD3A-C10D356C2FDC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1A88B1A-C0CF-355E-E679-33BFD8D44AAF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E68CD8E-5CF4-94F9-4D52-2AA04F3555A8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4B6D60-F040-0EDE-56E1-261C488AD403}"/>
              </a:ext>
            </a:extLst>
          </p:cNvPr>
          <p:cNvSpPr/>
          <p:nvPr/>
        </p:nvSpPr>
        <p:spPr>
          <a:xfrm>
            <a:off x="0" y="233565"/>
            <a:ext cx="5775158" cy="74627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SURVEILLANCE/CCTV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9521985-92A1-D43C-DFAC-A3763EDF41F1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9521985-92A1-D43C-DFAC-A3763EDF41F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7700B255-3009-47DA-3C05-2EF724A32BB5}"/>
              </a:ext>
            </a:extLst>
          </p:cNvPr>
          <p:cNvSpPr/>
          <p:nvPr/>
        </p:nvSpPr>
        <p:spPr>
          <a:xfrm>
            <a:off x="821436" y="1197864"/>
            <a:ext cx="7488375" cy="5219022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Pros: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Decrease crime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Violent crime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Robberies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Traffic crime</a:t>
            </a:r>
          </a:p>
        </p:txBody>
      </p:sp>
      <p:pic>
        <p:nvPicPr>
          <p:cNvPr id="12290" name="Picture 2" descr="-100,000,000,000 Social credit Memes - Imgflip">
            <a:extLst>
              <a:ext uri="{FF2B5EF4-FFF2-40B4-BE49-F238E27FC236}">
                <a16:creationId xmlns:a16="http://schemas.microsoft.com/office/drawing/2014/main" id="{175A1A66-5528-47D5-0A65-83A7240EAC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204"/>
          <a:stretch>
            <a:fillRect/>
          </a:stretch>
        </p:blipFill>
        <p:spPr bwMode="auto">
          <a:xfrm>
            <a:off x="7712330" y="4484069"/>
            <a:ext cx="4154905" cy="1841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04867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339C83-E7DB-8E68-73AF-5DD05B9F8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6B164668-64CC-57F4-8632-C05783660E90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839767D-A1FB-1F04-D9DB-1E548420D886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D8168E3-01FF-DC64-5AA0-0888DA1D61AB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CD71C2-18CC-EE2F-3EC0-A89DC19F8869}"/>
              </a:ext>
            </a:extLst>
          </p:cNvPr>
          <p:cNvSpPr/>
          <p:nvPr/>
        </p:nvSpPr>
        <p:spPr>
          <a:xfrm>
            <a:off x="0" y="233565"/>
            <a:ext cx="5775158" cy="74627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SURVEILLANCE/CCTV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C8CF518-F1ED-E40A-5C11-0805F0BD91BB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C8CF518-F1ED-E40A-5C11-0805F0BD91B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19D1D2E2-F436-7946-A14D-51AB04471E8D}"/>
              </a:ext>
            </a:extLst>
          </p:cNvPr>
          <p:cNvSpPr/>
          <p:nvPr/>
        </p:nvSpPr>
        <p:spPr>
          <a:xfrm>
            <a:off x="821436" y="1197864"/>
            <a:ext cx="7488375" cy="5219022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Cons: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CCTV cameras can reduce privacy if there are too many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Tracking information can be breached by hackers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pic>
        <p:nvPicPr>
          <p:cNvPr id="12290" name="Picture 2" descr="-100,000,000,000 Social credit Memes - Imgflip">
            <a:extLst>
              <a:ext uri="{FF2B5EF4-FFF2-40B4-BE49-F238E27FC236}">
                <a16:creationId xmlns:a16="http://schemas.microsoft.com/office/drawing/2014/main" id="{A522B4EE-54CD-5824-EA1D-2A9F1782DC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204"/>
          <a:stretch>
            <a:fillRect/>
          </a:stretch>
        </p:blipFill>
        <p:spPr bwMode="auto">
          <a:xfrm>
            <a:off x="7712330" y="4484069"/>
            <a:ext cx="4154905" cy="1841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09477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003010-E3D6-2334-520E-B9B8932BC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2BA229A5-D469-97E4-3998-87669080C3CF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3EE7F4A-77D2-3628-0241-9A52DEF99BA2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5EFC39B-EB43-7DA6-9B11-CA2CA411832B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AD3971-1D4B-C80E-7CA1-C0F7813B6B8E}"/>
              </a:ext>
            </a:extLst>
          </p:cNvPr>
          <p:cNvSpPr/>
          <p:nvPr/>
        </p:nvSpPr>
        <p:spPr>
          <a:xfrm>
            <a:off x="0" y="233565"/>
            <a:ext cx="5775158" cy="74627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SURVEILLANCE/CCTV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CE58070-CDA9-1964-9D62-3D95275C851F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CE58070-CDA9-1964-9D62-3D95275C851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915C52D9-4FEA-918C-AFF7-9DD999742A95}"/>
              </a:ext>
            </a:extLst>
          </p:cNvPr>
          <p:cNvSpPr/>
          <p:nvPr/>
        </p:nvSpPr>
        <p:spPr>
          <a:xfrm>
            <a:off x="821436" y="1197864"/>
            <a:ext cx="8049848" cy="5219022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Questions: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Does surveillance actually reduce crime, or does it just move it to non-surveilled areas like indoors?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Should workplaces install CCTV to monitor their workers?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Should schools install CCTV to monitor students?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Are citizen rights (privacy) more important than prevention of potential wrongdoing?</a:t>
            </a:r>
          </a:p>
        </p:txBody>
      </p:sp>
      <p:pic>
        <p:nvPicPr>
          <p:cNvPr id="12290" name="Picture 2" descr="-100,000,000,000 Social credit Memes - Imgflip">
            <a:extLst>
              <a:ext uri="{FF2B5EF4-FFF2-40B4-BE49-F238E27FC236}">
                <a16:creationId xmlns:a16="http://schemas.microsoft.com/office/drawing/2014/main" id="{32D98B6D-9B23-3136-2803-BCDBA12AF6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204"/>
          <a:stretch>
            <a:fillRect/>
          </a:stretch>
        </p:blipFill>
        <p:spPr bwMode="auto">
          <a:xfrm>
            <a:off x="8517038" y="3889310"/>
            <a:ext cx="2718229" cy="1204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43202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D58CCB-1C9C-1F74-2647-FF7531F29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54124AC3-DA66-DE49-35E7-633ADCE0B5D8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9B2F0A2-4298-915D-8ACE-A140C9FD5A9E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1AD7E8F-1C18-6937-A9BB-9E50FBAAEB2A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B790F6-A83D-13FC-0BDD-50A9425D12D3}"/>
              </a:ext>
            </a:extLst>
          </p:cNvPr>
          <p:cNvSpPr/>
          <p:nvPr/>
        </p:nvSpPr>
        <p:spPr>
          <a:xfrm>
            <a:off x="-304800" y="156942"/>
            <a:ext cx="7571874" cy="74627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IMPROVED SAFETY SYSTEMS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24BED96-9279-AE47-BD01-FA0EA3249C4E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24BED96-9279-AE47-BD01-FA0EA3249C4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ACF9233C-415F-E64E-FF50-4AB644C62D0C}"/>
              </a:ext>
            </a:extLst>
          </p:cNvPr>
          <p:cNvSpPr/>
          <p:nvPr/>
        </p:nvSpPr>
        <p:spPr>
          <a:xfrm>
            <a:off x="821436" y="1197864"/>
            <a:ext cx="8049848" cy="5219022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As we have developed control systems, we have been able to use them to improve safety of many mechanism.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 are some examples of mechanisms or systems that have greatly improved in safety in the past 50 years?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 of this is due to control systems?</a:t>
            </a:r>
          </a:p>
        </p:txBody>
      </p:sp>
    </p:spTree>
    <p:extLst>
      <p:ext uri="{BB962C8B-B14F-4D97-AF65-F5344CB8AC3E}">
        <p14:creationId xmlns:p14="http://schemas.microsoft.com/office/powerpoint/2010/main" val="5990253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DC0D6C-893A-4BE7-5E93-526BC38EC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C771B79C-066A-CD3A-F1D3-85FB067778BD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D670C5E-4664-8C3B-0440-A8EA054A67AE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23DAC00-5822-7270-22B7-3ACBC4B0D29E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284CB4-CDB6-BB27-4CC9-A16DECFBEB51}"/>
              </a:ext>
            </a:extLst>
          </p:cNvPr>
          <p:cNvSpPr/>
          <p:nvPr/>
        </p:nvSpPr>
        <p:spPr>
          <a:xfrm>
            <a:off x="-304800" y="156942"/>
            <a:ext cx="7571874" cy="74627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IMPROVED SAFETY SYSTEMS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CC6A804-AB0E-8993-14DC-7F89E0272D1E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CC6A804-AB0E-8993-14DC-7F89E0272D1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783FDCFF-AEC9-FF53-1501-B1315F2D25E7}"/>
              </a:ext>
            </a:extLst>
          </p:cNvPr>
          <p:cNvSpPr/>
          <p:nvPr/>
        </p:nvSpPr>
        <p:spPr>
          <a:xfrm>
            <a:off x="821436" y="1197864"/>
            <a:ext cx="8049848" cy="5219022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Examples: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Elevators – too much weight sensed will prevent the elevator from moving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Cars – motion detectors to deploy airbags during a crash</a:t>
            </a:r>
          </a:p>
        </p:txBody>
      </p:sp>
    </p:spTree>
    <p:extLst>
      <p:ext uri="{BB962C8B-B14F-4D97-AF65-F5344CB8AC3E}">
        <p14:creationId xmlns:p14="http://schemas.microsoft.com/office/powerpoint/2010/main" val="33912579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880E01-3BFA-434D-EEE6-6890160B4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3E73F403-8F63-0602-7CB6-02B647AD05B3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7DD2411-941D-226A-08A1-8C7D6FD0A950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6217041-0395-8A1A-C4B7-8A33D560C5F4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8328D7-844B-EF8C-0BCB-CAF0B73F04E2}"/>
              </a:ext>
            </a:extLst>
          </p:cNvPr>
          <p:cNvSpPr/>
          <p:nvPr/>
        </p:nvSpPr>
        <p:spPr>
          <a:xfrm>
            <a:off x="-304800" y="156942"/>
            <a:ext cx="7571874" cy="74627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IMPROVED SAFETY SYSTEMS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652DB92-7C46-4F07-4FE7-BD63DC63BFED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652DB92-7C46-4F07-4FE7-BD63DC63BFE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83FF2B5F-2495-5D32-1E1E-0CCF13F2BA65}"/>
              </a:ext>
            </a:extLst>
          </p:cNvPr>
          <p:cNvSpPr/>
          <p:nvPr/>
        </p:nvSpPr>
        <p:spPr>
          <a:xfrm>
            <a:off x="821436" y="1197864"/>
            <a:ext cx="8049848" cy="5219022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Sometimes these systems fail, and in these instances we revise them to be even more safe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Initially, cars only had front airbags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realized that the airbags only worked from the front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a car gets hit from the side, they are ineffective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 response, introduce side airbags into the system</a:t>
            </a:r>
          </a:p>
        </p:txBody>
      </p:sp>
    </p:spTree>
    <p:extLst>
      <p:ext uri="{BB962C8B-B14F-4D97-AF65-F5344CB8AC3E}">
        <p14:creationId xmlns:p14="http://schemas.microsoft.com/office/powerpoint/2010/main" val="19595512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00699C-9D14-7DFD-4041-056BE66A5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AA9C2528-63E2-87D9-9822-6F9C441CB9D4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2E1E563-3D8F-F0F2-869F-AA5A1E5AF039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5B32D34-EC74-C52B-3F64-710BAE76773E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D5111E-D7F7-D36D-FB73-8C1B06305F8B}"/>
              </a:ext>
            </a:extLst>
          </p:cNvPr>
          <p:cNvSpPr/>
          <p:nvPr/>
        </p:nvSpPr>
        <p:spPr>
          <a:xfrm>
            <a:off x="-304800" y="156942"/>
            <a:ext cx="7571874" cy="74627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IMPROVED SAFETY SYSTEMS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75AE0CF-6B0A-48BC-AE85-70D5377CDEAB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75AE0CF-6B0A-48BC-AE85-70D5377CDEA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DDF719C4-733B-65A8-864A-42A6E73BADA9}"/>
              </a:ext>
            </a:extLst>
          </p:cNvPr>
          <p:cNvSpPr/>
          <p:nvPr/>
        </p:nvSpPr>
        <p:spPr>
          <a:xfrm>
            <a:off x="821436" y="1197864"/>
            <a:ext cx="8049848" cy="5219022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Another example: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Previously, when brakes were hit too hard, the wheels would lock instead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Now, the Anti-lock breaking system was developed (ABS)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Prevents wheels from locking and skidding, which decreases stopping distances</a:t>
            </a:r>
          </a:p>
        </p:txBody>
      </p:sp>
    </p:spTree>
    <p:extLst>
      <p:ext uri="{BB962C8B-B14F-4D97-AF65-F5344CB8AC3E}">
        <p14:creationId xmlns:p14="http://schemas.microsoft.com/office/powerpoint/2010/main" val="33417171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433AAE-04BB-29FE-E3AB-C667F9385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1BBCBCE5-8AAA-C049-1B05-8843F0DCD7FC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1C869FD-99FC-685B-F1D6-B068B2931A04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B098846-50A0-8AB0-D4FC-14C94392FAD6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38B906-8433-A08D-26BE-50C493A6D2F0}"/>
              </a:ext>
            </a:extLst>
          </p:cNvPr>
          <p:cNvSpPr/>
          <p:nvPr/>
        </p:nvSpPr>
        <p:spPr>
          <a:xfrm>
            <a:off x="-304800" y="156942"/>
            <a:ext cx="7571874" cy="74627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NOW FOR YOUR EXAMPLE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FEFCE03-9F77-9A77-2950-32E943AA1133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FEFCE03-9F77-9A77-2950-32E943AA113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2EFF9F51-6577-C588-1C20-B7221C523D1B}"/>
              </a:ext>
            </a:extLst>
          </p:cNvPr>
          <p:cNvSpPr/>
          <p:nvPr/>
        </p:nvSpPr>
        <p:spPr>
          <a:xfrm>
            <a:off x="821436" y="1197864"/>
            <a:ext cx="8049848" cy="5219022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What’s another example of a control system like this that might have some social impacts?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Decide on one and then: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Identify the components of the system itself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Identify some social pros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Identify some social cons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Ask at least one question about that system’s role</a:t>
            </a:r>
          </a:p>
        </p:txBody>
      </p:sp>
    </p:spTree>
    <p:extLst>
      <p:ext uri="{BB962C8B-B14F-4D97-AF65-F5344CB8AC3E}">
        <p14:creationId xmlns:p14="http://schemas.microsoft.com/office/powerpoint/2010/main" val="13668346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AFF432-3742-E8CF-89DA-84C94CDD2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CD3DCD2-C74C-95D3-8AE9-68F3C6AEDF40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47092CD-4DF3-59F0-5AB9-E50FA41C490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CC3CAB5-3061-5F94-A88E-C0BDD9B048E5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CEAB6A-CE7C-862A-42E1-D86D8C4198B3}"/>
              </a:ext>
            </a:extLst>
          </p:cNvPr>
          <p:cNvSpPr/>
          <p:nvPr/>
        </p:nvSpPr>
        <p:spPr>
          <a:xfrm>
            <a:off x="330518" y="1120703"/>
            <a:ext cx="4837227" cy="5598444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Electronic Tagging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Surveillance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>
                <a:latin typeface="Bahnschrift" panose="020B0502040204020203" pitchFamily="34" charset="0"/>
              </a:rPr>
              <a:t>Safety Systems</a:t>
            </a:r>
            <a:endParaRPr lang="en-US" sz="2800" dirty="0"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AFD995-70BC-6581-0161-071153C10586}"/>
              </a:ext>
            </a:extLst>
          </p:cNvPr>
          <p:cNvSpPr/>
          <p:nvPr/>
        </p:nvSpPr>
        <p:spPr>
          <a:xfrm>
            <a:off x="-297523" y="201730"/>
            <a:ext cx="6265695" cy="736691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VOCAB TO REMEMBER</a:t>
            </a:r>
          </a:p>
        </p:txBody>
      </p:sp>
      <p:pic>
        <p:nvPicPr>
          <p:cNvPr id="6" name="Picture 5" descr="A cartoon of a person with a large brain&#10;&#10;AI-generated content may be incorrect.">
            <a:extLst>
              <a:ext uri="{FF2B5EF4-FFF2-40B4-BE49-F238E27FC236}">
                <a16:creationId xmlns:a16="http://schemas.microsoft.com/office/drawing/2014/main" id="{ADD5DD30-FEB4-6F2F-CD56-BC8E3371E4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788" b="909"/>
          <a:stretch>
            <a:fillRect/>
          </a:stretch>
        </p:blipFill>
        <p:spPr>
          <a:xfrm flipH="1">
            <a:off x="7198831" y="2629528"/>
            <a:ext cx="3767602" cy="3338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706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1 0.025 L 0.00221 0.025 C 0.00169 0.01898 0.00091 0.01296 0.00052 0.00694 C 0.00013 -0.00255 0.00091 -0.01204 3.75E-6 -0.0213 C -0.00105 -0.03241 -0.00365 -0.04329 -0.00508 -0.0544 C -0.00834 -0.0794 -0.00912 -0.08843 -0.01693 -0.11759 C -0.02032 -0.13009 -0.02318 -0.14329 -0.02709 -0.15556 C -0.02878 -0.16088 -0.03034 -0.16643 -0.03217 -0.17153 C -0.03373 -0.17639 -0.03568 -0.18079 -0.03724 -0.18565 C -0.03881 -0.19097 -0.03959 -0.19699 -0.04167 -0.20162 C -0.04558 -0.20995 -0.06459 -0.24028 -0.06993 -0.24676 C -0.07709 -0.25579 -0.07813 -0.25255 -0.08568 -0.25694 C -0.0892 -0.2588 -0.09245 -0.26157 -0.09584 -0.26389 C -0.10651 -0.27083 -0.11407 -0.27569 -0.12461 -0.27986 C -0.13776 -0.28518 -0.16407 -0.29491 -0.16407 -0.29491 L -0.19336 -0.2919 C -0.19662 -0.29143 -0.19987 -0.2912 -0.203 -0.29005 C -0.21029 -0.28704 -0.22526 -0.27431 -0.22891 -0.26898 C -0.23125 -0.26551 -0.23321 -0.26181 -0.23568 -0.2588 C -0.23646 -0.25787 -0.23464 -0.26157 -0.23399 -0.26296 C -0.2319 -0.26759 -0.23021 -0.27268 -0.22787 -0.27685 C -0.22539 -0.28125 -0.22331 -0.28634 -0.22045 -0.29005 C -0.21185 -0.30046 -0.19558 -0.31319 -0.18607 -0.31991 C -0.17813 -0.32569 -0.17019 -0.33194 -0.16185 -0.33611 C -0.13646 -0.34838 -0.11081 -0.35833 -0.08516 -0.36921 C -0.07565 -0.37315 -0.06602 -0.37662 -0.05638 -0.38009 C -0.04089 -0.38588 -0.02592 -0.39074 -0.01016 -0.39421 C -0.00039 -0.3963 0.00937 -0.39745 0.01914 -0.39931 C 0.04739 -0.39815 0.07565 -0.39907 0.10377 -0.3963 C 0.10989 -0.3956 0.11588 -0.3919 0.12187 -0.38912 C 0.13255 -0.38449 0.14323 -0.37893 0.15403 -0.37407 C 0.2095 -0.34884 0.13476 -0.38449 0.19179 -0.35602 C 0.19687 -0.3537 0.20208 -0.35231 0.20703 -0.34907 C 0.21354 -0.34468 0.21966 -0.33796 0.22617 -0.3331 C 0.22838 -0.33148 0.23073 -0.33009 0.23294 -0.32801 C 0.23463 -0.32639 0.2358 -0.32384 0.2375 -0.32199 C 0.2388 -0.32037 0.24049 -0.31944 0.24192 -0.31806 C 0.24323 -0.31667 0.24453 -0.31528 0.24596 -0.31412 C 0.24427 -0.31806 0.24297 -0.32292 0.24088 -0.32593 C 0.22252 -0.35255 0.19974 -0.37014 0.17877 -0.38727 C 0.16562 -0.39792 0.15247 -0.4088 0.1388 -0.41736 C 0.0888 -0.44815 0.04114 -0.47222 -0.01185 -0.48148 C -0.07318 -0.49213 -0.27201 -0.4919 -0.30847 -0.49236 C -0.36537 -0.48704 -0.42266 -0.48796 -0.4793 -0.47639 C -0.48386 -0.47546 -0.56172 -0.44329 -0.59271 -0.43032 C -0.60052 -0.42708 -0.60834 -0.42268 -0.61641 -0.42037 C -0.64636 -0.41111 -0.68008 -0.40162 -0.70834 -0.38611 C -0.71993 -0.37986 -0.73203 -0.37546 -0.74323 -0.36713 C -0.76029 -0.35463 -0.77631 -0.33704 -0.79336 -0.32407 C -0.79636 -0.32176 -0.81472 -0.30833 -0.81927 -0.30301 C -0.85704 -0.25833 -0.7668 -0.34653 -0.85365 -0.26481 C -0.86133 -0.25764 -0.86901 -0.25069 -0.87683 -0.24375 C -0.88711 -0.23472 -0.89766 -0.22639 -0.90782 -0.21667 C -0.92592 -0.19931 -0.94493 -0.18495 -0.96198 -0.16458 L -0.98907 -0.13264 C -0.99519 -0.08843 -0.99245 -0.11667 -0.99245 -0.0463 " pathEditMode="relative" ptsTypes="AAAAAAAAAAAAAAAAAAAAAAAAAAAAAAAAAAAAAAAAAAAAAAAAAAAAAA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29066</TotalTime>
  <Words>673</Words>
  <Application>Microsoft Office PowerPoint</Application>
  <PresentationFormat>Widescreen</PresentationFormat>
  <Paragraphs>99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Arial</vt:lpstr>
      <vt:lpstr>Bahnschrift</vt:lpstr>
      <vt:lpstr>Bahnschrift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24</cp:revision>
  <dcterms:created xsi:type="dcterms:W3CDTF">2025-08-11T14:07:39Z</dcterms:created>
  <dcterms:modified xsi:type="dcterms:W3CDTF">2026-02-05T18:00:28Z</dcterms:modified>
</cp:coreProperties>
</file>