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96" r:id="rId4"/>
    <p:sldId id="297" r:id="rId5"/>
    <p:sldId id="417" r:id="rId6"/>
    <p:sldId id="430" r:id="rId7"/>
    <p:sldId id="298" r:id="rId8"/>
    <p:sldId id="431" r:id="rId9"/>
    <p:sldId id="418" r:id="rId10"/>
    <p:sldId id="419" r:id="rId11"/>
    <p:sldId id="420" r:id="rId12"/>
    <p:sldId id="432" r:id="rId13"/>
    <p:sldId id="421" r:id="rId14"/>
    <p:sldId id="433" r:id="rId15"/>
    <p:sldId id="434" r:id="rId16"/>
    <p:sldId id="422" r:id="rId17"/>
    <p:sldId id="435" r:id="rId18"/>
    <p:sldId id="436" r:id="rId19"/>
    <p:sldId id="437" r:id="rId20"/>
    <p:sldId id="438" r:id="rId21"/>
    <p:sldId id="423" r:id="rId22"/>
    <p:sldId id="439" r:id="rId23"/>
    <p:sldId id="440" r:id="rId24"/>
    <p:sldId id="441" r:id="rId25"/>
    <p:sldId id="442" r:id="rId26"/>
    <p:sldId id="443" r:id="rId27"/>
    <p:sldId id="444" r:id="rId28"/>
    <p:sldId id="445" r:id="rId29"/>
    <p:sldId id="416" r:id="rId30"/>
    <p:sldId id="35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455D"/>
    <a:srgbClr val="516881"/>
    <a:srgbClr val="326648"/>
    <a:srgbClr val="388049"/>
    <a:srgbClr val="274F3F"/>
    <a:srgbClr val="2A4C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2CD426-84D1-418A-AF34-958D38B7AD14}" v="77" dt="2026-01-07T16:22:49.9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6" autoAdjust="0"/>
    <p:restoredTop sz="94660"/>
  </p:normalViewPr>
  <p:slideViewPr>
    <p:cSldViewPr snapToGrid="0">
      <p:cViewPr varScale="1">
        <p:scale>
          <a:sx n="96" d="100"/>
          <a:sy n="96" d="100"/>
        </p:scale>
        <p:origin x="68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custSel addSld delSld modSld">
      <pc:chgData name="Michael Hill" userId="41dba03d-e58d-4389-9894-554c10310ba4" providerId="ADAL" clId="{EF23FE1D-A042-481E-AFD7-2A9FB0847F54}" dt="2026-01-07T16:22:49.908" v="5656"/>
      <pc:docMkLst>
        <pc:docMk/>
      </pc:docMkLst>
      <pc:sldChg chg="modSp mod">
        <pc:chgData name="Michael Hill" userId="41dba03d-e58d-4389-9894-554c10310ba4" providerId="ADAL" clId="{EF23FE1D-A042-481E-AFD7-2A9FB0847F54}" dt="2026-01-06T19:35:25.241" v="32" actId="1076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6-01-06T19:35:15.335" v="5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6-01-06T19:35:25.241" v="32" actId="1076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6-01-06T19:37:21.466" v="237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6-01-06T19:37:21.466" v="237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 modShow">
        <pc:chgData name="Michael Hill" userId="41dba03d-e58d-4389-9894-554c10310ba4" providerId="ADAL" clId="{EF23FE1D-A042-481E-AFD7-2A9FB0847F54}" dt="2026-01-06T19:39:04.940" v="238" actId="729"/>
        <pc:sldMkLst>
          <pc:docMk/>
          <pc:sldMk cId="4221327636" sldId="296"/>
        </pc:sldMkLst>
      </pc:sldChg>
      <pc:sldChg chg="mod modShow">
        <pc:chgData name="Michael Hill" userId="41dba03d-e58d-4389-9894-554c10310ba4" providerId="ADAL" clId="{EF23FE1D-A042-481E-AFD7-2A9FB0847F54}" dt="2026-01-06T19:39:04.940" v="238" actId="729"/>
        <pc:sldMkLst>
          <pc:docMk/>
          <pc:sldMk cId="2098128014" sldId="297"/>
        </pc:sldMkLst>
      </pc:sldChg>
      <pc:sldChg chg="modSp mod">
        <pc:chgData name="Michael Hill" userId="41dba03d-e58d-4389-9894-554c10310ba4" providerId="ADAL" clId="{EF23FE1D-A042-481E-AFD7-2A9FB0847F54}" dt="2026-01-07T16:22:49.908" v="5656"/>
        <pc:sldMkLst>
          <pc:docMk/>
          <pc:sldMk cId="3541264760" sldId="298"/>
        </pc:sldMkLst>
        <pc:spChg chg="mod">
          <ac:chgData name="Michael Hill" userId="41dba03d-e58d-4389-9894-554c10310ba4" providerId="ADAL" clId="{EF23FE1D-A042-481E-AFD7-2A9FB0847F54}" dt="2026-01-07T14:55:29.477" v="1001" actId="20577"/>
          <ac:spMkLst>
            <pc:docMk/>
            <pc:sldMk cId="3541264760" sldId="298"/>
            <ac:spMk id="3" creationId="{48551E3D-C636-CCB5-3E4D-2863C7AF583A}"/>
          </ac:spMkLst>
        </pc:spChg>
        <pc:spChg chg="mod">
          <ac:chgData name="Michael Hill" userId="41dba03d-e58d-4389-9894-554c10310ba4" providerId="ADAL" clId="{EF23FE1D-A042-481E-AFD7-2A9FB0847F54}" dt="2026-01-07T14:52:33.814" v="756" actId="1076"/>
          <ac:spMkLst>
            <pc:docMk/>
            <pc:sldMk cId="3541264760" sldId="298"/>
            <ac:spMk id="5" creationId="{B0DE8DB3-7BE8-827D-000E-55BD73CF3222}"/>
          </ac:spMkLst>
        </pc:spChg>
        <pc:picChg chg="mod">
          <ac:chgData name="Michael Hill" userId="41dba03d-e58d-4389-9894-554c10310ba4" providerId="ADAL" clId="{EF23FE1D-A042-481E-AFD7-2A9FB0847F54}" dt="2026-01-07T16:22:49.908" v="5656"/>
          <ac:picMkLst>
            <pc:docMk/>
            <pc:sldMk cId="3541264760" sldId="298"/>
            <ac:picMk id="13" creationId="{73E4D226-48C9-B85C-8DFA-CE65D7361F50}"/>
          </ac:picMkLst>
        </pc:picChg>
      </pc:sldChg>
      <pc:sldChg chg="modSp mod">
        <pc:chgData name="Michael Hill" userId="41dba03d-e58d-4389-9894-554c10310ba4" providerId="ADAL" clId="{EF23FE1D-A042-481E-AFD7-2A9FB0847F54}" dt="2026-01-07T15:51:38.158" v="5655" actId="20577"/>
        <pc:sldMkLst>
          <pc:docMk/>
          <pc:sldMk cId="491706548" sldId="355"/>
        </pc:sldMkLst>
        <pc:spChg chg="mod">
          <ac:chgData name="Michael Hill" userId="41dba03d-e58d-4389-9894-554c10310ba4" providerId="ADAL" clId="{EF23FE1D-A042-481E-AFD7-2A9FB0847F54}" dt="2026-01-07T15:51:38.158" v="5655" actId="20577"/>
          <ac:spMkLst>
            <pc:docMk/>
            <pc:sldMk cId="491706548" sldId="355"/>
            <ac:spMk id="8" creationId="{32CEAB6A-CE7C-862A-42E1-D86D8C4198B3}"/>
          </ac:spMkLst>
        </pc:spChg>
      </pc:sldChg>
      <pc:sldChg chg="modSp mod">
        <pc:chgData name="Michael Hill" userId="41dba03d-e58d-4389-9894-554c10310ba4" providerId="ADAL" clId="{EF23FE1D-A042-481E-AFD7-2A9FB0847F54}" dt="2026-01-07T15:48:55.656" v="5495" actId="20577"/>
        <pc:sldMkLst>
          <pc:docMk/>
          <pc:sldMk cId="1640200297" sldId="416"/>
        </pc:sldMkLst>
        <pc:spChg chg="mod">
          <ac:chgData name="Michael Hill" userId="41dba03d-e58d-4389-9894-554c10310ba4" providerId="ADAL" clId="{EF23FE1D-A042-481E-AFD7-2A9FB0847F54}" dt="2026-01-07T15:48:27.654" v="5311" actId="20577"/>
          <ac:spMkLst>
            <pc:docMk/>
            <pc:sldMk cId="1640200297" sldId="416"/>
            <ac:spMk id="5" creationId="{B64A2ACE-BD92-7C38-2F7D-600F3B6610A0}"/>
          </ac:spMkLst>
        </pc:spChg>
        <pc:spChg chg="mod">
          <ac:chgData name="Michael Hill" userId="41dba03d-e58d-4389-9894-554c10310ba4" providerId="ADAL" clId="{EF23FE1D-A042-481E-AFD7-2A9FB0847F54}" dt="2026-01-07T15:48:55.656" v="5495" actId="20577"/>
          <ac:spMkLst>
            <pc:docMk/>
            <pc:sldMk cId="1640200297" sldId="416"/>
            <ac:spMk id="8" creationId="{EA92F121-BB61-D31B-2142-DF614C5E4C28}"/>
          </ac:spMkLst>
        </pc:spChg>
      </pc:sldChg>
      <pc:sldChg chg="addSp delSp modSp mod">
        <pc:chgData name="Michael Hill" userId="41dba03d-e58d-4389-9894-554c10310ba4" providerId="ADAL" clId="{EF23FE1D-A042-481E-AFD7-2A9FB0847F54}" dt="2026-01-07T14:46:04.255" v="421" actId="20577"/>
        <pc:sldMkLst>
          <pc:docMk/>
          <pc:sldMk cId="978586516" sldId="417"/>
        </pc:sldMkLst>
        <pc:spChg chg="mod">
          <ac:chgData name="Michael Hill" userId="41dba03d-e58d-4389-9894-554c10310ba4" providerId="ADAL" clId="{EF23FE1D-A042-481E-AFD7-2A9FB0847F54}" dt="2026-01-07T14:46:04.255" v="421" actId="20577"/>
          <ac:spMkLst>
            <pc:docMk/>
            <pc:sldMk cId="978586516" sldId="417"/>
            <ac:spMk id="3" creationId="{9CB4AEFE-ACDF-9249-68E8-563C3BA47C5E}"/>
          </ac:spMkLst>
        </pc:spChg>
        <pc:spChg chg="mod">
          <ac:chgData name="Michael Hill" userId="41dba03d-e58d-4389-9894-554c10310ba4" providerId="ADAL" clId="{EF23FE1D-A042-481E-AFD7-2A9FB0847F54}" dt="2026-01-07T14:44:16.242" v="246" actId="1076"/>
          <ac:spMkLst>
            <pc:docMk/>
            <pc:sldMk cId="978586516" sldId="417"/>
            <ac:spMk id="5" creationId="{1E11D907-A331-3354-9F65-8614C2BA07F0}"/>
          </ac:spMkLst>
        </pc:spChg>
        <pc:picChg chg="del">
          <ac:chgData name="Michael Hill" userId="41dba03d-e58d-4389-9894-554c10310ba4" providerId="ADAL" clId="{EF23FE1D-A042-481E-AFD7-2A9FB0847F54}" dt="2026-01-07T14:45:55.621" v="401" actId="478"/>
          <ac:picMkLst>
            <pc:docMk/>
            <pc:sldMk cId="978586516" sldId="417"/>
            <ac:picMk id="6" creationId="{B062128F-2F26-F95B-7A97-CA34CED52E56}"/>
          </ac:picMkLst>
        </pc:picChg>
        <pc:picChg chg="add mod">
          <ac:chgData name="Michael Hill" userId="41dba03d-e58d-4389-9894-554c10310ba4" providerId="ADAL" clId="{EF23FE1D-A042-481E-AFD7-2A9FB0847F54}" dt="2026-01-07T14:45:58.960" v="404" actId="1076"/>
          <ac:picMkLst>
            <pc:docMk/>
            <pc:sldMk cId="978586516" sldId="417"/>
            <ac:picMk id="1026" creationId="{5EB1F77C-6948-C5BA-7C7D-80736B7ED034}"/>
          </ac:picMkLst>
        </pc:picChg>
      </pc:sldChg>
      <pc:sldChg chg="addSp delSp modSp mod">
        <pc:chgData name="Michael Hill" userId="41dba03d-e58d-4389-9894-554c10310ba4" providerId="ADAL" clId="{EF23FE1D-A042-481E-AFD7-2A9FB0847F54}" dt="2026-01-07T15:02:39.873" v="1446" actId="1076"/>
        <pc:sldMkLst>
          <pc:docMk/>
          <pc:sldMk cId="2061637205" sldId="418"/>
        </pc:sldMkLst>
        <pc:spChg chg="mod">
          <ac:chgData name="Michael Hill" userId="41dba03d-e58d-4389-9894-554c10310ba4" providerId="ADAL" clId="{EF23FE1D-A042-481E-AFD7-2A9FB0847F54}" dt="2026-01-07T15:00:15.087" v="1441" actId="20577"/>
          <ac:spMkLst>
            <pc:docMk/>
            <pc:sldMk cId="2061637205" sldId="418"/>
            <ac:spMk id="3" creationId="{4736FD7F-28CC-F7ED-4F41-BDB35E450D85}"/>
          </ac:spMkLst>
        </pc:spChg>
        <pc:spChg chg="mod">
          <ac:chgData name="Michael Hill" userId="41dba03d-e58d-4389-9894-554c10310ba4" providerId="ADAL" clId="{EF23FE1D-A042-481E-AFD7-2A9FB0847F54}" dt="2026-01-07T14:56:13.725" v="1187" actId="1076"/>
          <ac:spMkLst>
            <pc:docMk/>
            <pc:sldMk cId="2061637205" sldId="418"/>
            <ac:spMk id="5" creationId="{1BCAA0F5-13CE-95C0-836D-AB4910E56F62}"/>
          </ac:spMkLst>
        </pc:spChg>
        <pc:picChg chg="del">
          <ac:chgData name="Michael Hill" userId="41dba03d-e58d-4389-9894-554c10310ba4" providerId="ADAL" clId="{EF23FE1D-A042-481E-AFD7-2A9FB0847F54}" dt="2026-01-07T15:01:50.927" v="1442" actId="478"/>
          <ac:picMkLst>
            <pc:docMk/>
            <pc:sldMk cId="2061637205" sldId="418"/>
            <ac:picMk id="4" creationId="{621D16D6-E0F9-1DC8-08CD-21F266E25D1E}"/>
          </ac:picMkLst>
        </pc:picChg>
        <pc:picChg chg="add mod">
          <ac:chgData name="Michael Hill" userId="41dba03d-e58d-4389-9894-554c10310ba4" providerId="ADAL" clId="{EF23FE1D-A042-481E-AFD7-2A9FB0847F54}" dt="2026-01-07T15:02:39.873" v="1446" actId="1076"/>
          <ac:picMkLst>
            <pc:docMk/>
            <pc:sldMk cId="2061637205" sldId="418"/>
            <ac:picMk id="3074" creationId="{8253A48D-0F7A-D68F-6BC8-949EBE3B6707}"/>
          </ac:picMkLst>
        </pc:picChg>
      </pc:sldChg>
      <pc:sldChg chg="modSp mod">
        <pc:chgData name="Michael Hill" userId="41dba03d-e58d-4389-9894-554c10310ba4" providerId="ADAL" clId="{EF23FE1D-A042-481E-AFD7-2A9FB0847F54}" dt="2026-01-07T15:07:22.542" v="1599" actId="20577"/>
        <pc:sldMkLst>
          <pc:docMk/>
          <pc:sldMk cId="3343152186" sldId="419"/>
        </pc:sldMkLst>
        <pc:spChg chg="mod">
          <ac:chgData name="Michael Hill" userId="41dba03d-e58d-4389-9894-554c10310ba4" providerId="ADAL" clId="{EF23FE1D-A042-481E-AFD7-2A9FB0847F54}" dt="2026-01-07T15:07:22.542" v="1599" actId="20577"/>
          <ac:spMkLst>
            <pc:docMk/>
            <pc:sldMk cId="3343152186" sldId="419"/>
            <ac:spMk id="3" creationId="{2AB6A8AF-0945-A18E-E564-FFC03F562BBE}"/>
          </ac:spMkLst>
        </pc:spChg>
        <pc:spChg chg="mod">
          <ac:chgData name="Michael Hill" userId="41dba03d-e58d-4389-9894-554c10310ba4" providerId="ADAL" clId="{EF23FE1D-A042-481E-AFD7-2A9FB0847F54}" dt="2026-01-07T15:04:12.038" v="1453" actId="1076"/>
          <ac:spMkLst>
            <pc:docMk/>
            <pc:sldMk cId="3343152186" sldId="419"/>
            <ac:spMk id="5" creationId="{C8AB8478-A9AE-F509-C97A-83019A423EB5}"/>
          </ac:spMkLst>
        </pc:spChg>
      </pc:sldChg>
      <pc:sldChg chg="addSp delSp modSp mod">
        <pc:chgData name="Michael Hill" userId="41dba03d-e58d-4389-9894-554c10310ba4" providerId="ADAL" clId="{EF23FE1D-A042-481E-AFD7-2A9FB0847F54}" dt="2026-01-07T15:10:40.893" v="1979" actId="1076"/>
        <pc:sldMkLst>
          <pc:docMk/>
          <pc:sldMk cId="1848439972" sldId="420"/>
        </pc:sldMkLst>
        <pc:spChg chg="add">
          <ac:chgData name="Michael Hill" userId="41dba03d-e58d-4389-9894-554c10310ba4" providerId="ADAL" clId="{EF23FE1D-A042-481E-AFD7-2A9FB0847F54}" dt="2026-01-07T15:10:15.059" v="1971"/>
          <ac:spMkLst>
            <pc:docMk/>
            <pc:sldMk cId="1848439972" sldId="420"/>
            <ac:spMk id="2" creationId="{9C0370DF-A0A8-4A5D-6B0C-7720AC6574E4}"/>
          </ac:spMkLst>
        </pc:spChg>
        <pc:spChg chg="mod">
          <ac:chgData name="Michael Hill" userId="41dba03d-e58d-4389-9894-554c10310ba4" providerId="ADAL" clId="{EF23FE1D-A042-481E-AFD7-2A9FB0847F54}" dt="2026-01-07T15:09:57.371" v="1970" actId="14100"/>
          <ac:spMkLst>
            <pc:docMk/>
            <pc:sldMk cId="1848439972" sldId="420"/>
            <ac:spMk id="3" creationId="{7E7632F2-1920-AD4B-1077-DD25206F7B2F}"/>
          </ac:spMkLst>
        </pc:spChg>
        <pc:spChg chg="mod">
          <ac:chgData name="Michael Hill" userId="41dba03d-e58d-4389-9894-554c10310ba4" providerId="ADAL" clId="{EF23FE1D-A042-481E-AFD7-2A9FB0847F54}" dt="2026-01-07T15:07:32.206" v="1607" actId="20577"/>
          <ac:spMkLst>
            <pc:docMk/>
            <pc:sldMk cId="1848439972" sldId="420"/>
            <ac:spMk id="5" creationId="{7EA709CB-FE59-8C1C-DB36-A0B0C17F9B95}"/>
          </ac:spMkLst>
        </pc:spChg>
        <pc:spChg chg="add">
          <ac:chgData name="Michael Hill" userId="41dba03d-e58d-4389-9894-554c10310ba4" providerId="ADAL" clId="{EF23FE1D-A042-481E-AFD7-2A9FB0847F54}" dt="2026-01-07T15:10:18.270" v="1972"/>
          <ac:spMkLst>
            <pc:docMk/>
            <pc:sldMk cId="1848439972" sldId="420"/>
            <ac:spMk id="6" creationId="{3CA814A4-5A6D-24CE-C68B-EB49096A31FD}"/>
          </ac:spMkLst>
        </pc:spChg>
        <pc:spChg chg="add">
          <ac:chgData name="Michael Hill" userId="41dba03d-e58d-4389-9894-554c10310ba4" providerId="ADAL" clId="{EF23FE1D-A042-481E-AFD7-2A9FB0847F54}" dt="2026-01-07T15:10:22.189" v="1973"/>
          <ac:spMkLst>
            <pc:docMk/>
            <pc:sldMk cId="1848439972" sldId="420"/>
            <ac:spMk id="8" creationId="{5483EC5C-0AC8-3747-BAFA-EBA759DFFD0F}"/>
          </ac:spMkLst>
        </pc:spChg>
        <pc:spChg chg="add">
          <ac:chgData name="Michael Hill" userId="41dba03d-e58d-4389-9894-554c10310ba4" providerId="ADAL" clId="{EF23FE1D-A042-481E-AFD7-2A9FB0847F54}" dt="2026-01-07T15:10:29.956" v="1974"/>
          <ac:spMkLst>
            <pc:docMk/>
            <pc:sldMk cId="1848439972" sldId="420"/>
            <ac:spMk id="10" creationId="{30EE3137-969C-B821-FA30-E7F7CD0D24F6}"/>
          </ac:spMkLst>
        </pc:spChg>
        <pc:picChg chg="del">
          <ac:chgData name="Michael Hill" userId="41dba03d-e58d-4389-9894-554c10310ba4" providerId="ADAL" clId="{EF23FE1D-A042-481E-AFD7-2A9FB0847F54}" dt="2026-01-07T15:07:34.395" v="1608" actId="478"/>
          <ac:picMkLst>
            <pc:docMk/>
            <pc:sldMk cId="1848439972" sldId="420"/>
            <ac:picMk id="4" creationId="{4FA55BF7-C140-2BCC-2F3E-A6D6DCE2C3C9}"/>
          </ac:picMkLst>
        </pc:picChg>
        <pc:picChg chg="add mod">
          <ac:chgData name="Michael Hill" userId="41dba03d-e58d-4389-9894-554c10310ba4" providerId="ADAL" clId="{EF23FE1D-A042-481E-AFD7-2A9FB0847F54}" dt="2026-01-07T15:10:40.893" v="1979" actId="1076"/>
          <ac:picMkLst>
            <pc:docMk/>
            <pc:sldMk cId="1848439972" sldId="420"/>
            <ac:picMk id="13" creationId="{3A1E4958-7DEE-7166-EA99-5094053E58DD}"/>
          </ac:picMkLst>
        </pc:picChg>
      </pc:sldChg>
      <pc:sldChg chg="addSp modSp mod">
        <pc:chgData name="Michael Hill" userId="41dba03d-e58d-4389-9894-554c10310ba4" providerId="ADAL" clId="{EF23FE1D-A042-481E-AFD7-2A9FB0847F54}" dt="2026-01-07T15:18:43.485" v="2501" actId="1076"/>
        <pc:sldMkLst>
          <pc:docMk/>
          <pc:sldMk cId="319834850" sldId="421"/>
        </pc:sldMkLst>
        <pc:spChg chg="mod">
          <ac:chgData name="Michael Hill" userId="41dba03d-e58d-4389-9894-554c10310ba4" providerId="ADAL" clId="{EF23FE1D-A042-481E-AFD7-2A9FB0847F54}" dt="2026-01-07T15:18:36.614" v="2499" actId="1076"/>
          <ac:spMkLst>
            <pc:docMk/>
            <pc:sldMk cId="319834850" sldId="421"/>
            <ac:spMk id="3" creationId="{D69125C5-F757-01DF-025C-A023C297280A}"/>
          </ac:spMkLst>
        </pc:spChg>
        <pc:spChg chg="mod">
          <ac:chgData name="Michael Hill" userId="41dba03d-e58d-4389-9894-554c10310ba4" providerId="ADAL" clId="{EF23FE1D-A042-481E-AFD7-2A9FB0847F54}" dt="2026-01-07T15:16:07.705" v="2212" actId="1076"/>
          <ac:spMkLst>
            <pc:docMk/>
            <pc:sldMk cId="319834850" sldId="421"/>
            <ac:spMk id="5" creationId="{5B1ECAC7-3280-988E-04B4-D8129B0CA389}"/>
          </ac:spMkLst>
        </pc:spChg>
        <pc:picChg chg="add mod">
          <ac:chgData name="Michael Hill" userId="41dba03d-e58d-4389-9894-554c10310ba4" providerId="ADAL" clId="{EF23FE1D-A042-481E-AFD7-2A9FB0847F54}" dt="2026-01-07T15:18:43.485" v="2501" actId="1076"/>
          <ac:picMkLst>
            <pc:docMk/>
            <pc:sldMk cId="319834850" sldId="421"/>
            <ac:picMk id="6146" creationId="{A1E59517-FC7C-7CD0-1ADC-F6329F37097B}"/>
          </ac:picMkLst>
        </pc:picChg>
      </pc:sldChg>
      <pc:sldChg chg="addSp delSp modSp mod">
        <pc:chgData name="Michael Hill" userId="41dba03d-e58d-4389-9894-554c10310ba4" providerId="ADAL" clId="{EF23FE1D-A042-481E-AFD7-2A9FB0847F54}" dt="2026-01-07T15:24:57.475" v="2839" actId="1076"/>
        <pc:sldMkLst>
          <pc:docMk/>
          <pc:sldMk cId="3382993321" sldId="422"/>
        </pc:sldMkLst>
        <pc:spChg chg="mod">
          <ac:chgData name="Michael Hill" userId="41dba03d-e58d-4389-9894-554c10310ba4" providerId="ADAL" clId="{EF23FE1D-A042-481E-AFD7-2A9FB0847F54}" dt="2026-01-07T15:24:56.635" v="2838" actId="14100"/>
          <ac:spMkLst>
            <pc:docMk/>
            <pc:sldMk cId="3382993321" sldId="422"/>
            <ac:spMk id="3" creationId="{F887FEE0-9487-E7BA-5A72-5B2EECC72D7A}"/>
          </ac:spMkLst>
        </pc:spChg>
        <pc:spChg chg="mod">
          <ac:chgData name="Michael Hill" userId="41dba03d-e58d-4389-9894-554c10310ba4" providerId="ADAL" clId="{EF23FE1D-A042-481E-AFD7-2A9FB0847F54}" dt="2026-01-07T15:23:15.215" v="2662" actId="14100"/>
          <ac:spMkLst>
            <pc:docMk/>
            <pc:sldMk cId="3382993321" sldId="422"/>
            <ac:spMk id="5" creationId="{BF50A236-F4F1-6B27-92A6-FD22648D1670}"/>
          </ac:spMkLst>
        </pc:spChg>
        <pc:picChg chg="del">
          <ac:chgData name="Michael Hill" userId="41dba03d-e58d-4389-9894-554c10310ba4" providerId="ADAL" clId="{EF23FE1D-A042-481E-AFD7-2A9FB0847F54}" dt="2026-01-07T15:23:25.935" v="2663" actId="478"/>
          <ac:picMkLst>
            <pc:docMk/>
            <pc:sldMk cId="3382993321" sldId="422"/>
            <ac:picMk id="4" creationId="{09E38060-5C9F-FD8D-7BCB-A1642621E629}"/>
          </ac:picMkLst>
        </pc:picChg>
        <pc:picChg chg="add mod">
          <ac:chgData name="Michael Hill" userId="41dba03d-e58d-4389-9894-554c10310ba4" providerId="ADAL" clId="{EF23FE1D-A042-481E-AFD7-2A9FB0847F54}" dt="2026-01-07T15:24:57.475" v="2839" actId="1076"/>
          <ac:picMkLst>
            <pc:docMk/>
            <pc:sldMk cId="3382993321" sldId="422"/>
            <ac:picMk id="7170" creationId="{90386281-FC37-E2C3-D637-AC1D24F37B1F}"/>
          </ac:picMkLst>
        </pc:picChg>
      </pc:sldChg>
      <pc:sldChg chg="modSp mod">
        <pc:chgData name="Michael Hill" userId="41dba03d-e58d-4389-9894-554c10310ba4" providerId="ADAL" clId="{EF23FE1D-A042-481E-AFD7-2A9FB0847F54}" dt="2026-01-07T15:36:23.866" v="4040" actId="113"/>
        <pc:sldMkLst>
          <pc:docMk/>
          <pc:sldMk cId="4113276570" sldId="423"/>
        </pc:sldMkLst>
        <pc:spChg chg="mod">
          <ac:chgData name="Michael Hill" userId="41dba03d-e58d-4389-9894-554c10310ba4" providerId="ADAL" clId="{EF23FE1D-A042-481E-AFD7-2A9FB0847F54}" dt="2026-01-07T15:36:23.866" v="4040" actId="113"/>
          <ac:spMkLst>
            <pc:docMk/>
            <pc:sldMk cId="4113276570" sldId="423"/>
            <ac:spMk id="3" creationId="{552A5C6B-66B0-318A-CF54-6E81E428BD39}"/>
          </ac:spMkLst>
        </pc:spChg>
        <pc:spChg chg="mod">
          <ac:chgData name="Michael Hill" userId="41dba03d-e58d-4389-9894-554c10310ba4" providerId="ADAL" clId="{EF23FE1D-A042-481E-AFD7-2A9FB0847F54}" dt="2026-01-07T15:35:43.029" v="3866" actId="1076"/>
          <ac:spMkLst>
            <pc:docMk/>
            <pc:sldMk cId="4113276570" sldId="423"/>
            <ac:spMk id="5" creationId="{AAC7D84C-B0D8-4177-6E3E-288E332A7596}"/>
          </ac:spMkLst>
        </pc:spChg>
      </pc:sldChg>
      <pc:sldChg chg="del">
        <pc:chgData name="Michael Hill" userId="41dba03d-e58d-4389-9894-554c10310ba4" providerId="ADAL" clId="{EF23FE1D-A042-481E-AFD7-2A9FB0847F54}" dt="2026-01-07T15:38:56.774" v="4472" actId="47"/>
        <pc:sldMkLst>
          <pc:docMk/>
          <pc:sldMk cId="2245936926" sldId="424"/>
        </pc:sldMkLst>
      </pc:sldChg>
      <pc:sldChg chg="del">
        <pc:chgData name="Michael Hill" userId="41dba03d-e58d-4389-9894-554c10310ba4" providerId="ADAL" clId="{EF23FE1D-A042-481E-AFD7-2A9FB0847F54}" dt="2026-01-07T15:38:56.774" v="4472" actId="47"/>
        <pc:sldMkLst>
          <pc:docMk/>
          <pc:sldMk cId="2659215961" sldId="425"/>
        </pc:sldMkLst>
      </pc:sldChg>
      <pc:sldChg chg="del">
        <pc:chgData name="Michael Hill" userId="41dba03d-e58d-4389-9894-554c10310ba4" providerId="ADAL" clId="{EF23FE1D-A042-481E-AFD7-2A9FB0847F54}" dt="2026-01-07T15:38:56.774" v="4472" actId="47"/>
        <pc:sldMkLst>
          <pc:docMk/>
          <pc:sldMk cId="1225451203" sldId="426"/>
        </pc:sldMkLst>
      </pc:sldChg>
      <pc:sldChg chg="del">
        <pc:chgData name="Michael Hill" userId="41dba03d-e58d-4389-9894-554c10310ba4" providerId="ADAL" clId="{EF23FE1D-A042-481E-AFD7-2A9FB0847F54}" dt="2026-01-07T15:38:56.774" v="4472" actId="47"/>
        <pc:sldMkLst>
          <pc:docMk/>
          <pc:sldMk cId="1728627071" sldId="427"/>
        </pc:sldMkLst>
      </pc:sldChg>
      <pc:sldChg chg="del">
        <pc:chgData name="Michael Hill" userId="41dba03d-e58d-4389-9894-554c10310ba4" providerId="ADAL" clId="{EF23FE1D-A042-481E-AFD7-2A9FB0847F54}" dt="2026-01-07T15:38:56.774" v="4472" actId="47"/>
        <pc:sldMkLst>
          <pc:docMk/>
          <pc:sldMk cId="2187072722" sldId="428"/>
        </pc:sldMkLst>
      </pc:sldChg>
      <pc:sldChg chg="del">
        <pc:chgData name="Michael Hill" userId="41dba03d-e58d-4389-9894-554c10310ba4" providerId="ADAL" clId="{EF23FE1D-A042-481E-AFD7-2A9FB0847F54}" dt="2026-01-07T15:38:56.774" v="4472" actId="47"/>
        <pc:sldMkLst>
          <pc:docMk/>
          <pc:sldMk cId="3793912172" sldId="429"/>
        </pc:sldMkLst>
      </pc:sldChg>
      <pc:sldChg chg="addSp delSp modSp add mod">
        <pc:chgData name="Michael Hill" userId="41dba03d-e58d-4389-9894-554c10310ba4" providerId="ADAL" clId="{EF23FE1D-A042-481E-AFD7-2A9FB0847F54}" dt="2026-01-07T14:51:44.233" v="744" actId="1076"/>
        <pc:sldMkLst>
          <pc:docMk/>
          <pc:sldMk cId="1393262165" sldId="430"/>
        </pc:sldMkLst>
        <pc:spChg chg="mod">
          <ac:chgData name="Michael Hill" userId="41dba03d-e58d-4389-9894-554c10310ba4" providerId="ADAL" clId="{EF23FE1D-A042-481E-AFD7-2A9FB0847F54}" dt="2026-01-07T14:51:20.026" v="738" actId="14100"/>
          <ac:spMkLst>
            <pc:docMk/>
            <pc:sldMk cId="1393262165" sldId="430"/>
            <ac:spMk id="3" creationId="{37C3A58B-2EE9-4AAB-CF5C-E6CAF47679B4}"/>
          </ac:spMkLst>
        </pc:spChg>
        <pc:spChg chg="mod">
          <ac:chgData name="Michael Hill" userId="41dba03d-e58d-4389-9894-554c10310ba4" providerId="ADAL" clId="{EF23FE1D-A042-481E-AFD7-2A9FB0847F54}" dt="2026-01-07T14:49:49.918" v="431" actId="14100"/>
          <ac:spMkLst>
            <pc:docMk/>
            <pc:sldMk cId="1393262165" sldId="430"/>
            <ac:spMk id="5" creationId="{FF9CF660-B509-5CB2-2DEC-CB32E28C6001}"/>
          </ac:spMkLst>
        </pc:spChg>
        <pc:picChg chg="del">
          <ac:chgData name="Michael Hill" userId="41dba03d-e58d-4389-9894-554c10310ba4" providerId="ADAL" clId="{EF23FE1D-A042-481E-AFD7-2A9FB0847F54}" dt="2026-01-07T14:51:22.028" v="739" actId="478"/>
          <ac:picMkLst>
            <pc:docMk/>
            <pc:sldMk cId="1393262165" sldId="430"/>
            <ac:picMk id="1026" creationId="{BEFD2C05-F5B4-BA50-A9C1-AB6487AED490}"/>
          </ac:picMkLst>
        </pc:picChg>
        <pc:picChg chg="add mod">
          <ac:chgData name="Michael Hill" userId="41dba03d-e58d-4389-9894-554c10310ba4" providerId="ADAL" clId="{EF23FE1D-A042-481E-AFD7-2A9FB0847F54}" dt="2026-01-07T14:51:44.233" v="744" actId="1076"/>
          <ac:picMkLst>
            <pc:docMk/>
            <pc:sldMk cId="1393262165" sldId="430"/>
            <ac:picMk id="2050" creationId="{AEF8E6F0-DD20-DB5C-1CD5-BB02DEFA383A}"/>
          </ac:picMkLst>
        </pc:picChg>
      </pc:sldChg>
      <pc:sldChg chg="modSp add mod">
        <pc:chgData name="Michael Hill" userId="41dba03d-e58d-4389-9894-554c10310ba4" providerId="ADAL" clId="{EF23FE1D-A042-481E-AFD7-2A9FB0847F54}" dt="2026-01-07T14:55:59.476" v="1180" actId="20577"/>
        <pc:sldMkLst>
          <pc:docMk/>
          <pc:sldMk cId="345826560" sldId="431"/>
        </pc:sldMkLst>
        <pc:spChg chg="mod">
          <ac:chgData name="Michael Hill" userId="41dba03d-e58d-4389-9894-554c10310ba4" providerId="ADAL" clId="{EF23FE1D-A042-481E-AFD7-2A9FB0847F54}" dt="2026-01-07T14:55:59.476" v="1180" actId="20577"/>
          <ac:spMkLst>
            <pc:docMk/>
            <pc:sldMk cId="345826560" sldId="431"/>
            <ac:spMk id="3" creationId="{EFD98676-F29F-9E59-8363-429C65E51C36}"/>
          </ac:spMkLst>
        </pc:spChg>
      </pc:sldChg>
      <pc:sldChg chg="addSp delSp modSp add mod">
        <pc:chgData name="Michael Hill" userId="41dba03d-e58d-4389-9894-554c10310ba4" providerId="ADAL" clId="{EF23FE1D-A042-481E-AFD7-2A9FB0847F54}" dt="2026-01-07T15:14:15.780" v="2160" actId="1076"/>
        <pc:sldMkLst>
          <pc:docMk/>
          <pc:sldMk cId="43242472" sldId="432"/>
        </pc:sldMkLst>
        <pc:spChg chg="mod">
          <ac:chgData name="Michael Hill" userId="41dba03d-e58d-4389-9894-554c10310ba4" providerId="ADAL" clId="{EF23FE1D-A042-481E-AFD7-2A9FB0847F54}" dt="2026-01-07T15:14:14.900" v="2159" actId="14100"/>
          <ac:spMkLst>
            <pc:docMk/>
            <pc:sldMk cId="43242472" sldId="432"/>
            <ac:spMk id="3" creationId="{08E11A5F-B2B6-351F-7CCB-942CB8D396FD}"/>
          </ac:spMkLst>
        </pc:spChg>
        <pc:picChg chg="del">
          <ac:chgData name="Michael Hill" userId="41dba03d-e58d-4389-9894-554c10310ba4" providerId="ADAL" clId="{EF23FE1D-A042-481E-AFD7-2A9FB0847F54}" dt="2026-01-07T15:13:23.530" v="2152" actId="478"/>
          <ac:picMkLst>
            <pc:docMk/>
            <pc:sldMk cId="43242472" sldId="432"/>
            <ac:picMk id="13" creationId="{DBF6E4C0-F98A-192E-7841-C21BEC4EC0DC}"/>
          </ac:picMkLst>
        </pc:picChg>
        <pc:picChg chg="add mod">
          <ac:chgData name="Michael Hill" userId="41dba03d-e58d-4389-9894-554c10310ba4" providerId="ADAL" clId="{EF23FE1D-A042-481E-AFD7-2A9FB0847F54}" dt="2026-01-07T15:14:15.780" v="2160" actId="1076"/>
          <ac:picMkLst>
            <pc:docMk/>
            <pc:sldMk cId="43242472" sldId="432"/>
            <ac:picMk id="5122" creationId="{C449BF9D-77D7-5AE1-882D-29DE0B6132CF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1-07T15:21:50.644" v="2567" actId="1076"/>
        <pc:sldMkLst>
          <pc:docMk/>
          <pc:sldMk cId="728536364" sldId="433"/>
        </pc:sldMkLst>
        <pc:spChg chg="add mod">
          <ac:chgData name="Michael Hill" userId="41dba03d-e58d-4389-9894-554c10310ba4" providerId="ADAL" clId="{EF23FE1D-A042-481E-AFD7-2A9FB0847F54}" dt="2026-01-07T15:21:50.644" v="2567" actId="1076"/>
          <ac:spMkLst>
            <pc:docMk/>
            <pc:sldMk cId="728536364" sldId="433"/>
            <ac:spMk id="2" creationId="{D3A99B45-90E6-9CA8-0BD0-0B8A33A8D51B}"/>
          </ac:spMkLst>
        </pc:spChg>
        <pc:spChg chg="mod">
          <ac:chgData name="Michael Hill" userId="41dba03d-e58d-4389-9894-554c10310ba4" providerId="ADAL" clId="{EF23FE1D-A042-481E-AFD7-2A9FB0847F54}" dt="2026-01-07T15:20:54.732" v="2558" actId="14100"/>
          <ac:spMkLst>
            <pc:docMk/>
            <pc:sldMk cId="728536364" sldId="433"/>
            <ac:spMk id="3" creationId="{24B85FF1-0D15-CBBA-8F4B-59BC47861699}"/>
          </ac:spMkLst>
        </pc:spChg>
        <pc:picChg chg="del">
          <ac:chgData name="Michael Hill" userId="41dba03d-e58d-4389-9894-554c10310ba4" providerId="ADAL" clId="{EF23FE1D-A042-481E-AFD7-2A9FB0847F54}" dt="2026-01-07T15:20:50.634" v="2557" actId="478"/>
          <ac:picMkLst>
            <pc:docMk/>
            <pc:sldMk cId="728536364" sldId="433"/>
            <ac:picMk id="6146" creationId="{2D13FEF2-66AD-B5FB-CD86-E477A46B29DE}"/>
          </ac:picMkLst>
        </pc:picChg>
      </pc:sldChg>
      <pc:sldChg chg="delSp modSp add mod">
        <pc:chgData name="Michael Hill" userId="41dba03d-e58d-4389-9894-554c10310ba4" providerId="ADAL" clId="{EF23FE1D-A042-481E-AFD7-2A9FB0847F54}" dt="2026-01-07T15:22:36.880" v="2648" actId="20577"/>
        <pc:sldMkLst>
          <pc:docMk/>
          <pc:sldMk cId="2840564471" sldId="434"/>
        </pc:sldMkLst>
        <pc:spChg chg="del mod">
          <ac:chgData name="Michael Hill" userId="41dba03d-e58d-4389-9894-554c10310ba4" providerId="ADAL" clId="{EF23FE1D-A042-481E-AFD7-2A9FB0847F54}" dt="2026-01-07T15:22:12.557" v="2570" actId="478"/>
          <ac:spMkLst>
            <pc:docMk/>
            <pc:sldMk cId="2840564471" sldId="434"/>
            <ac:spMk id="2" creationId="{5A13CB37-28F5-040E-008D-74FD89ADFFBC}"/>
          </ac:spMkLst>
        </pc:spChg>
        <pc:spChg chg="mod">
          <ac:chgData name="Michael Hill" userId="41dba03d-e58d-4389-9894-554c10310ba4" providerId="ADAL" clId="{EF23FE1D-A042-481E-AFD7-2A9FB0847F54}" dt="2026-01-07T15:22:36.880" v="2648" actId="20577"/>
          <ac:spMkLst>
            <pc:docMk/>
            <pc:sldMk cId="2840564471" sldId="434"/>
            <ac:spMk id="3" creationId="{B8B9F445-E16D-65C3-FB97-E3E397CBAE30}"/>
          </ac:spMkLst>
        </pc:spChg>
      </pc:sldChg>
      <pc:sldChg chg="addSp delSp modSp add mod">
        <pc:chgData name="Michael Hill" userId="41dba03d-e58d-4389-9894-554c10310ba4" providerId="ADAL" clId="{EF23FE1D-A042-481E-AFD7-2A9FB0847F54}" dt="2026-01-07T15:27:11.064" v="3097" actId="1076"/>
        <pc:sldMkLst>
          <pc:docMk/>
          <pc:sldMk cId="2930305622" sldId="435"/>
        </pc:sldMkLst>
        <pc:spChg chg="mod">
          <ac:chgData name="Michael Hill" userId="41dba03d-e58d-4389-9894-554c10310ba4" providerId="ADAL" clId="{EF23FE1D-A042-481E-AFD7-2A9FB0847F54}" dt="2026-01-07T15:27:09.265" v="3096" actId="14100"/>
          <ac:spMkLst>
            <pc:docMk/>
            <pc:sldMk cId="2930305622" sldId="435"/>
            <ac:spMk id="3" creationId="{DAEC831C-1EF3-4DA6-E7D1-501B3FE7CFB9}"/>
          </ac:spMkLst>
        </pc:spChg>
        <pc:picChg chg="del">
          <ac:chgData name="Michael Hill" userId="41dba03d-e58d-4389-9894-554c10310ba4" providerId="ADAL" clId="{EF23FE1D-A042-481E-AFD7-2A9FB0847F54}" dt="2026-01-07T15:26:11.300" v="2932" actId="478"/>
          <ac:picMkLst>
            <pc:docMk/>
            <pc:sldMk cId="2930305622" sldId="435"/>
            <ac:picMk id="7170" creationId="{453F18E9-C92E-2FCB-3E78-03ACF90975E0}"/>
          </ac:picMkLst>
        </pc:picChg>
        <pc:picChg chg="add mod">
          <ac:chgData name="Michael Hill" userId="41dba03d-e58d-4389-9894-554c10310ba4" providerId="ADAL" clId="{EF23FE1D-A042-481E-AFD7-2A9FB0847F54}" dt="2026-01-07T15:27:11.064" v="3097" actId="1076"/>
          <ac:picMkLst>
            <pc:docMk/>
            <pc:sldMk cId="2930305622" sldId="435"/>
            <ac:picMk id="8194" creationId="{7827AD53-F921-192A-FE21-787A2C8CC7CE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1-07T15:29:31.333" v="3352" actId="1076"/>
        <pc:sldMkLst>
          <pc:docMk/>
          <pc:sldMk cId="1140914464" sldId="436"/>
        </pc:sldMkLst>
        <pc:spChg chg="add mod">
          <ac:chgData name="Michael Hill" userId="41dba03d-e58d-4389-9894-554c10310ba4" providerId="ADAL" clId="{EF23FE1D-A042-481E-AFD7-2A9FB0847F54}" dt="2026-01-07T15:29:31.333" v="3352" actId="1076"/>
          <ac:spMkLst>
            <pc:docMk/>
            <pc:sldMk cId="1140914464" sldId="436"/>
            <ac:spMk id="2" creationId="{9872515B-6C63-1C3C-489D-34D78AE5D5DF}"/>
          </ac:spMkLst>
        </pc:spChg>
        <pc:spChg chg="mod">
          <ac:chgData name="Michael Hill" userId="41dba03d-e58d-4389-9894-554c10310ba4" providerId="ADAL" clId="{EF23FE1D-A042-481E-AFD7-2A9FB0847F54}" dt="2026-01-07T15:28:51.132" v="3341" actId="20577"/>
          <ac:spMkLst>
            <pc:docMk/>
            <pc:sldMk cId="1140914464" sldId="436"/>
            <ac:spMk id="3" creationId="{2CE524DF-5E1A-FFAF-6BCB-E44435EF6711}"/>
          </ac:spMkLst>
        </pc:spChg>
        <pc:spChg chg="mod">
          <ac:chgData name="Michael Hill" userId="41dba03d-e58d-4389-9894-554c10310ba4" providerId="ADAL" clId="{EF23FE1D-A042-481E-AFD7-2A9FB0847F54}" dt="2026-01-07T15:27:25.713" v="3124" actId="14100"/>
          <ac:spMkLst>
            <pc:docMk/>
            <pc:sldMk cId="1140914464" sldId="436"/>
            <ac:spMk id="5" creationId="{161A6737-9250-E2FA-15D7-3FF3AA730E4B}"/>
          </ac:spMkLst>
        </pc:spChg>
        <pc:picChg chg="del">
          <ac:chgData name="Michael Hill" userId="41dba03d-e58d-4389-9894-554c10310ba4" providerId="ADAL" clId="{EF23FE1D-A042-481E-AFD7-2A9FB0847F54}" dt="2026-01-07T15:29:09.146" v="3342" actId="478"/>
          <ac:picMkLst>
            <pc:docMk/>
            <pc:sldMk cId="1140914464" sldId="436"/>
            <ac:picMk id="8194" creationId="{D3F3947B-C4B5-834B-B0F9-715EF86FBF29}"/>
          </ac:picMkLst>
        </pc:picChg>
        <pc:picChg chg="add mod">
          <ac:chgData name="Michael Hill" userId="41dba03d-e58d-4389-9894-554c10310ba4" providerId="ADAL" clId="{EF23FE1D-A042-481E-AFD7-2A9FB0847F54}" dt="2026-01-07T15:29:26.909" v="3351" actId="166"/>
          <ac:picMkLst>
            <pc:docMk/>
            <pc:sldMk cId="1140914464" sldId="436"/>
            <ac:picMk id="9218" creationId="{B6AD8547-D888-FC4E-FA80-C4F3D29022DE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1-07T15:31:16.954" v="3475" actId="1076"/>
        <pc:sldMkLst>
          <pc:docMk/>
          <pc:sldMk cId="3530076643" sldId="437"/>
        </pc:sldMkLst>
        <pc:spChg chg="del">
          <ac:chgData name="Michael Hill" userId="41dba03d-e58d-4389-9894-554c10310ba4" providerId="ADAL" clId="{EF23FE1D-A042-481E-AFD7-2A9FB0847F54}" dt="2026-01-07T15:31:09.153" v="3472" actId="478"/>
          <ac:spMkLst>
            <pc:docMk/>
            <pc:sldMk cId="3530076643" sldId="437"/>
            <ac:spMk id="2" creationId="{BBFD0C84-A61E-B39D-E2D6-4130E9FD8266}"/>
          </ac:spMkLst>
        </pc:spChg>
        <pc:spChg chg="mod">
          <ac:chgData name="Michael Hill" userId="41dba03d-e58d-4389-9894-554c10310ba4" providerId="ADAL" clId="{EF23FE1D-A042-481E-AFD7-2A9FB0847F54}" dt="2026-01-07T15:30:22.929" v="3469" actId="20577"/>
          <ac:spMkLst>
            <pc:docMk/>
            <pc:sldMk cId="3530076643" sldId="437"/>
            <ac:spMk id="3" creationId="{9DAEC738-18BE-6C03-E345-B2D5AEC985E1}"/>
          </ac:spMkLst>
        </pc:spChg>
        <pc:spChg chg="add">
          <ac:chgData name="Michael Hill" userId="41dba03d-e58d-4389-9894-554c10310ba4" providerId="ADAL" clId="{EF23FE1D-A042-481E-AFD7-2A9FB0847F54}" dt="2026-01-07T15:31:09.848" v="3473"/>
          <ac:spMkLst>
            <pc:docMk/>
            <pc:sldMk cId="3530076643" sldId="437"/>
            <ac:spMk id="4" creationId="{C509D5C6-37E7-D022-BC69-0F0C998E9CE8}"/>
          </ac:spMkLst>
        </pc:spChg>
        <pc:picChg chg="add mod">
          <ac:chgData name="Michael Hill" userId="41dba03d-e58d-4389-9894-554c10310ba4" providerId="ADAL" clId="{EF23FE1D-A042-481E-AFD7-2A9FB0847F54}" dt="2026-01-07T15:31:16.954" v="3475" actId="1076"/>
          <ac:picMkLst>
            <pc:docMk/>
            <pc:sldMk cId="3530076643" sldId="437"/>
            <ac:picMk id="6" creationId="{FAB44FAC-D86F-5A44-5201-207C0268408C}"/>
          </ac:picMkLst>
        </pc:picChg>
        <pc:picChg chg="del">
          <ac:chgData name="Michael Hill" userId="41dba03d-e58d-4389-9894-554c10310ba4" providerId="ADAL" clId="{EF23FE1D-A042-481E-AFD7-2A9FB0847F54}" dt="2026-01-07T15:30:42.414" v="3470" actId="478"/>
          <ac:picMkLst>
            <pc:docMk/>
            <pc:sldMk cId="3530076643" sldId="437"/>
            <ac:picMk id="9218" creationId="{55F47FAD-B235-F3A6-18B5-1116137E5ECB}"/>
          </ac:picMkLst>
        </pc:picChg>
        <pc:picChg chg="add">
          <ac:chgData name="Michael Hill" userId="41dba03d-e58d-4389-9894-554c10310ba4" providerId="ADAL" clId="{EF23FE1D-A042-481E-AFD7-2A9FB0847F54}" dt="2026-01-07T15:30:43.036" v="3471"/>
          <ac:picMkLst>
            <pc:docMk/>
            <pc:sldMk cId="3530076643" sldId="437"/>
            <ac:picMk id="10242" creationId="{EF77A9A9-BAEA-5A6C-0D5F-3A7949843FC1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1-07T15:35:15.764" v="3829" actId="113"/>
        <pc:sldMkLst>
          <pc:docMk/>
          <pc:sldMk cId="412241241" sldId="438"/>
        </pc:sldMkLst>
        <pc:spChg chg="add mod">
          <ac:chgData name="Michael Hill" userId="41dba03d-e58d-4389-9894-554c10310ba4" providerId="ADAL" clId="{EF23FE1D-A042-481E-AFD7-2A9FB0847F54}" dt="2026-01-07T15:34:47.443" v="3737" actId="1076"/>
          <ac:spMkLst>
            <pc:docMk/>
            <pc:sldMk cId="412241241" sldId="438"/>
            <ac:spMk id="2" creationId="{761AA5CA-3DE5-C621-2C66-92F9B5578261}"/>
          </ac:spMkLst>
        </pc:spChg>
        <pc:spChg chg="mod">
          <ac:chgData name="Michael Hill" userId="41dba03d-e58d-4389-9894-554c10310ba4" providerId="ADAL" clId="{EF23FE1D-A042-481E-AFD7-2A9FB0847F54}" dt="2026-01-07T15:35:15.764" v="3829" actId="113"/>
          <ac:spMkLst>
            <pc:docMk/>
            <pc:sldMk cId="412241241" sldId="438"/>
            <ac:spMk id="3" creationId="{F12CBA2E-8A03-A54F-EDD7-14B45025C253}"/>
          </ac:spMkLst>
        </pc:spChg>
        <pc:spChg chg="mod">
          <ac:chgData name="Michael Hill" userId="41dba03d-e58d-4389-9894-554c10310ba4" providerId="ADAL" clId="{EF23FE1D-A042-481E-AFD7-2A9FB0847F54}" dt="2026-01-07T15:32:16.283" v="3514" actId="1076"/>
          <ac:spMkLst>
            <pc:docMk/>
            <pc:sldMk cId="412241241" sldId="438"/>
            <ac:spMk id="5" creationId="{9C42B4D7-97C6-7B86-F578-D480659CB1C8}"/>
          </ac:spMkLst>
        </pc:spChg>
        <pc:picChg chg="del">
          <ac:chgData name="Michael Hill" userId="41dba03d-e58d-4389-9894-554c10310ba4" providerId="ADAL" clId="{EF23FE1D-A042-481E-AFD7-2A9FB0847F54}" dt="2026-01-07T15:31:42.850" v="3507" actId="478"/>
          <ac:picMkLst>
            <pc:docMk/>
            <pc:sldMk cId="412241241" sldId="438"/>
            <ac:picMk id="6" creationId="{C7ECCD2B-9B76-6A9D-AA86-A857E7921F29}"/>
          </ac:picMkLst>
        </pc:picChg>
        <pc:picChg chg="add mod">
          <ac:chgData name="Michael Hill" userId="41dba03d-e58d-4389-9894-554c10310ba4" providerId="ADAL" clId="{EF23FE1D-A042-481E-AFD7-2A9FB0847F54}" dt="2026-01-07T15:34:48.169" v="3738" actId="1076"/>
          <ac:picMkLst>
            <pc:docMk/>
            <pc:sldMk cId="412241241" sldId="438"/>
            <ac:picMk id="11266" creationId="{A14A8DC7-EA10-6A5D-23AB-A9D19371C0E7}"/>
          </ac:picMkLst>
        </pc:picChg>
      </pc:sldChg>
      <pc:sldChg chg="modSp add mod">
        <pc:chgData name="Michael Hill" userId="41dba03d-e58d-4389-9894-554c10310ba4" providerId="ADAL" clId="{EF23FE1D-A042-481E-AFD7-2A9FB0847F54}" dt="2026-01-07T15:37:19.503" v="4179" actId="20577"/>
        <pc:sldMkLst>
          <pc:docMk/>
          <pc:sldMk cId="503210566" sldId="439"/>
        </pc:sldMkLst>
        <pc:spChg chg="mod">
          <ac:chgData name="Michael Hill" userId="41dba03d-e58d-4389-9894-554c10310ba4" providerId="ADAL" clId="{EF23FE1D-A042-481E-AFD7-2A9FB0847F54}" dt="2026-01-07T15:37:19.503" v="4179" actId="20577"/>
          <ac:spMkLst>
            <pc:docMk/>
            <pc:sldMk cId="503210566" sldId="439"/>
            <ac:spMk id="3" creationId="{935E9405-9AB1-27B5-DD47-DD51244F00A9}"/>
          </ac:spMkLst>
        </pc:spChg>
        <pc:spChg chg="mod">
          <ac:chgData name="Michael Hill" userId="41dba03d-e58d-4389-9894-554c10310ba4" providerId="ADAL" clId="{EF23FE1D-A042-481E-AFD7-2A9FB0847F54}" dt="2026-01-07T15:36:56.109" v="4054" actId="14100"/>
          <ac:spMkLst>
            <pc:docMk/>
            <pc:sldMk cId="503210566" sldId="439"/>
            <ac:spMk id="5" creationId="{B936F0C0-012E-3E0E-3429-5989FA98C1DD}"/>
          </ac:spMkLst>
        </pc:spChg>
      </pc:sldChg>
      <pc:sldChg chg="modSp add mod">
        <pc:chgData name="Michael Hill" userId="41dba03d-e58d-4389-9894-554c10310ba4" providerId="ADAL" clId="{EF23FE1D-A042-481E-AFD7-2A9FB0847F54}" dt="2026-01-07T15:38:16.178" v="4471" actId="20577"/>
        <pc:sldMkLst>
          <pc:docMk/>
          <pc:sldMk cId="620483756" sldId="440"/>
        </pc:sldMkLst>
        <pc:spChg chg="mod">
          <ac:chgData name="Michael Hill" userId="41dba03d-e58d-4389-9894-554c10310ba4" providerId="ADAL" clId="{EF23FE1D-A042-481E-AFD7-2A9FB0847F54}" dt="2026-01-07T15:38:16.178" v="4471" actId="20577"/>
          <ac:spMkLst>
            <pc:docMk/>
            <pc:sldMk cId="620483756" sldId="440"/>
            <ac:spMk id="3" creationId="{42D586BC-2F96-9C9D-6ECA-77D8848D64CA}"/>
          </ac:spMkLst>
        </pc:spChg>
      </pc:sldChg>
      <pc:sldChg chg="modSp add mod">
        <pc:chgData name="Michael Hill" userId="41dba03d-e58d-4389-9894-554c10310ba4" providerId="ADAL" clId="{EF23FE1D-A042-481E-AFD7-2A9FB0847F54}" dt="2026-01-07T15:39:26.852" v="4523" actId="20577"/>
        <pc:sldMkLst>
          <pc:docMk/>
          <pc:sldMk cId="2324519286" sldId="441"/>
        </pc:sldMkLst>
        <pc:spChg chg="mod">
          <ac:chgData name="Michael Hill" userId="41dba03d-e58d-4389-9894-554c10310ba4" providerId="ADAL" clId="{EF23FE1D-A042-481E-AFD7-2A9FB0847F54}" dt="2026-01-07T15:39:26.852" v="4523" actId="20577"/>
          <ac:spMkLst>
            <pc:docMk/>
            <pc:sldMk cId="2324519286" sldId="441"/>
            <ac:spMk id="3" creationId="{A50CD1F1-58BC-74F5-B117-2E3879054660}"/>
          </ac:spMkLst>
        </pc:spChg>
      </pc:sldChg>
      <pc:sldChg chg="modSp add mod">
        <pc:chgData name="Michael Hill" userId="41dba03d-e58d-4389-9894-554c10310ba4" providerId="ADAL" clId="{EF23FE1D-A042-481E-AFD7-2A9FB0847F54}" dt="2026-01-07T15:40:21.701" v="4859" actId="20577"/>
        <pc:sldMkLst>
          <pc:docMk/>
          <pc:sldMk cId="2912536272" sldId="442"/>
        </pc:sldMkLst>
        <pc:spChg chg="mod">
          <ac:chgData name="Michael Hill" userId="41dba03d-e58d-4389-9894-554c10310ba4" providerId="ADAL" clId="{EF23FE1D-A042-481E-AFD7-2A9FB0847F54}" dt="2026-01-07T15:40:21.701" v="4859" actId="20577"/>
          <ac:spMkLst>
            <pc:docMk/>
            <pc:sldMk cId="2912536272" sldId="442"/>
            <ac:spMk id="3" creationId="{ABD05F1B-1B52-4AD0-BFDC-E9598BE0E6AA}"/>
          </ac:spMkLst>
        </pc:spChg>
      </pc:sldChg>
      <pc:sldChg chg="modSp add mod">
        <pc:chgData name="Michael Hill" userId="41dba03d-e58d-4389-9894-554c10310ba4" providerId="ADAL" clId="{EF23FE1D-A042-481E-AFD7-2A9FB0847F54}" dt="2026-01-07T15:47:16.932" v="4986" actId="20577"/>
        <pc:sldMkLst>
          <pc:docMk/>
          <pc:sldMk cId="2041626557" sldId="443"/>
        </pc:sldMkLst>
        <pc:spChg chg="mod">
          <ac:chgData name="Michael Hill" userId="41dba03d-e58d-4389-9894-554c10310ba4" providerId="ADAL" clId="{EF23FE1D-A042-481E-AFD7-2A9FB0847F54}" dt="2026-01-07T15:47:16.932" v="4986" actId="20577"/>
          <ac:spMkLst>
            <pc:docMk/>
            <pc:sldMk cId="2041626557" sldId="443"/>
            <ac:spMk id="3" creationId="{750B0718-1EAC-4117-1283-E329791B0D4D}"/>
          </ac:spMkLst>
        </pc:spChg>
      </pc:sldChg>
      <pc:sldChg chg="modSp add mod">
        <pc:chgData name="Michael Hill" userId="41dba03d-e58d-4389-9894-554c10310ba4" providerId="ADAL" clId="{EF23FE1D-A042-481E-AFD7-2A9FB0847F54}" dt="2026-01-07T15:48:03.689" v="5241" actId="20577"/>
        <pc:sldMkLst>
          <pc:docMk/>
          <pc:sldMk cId="2222340043" sldId="444"/>
        </pc:sldMkLst>
        <pc:spChg chg="mod">
          <ac:chgData name="Michael Hill" userId="41dba03d-e58d-4389-9894-554c10310ba4" providerId="ADAL" clId="{EF23FE1D-A042-481E-AFD7-2A9FB0847F54}" dt="2026-01-07T15:48:03.689" v="5241" actId="20577"/>
          <ac:spMkLst>
            <pc:docMk/>
            <pc:sldMk cId="2222340043" sldId="444"/>
            <ac:spMk id="3" creationId="{389022AA-2AA4-30EC-3A97-C08EC983912C}"/>
          </ac:spMkLst>
        </pc:spChg>
      </pc:sldChg>
      <pc:sldChg chg="modSp add mod">
        <pc:chgData name="Michael Hill" userId="41dba03d-e58d-4389-9894-554c10310ba4" providerId="ADAL" clId="{EF23FE1D-A042-481E-AFD7-2A9FB0847F54}" dt="2026-01-07T15:48:19.593" v="5299" actId="20577"/>
        <pc:sldMkLst>
          <pc:docMk/>
          <pc:sldMk cId="2651503040" sldId="445"/>
        </pc:sldMkLst>
        <pc:spChg chg="mod">
          <ac:chgData name="Michael Hill" userId="41dba03d-e58d-4389-9894-554c10310ba4" providerId="ADAL" clId="{EF23FE1D-A042-481E-AFD7-2A9FB0847F54}" dt="2026-01-07T15:48:19.593" v="5299" actId="20577"/>
          <ac:spMkLst>
            <pc:docMk/>
            <pc:sldMk cId="2651503040" sldId="445"/>
            <ac:spMk id="3" creationId="{B5E20F9F-CB35-D8B3-8B2F-3F47AC1DF343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0007EC-7779-4BAC-8F03-814B556CCD3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DB48C-FCC8-4682-A5C6-34BDEF33D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25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187A-54B1-63BB-0C3C-8EF4407A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374D3-5CAC-73C3-D477-B9339FC26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8F993-B5C9-DF5C-9651-2609B9AF8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74EC4-B1EC-421C-F984-FBF90B88A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DB48C-FCC8-4682-A5C6-34BDEF33D27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06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A: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DATABASES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096073" cy="1160918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A-14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1205022" y="3630304"/>
            <a:ext cx="9238568" cy="1160918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DIFFERENT DATABASE MODELS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785627" cy="2255680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77431" y="938421"/>
            <a:ext cx="4516539" cy="5391671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Relational Database Model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Object-Oriented Model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Network Model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Spatial Databases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Multi-dimensional Databases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Data Definition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Data Manipulation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Data Integrity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160867"/>
            <a:ext cx="2903431" cy="928577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733476" y="1244356"/>
            <a:ext cx="9066029" cy="428268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What are two ways that databases can protect user data, and how do they work?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" panose="020B0502040204020203" pitchFamily="34" charset="0"/>
                <a:ea typeface="+mn-ea"/>
                <a:cs typeface="+mn-cs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327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86392-143E-AF29-937D-6BD2CAAB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4E6D3C1D-2FC9-5A8F-0680-C3AF2E643DB5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A1CF06-772E-FF2C-3839-78AAEFA0A11B}"/>
              </a:ext>
            </a:extLst>
          </p:cNvPr>
          <p:cNvSpPr/>
          <p:nvPr/>
        </p:nvSpPr>
        <p:spPr>
          <a:xfrm>
            <a:off x="6157610" y="1363072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7F076D-4943-0214-F6EE-FF302EBEC62C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92782C-EA7B-F0D2-017B-9D6E5AEE03F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8864B057-355B-8306-248E-60E16CA7C11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613153" y="-1528902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7FCFCCE3-C51B-5BE3-133A-CC40A8792F6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7FEA21-E6C0-9AC9-9EB8-E7528ED5B6C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" panose="020B0502040204020203" pitchFamily="34" charset="0"/>
                <a:ea typeface="+mn-ea"/>
                <a:cs typeface="+mn-cs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6D6FC8A7-837D-0C82-0508-398DDF1DB91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D3612398-5230-03BA-7AB5-DC74EB9BDE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648B85D8-8113-F692-CDA7-CA2CB6F411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5D819EC-F1E2-670B-A66D-1BF9366A5C98}"/>
              </a:ext>
            </a:extLst>
          </p:cNvPr>
          <p:cNvSpPr/>
          <p:nvPr/>
        </p:nvSpPr>
        <p:spPr>
          <a:xfrm>
            <a:off x="1733476" y="1244356"/>
            <a:ext cx="9066029" cy="428268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Encryption – scramble data using a key to protect it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Access Control – accessing data only with correct permissions in the organization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Anonymization – remove personally identifying information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Data minimization – collect only what is explicitly necessary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Audits – detect unauthorized use or access of data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812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AF4C78-06C3-CCBE-A6E4-DAB025678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587266C-0C7C-0587-AD50-4D73254B565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D970333-9DDE-AD61-19CC-D231894BC453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3D7C3BF-8F6B-77C2-092F-14C855F6C91A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11D907-A331-3354-9F65-8614C2BA07F0}"/>
              </a:ext>
            </a:extLst>
          </p:cNvPr>
          <p:cNvSpPr/>
          <p:nvPr/>
        </p:nvSpPr>
        <p:spPr>
          <a:xfrm>
            <a:off x="166828" y="156942"/>
            <a:ext cx="2015906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9F2028E-D624-443B-7E3A-BFECB982ECC4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9F2028E-D624-443B-7E3A-BFECB982EC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CB4AEFE-ACDF-9249-68E8-563C3BA47C5E}"/>
              </a:ext>
            </a:extLst>
          </p:cNvPr>
          <p:cNvSpPr/>
          <p:nvPr/>
        </p:nvSpPr>
        <p:spPr>
          <a:xfrm>
            <a:off x="821437" y="1197864"/>
            <a:ext cx="5377632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you were building Google Maps, would a standard ‘Excel’ style table be a good way to store the location of every road on Earth?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Why or why not?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1026" name="Picture 2" descr="Global Routing &amp; Optimized Route Planning - Google Maps Platform">
            <a:extLst>
              <a:ext uri="{FF2B5EF4-FFF2-40B4-BE49-F238E27FC236}">
                <a16:creationId xmlns:a16="http://schemas.microsoft.com/office/drawing/2014/main" id="{5EB1F77C-6948-C5BA-7C7D-80736B7ED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4654" y="1740658"/>
            <a:ext cx="4373812" cy="3967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8586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9C0C74-25AA-D5C1-471F-0A585CD5A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DC7587EF-75C1-4D25-4DA6-5E004A009FD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C05DC6-64DF-A4BF-71DF-E7939F1F9046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A2D060-8083-C1EB-C730-050ED314AFE3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9CF660-B509-5CB2-2DEC-CB32E28C6001}"/>
              </a:ext>
            </a:extLst>
          </p:cNvPr>
          <p:cNvSpPr/>
          <p:nvPr/>
        </p:nvSpPr>
        <p:spPr>
          <a:xfrm>
            <a:off x="166828" y="156942"/>
            <a:ext cx="2347772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MODELS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22E3B33-6EFC-259B-39E5-98AA5348EE27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22E3B33-6EFC-259B-39E5-98AA5348EE2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37C3A58B-2EE9-4AAB-CF5C-E6CAF47679B4}"/>
              </a:ext>
            </a:extLst>
          </p:cNvPr>
          <p:cNvSpPr/>
          <p:nvPr/>
        </p:nvSpPr>
        <p:spPr>
          <a:xfrm>
            <a:off x="821437" y="1197864"/>
            <a:ext cx="5932456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Google Maps is a </a:t>
            </a: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model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of our real world system of roads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map isn’t the same as the territory itself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Is a database record the same as the person or object it describes?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does the schema limit what we can know about the data?</a:t>
            </a:r>
          </a:p>
        </p:txBody>
      </p:sp>
      <p:pic>
        <p:nvPicPr>
          <p:cNvPr id="2050" name="Picture 2" descr="Large size Road Map of the United States - Worldometer">
            <a:extLst>
              <a:ext uri="{FF2B5EF4-FFF2-40B4-BE49-F238E27FC236}">
                <a16:creationId xmlns:a16="http://schemas.microsoft.com/office/drawing/2014/main" id="{AEF8E6F0-DD20-DB5C-1CD5-BB02DEFA3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5901" y="1918299"/>
            <a:ext cx="4273326" cy="3021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3262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D9C736-6531-C7BC-3F46-1BE2CD948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C527CF4F-DE27-EDB2-258E-91ED4F079F4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EA91C5F-B89F-19F1-8E3B-A0066382EE58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6142171-0AA0-C1B6-A468-704E5358CBE3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DE8DB3-7BE8-827D-000E-55BD73CF3222}"/>
              </a:ext>
            </a:extLst>
          </p:cNvPr>
          <p:cNvSpPr/>
          <p:nvPr/>
        </p:nvSpPr>
        <p:spPr>
          <a:xfrm>
            <a:off x="155794" y="156942"/>
            <a:ext cx="2440449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MODELS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BBC6A15-9A9A-ABA9-5B7D-680CF044496E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BBC6A15-9A9A-ABA9-5B7D-680CF04449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48551E3D-C636-CCB5-3E4D-2863C7AF583A}"/>
              </a:ext>
            </a:extLst>
          </p:cNvPr>
          <p:cNvSpPr/>
          <p:nvPr/>
        </p:nvSpPr>
        <p:spPr>
          <a:xfrm>
            <a:off x="821436" y="1197864"/>
            <a:ext cx="5667291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Does the way we model data limit our knowledge of the world?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a database for a hospital allows ‘Male’ or ‘Female’ in a dropdown, does the data accurately represent reality?</a:t>
            </a:r>
          </a:p>
        </p:txBody>
      </p:sp>
      <p:pic>
        <p:nvPicPr>
          <p:cNvPr id="13" name="Picture 12" descr="A hospital emergency room with a sign&#10;&#10;AI-generated content may be incorrect.">
            <a:extLst>
              <a:ext uri="{FF2B5EF4-FFF2-40B4-BE49-F238E27FC236}">
                <a16:creationId xmlns:a16="http://schemas.microsoft.com/office/drawing/2014/main" id="{73E4D226-48C9-B85C-8DFA-CE65D7361F5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374" y="2168529"/>
            <a:ext cx="4654853" cy="311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264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5452C2-EA2A-77C0-33EB-6627C6342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9D9DAE3-F022-CAC5-1F61-DDB7094F1E7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047DEC-2BCA-FF1A-B9D8-A728821B53E2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C31096C-EE20-E9F2-E7A6-E4F58D699131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6D439E-BE5F-97A6-A83D-D984A139CF2A}"/>
              </a:ext>
            </a:extLst>
          </p:cNvPr>
          <p:cNvSpPr/>
          <p:nvPr/>
        </p:nvSpPr>
        <p:spPr>
          <a:xfrm>
            <a:off x="155794" y="156942"/>
            <a:ext cx="2440449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MODELS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E3FB0FF-2BCC-1C4A-4F38-FE72C862A976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E3FB0FF-2BCC-1C4A-4F38-FE72C862A9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EFD98676-F29F-9E59-8363-429C65E51C36}"/>
              </a:ext>
            </a:extLst>
          </p:cNvPr>
          <p:cNvSpPr/>
          <p:nvPr/>
        </p:nvSpPr>
        <p:spPr>
          <a:xfrm>
            <a:off x="821436" y="1197864"/>
            <a:ext cx="5667291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could argue that the database schema acts as a filter for truth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another example where a rigid database might ‘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miss’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the nuances of the real world</a:t>
            </a:r>
          </a:p>
        </p:txBody>
      </p:sp>
      <p:pic>
        <p:nvPicPr>
          <p:cNvPr id="13" name="Picture 12" descr="A hospital emergency room with a sign&#10;&#10;AI-generated content may be incorrect.">
            <a:extLst>
              <a:ext uri="{FF2B5EF4-FFF2-40B4-BE49-F238E27FC236}">
                <a16:creationId xmlns:a16="http://schemas.microsoft.com/office/drawing/2014/main" id="{1E5D4135-A584-8F1E-2473-DE72153712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374" y="2168529"/>
            <a:ext cx="4654853" cy="311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26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E27561-DAC4-EB95-8FF3-737191036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AD5B13F4-B974-1F9B-4054-EB984AE3529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BE1291F-4B10-CBDB-BC6E-23C03A9E6F89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C27DC82-767C-7274-74CF-FAAD2A1DEF90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CAA0F5-13CE-95C0-836D-AB4910E56F62}"/>
              </a:ext>
            </a:extLst>
          </p:cNvPr>
          <p:cNvSpPr/>
          <p:nvPr/>
        </p:nvSpPr>
        <p:spPr>
          <a:xfrm>
            <a:off x="0" y="156942"/>
            <a:ext cx="2271869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RDBMS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CD9AF3B-A012-D92F-1055-E9B25639BF97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CD9AF3B-A012-D92F-1055-E9B25639BF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4736FD7F-28CC-F7ED-4F41-BDB35E450D85}"/>
              </a:ext>
            </a:extLst>
          </p:cNvPr>
          <p:cNvSpPr/>
          <p:nvPr/>
        </p:nvSpPr>
        <p:spPr>
          <a:xfrm>
            <a:off x="821436" y="1197864"/>
            <a:ext cx="5667291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Everything we’ve studied thus far has been from the Relational Database Model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is organized into tables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Unique Primary Keys and Foreign Keys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Strict schema/structure</a:t>
            </a:r>
          </a:p>
        </p:txBody>
      </p:sp>
      <p:pic>
        <p:nvPicPr>
          <p:cNvPr id="3074" name="Picture 2" descr="Relational Database Template">
            <a:extLst>
              <a:ext uri="{FF2B5EF4-FFF2-40B4-BE49-F238E27FC236}">
                <a16:creationId xmlns:a16="http://schemas.microsoft.com/office/drawing/2014/main" id="{8253A48D-0F7A-D68F-6BC8-949EBE3B6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600" y="1843903"/>
            <a:ext cx="4846637" cy="342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1637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927933-64C1-3F06-6255-9AE43901E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4B56B795-76E2-2C99-11AD-AA78CC5813D4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C47412F-27A4-413E-CDD6-5904039E1781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4C1E84A-D27F-FE56-70F2-135B7668FD6A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AB8478-A9AE-F509-C97A-83019A423EB5}"/>
              </a:ext>
            </a:extLst>
          </p:cNvPr>
          <p:cNvSpPr/>
          <p:nvPr/>
        </p:nvSpPr>
        <p:spPr>
          <a:xfrm>
            <a:off x="0" y="156942"/>
            <a:ext cx="2440449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RDBMS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C34BE1D-68B5-AEA6-AEAE-E4527F597C3D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C34BE1D-68B5-AEA6-AEAE-E4527F597C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AB6A8AF-0945-A18E-E564-FFC03F562BBE}"/>
              </a:ext>
            </a:extLst>
          </p:cNvPr>
          <p:cNvSpPr/>
          <p:nvPr/>
        </p:nvSpPr>
        <p:spPr>
          <a:xfrm>
            <a:off x="821436" y="1197864"/>
            <a:ext cx="7588273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Example: A school management system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Teachers, students, classes, assignments, etc.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do we connect tables to each other in a RDBMS?</a:t>
            </a:r>
          </a:p>
        </p:txBody>
      </p:sp>
    </p:spTree>
    <p:extLst>
      <p:ext uri="{BB962C8B-B14F-4D97-AF65-F5344CB8AC3E}">
        <p14:creationId xmlns:p14="http://schemas.microsoft.com/office/powerpoint/2010/main" val="3343152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E85A53-5A19-783D-1542-503D3649D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9E06C451-1AE7-DF54-7590-63310DA5D616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088985-1FBF-6883-6FC7-CC939B7E7C7B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ED986BB-68EC-4984-3CAA-B41FCA1AD7AC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A709CB-FE59-8C1C-DB36-A0B0C17F9B95}"/>
              </a:ext>
            </a:extLst>
          </p:cNvPr>
          <p:cNvSpPr/>
          <p:nvPr/>
        </p:nvSpPr>
        <p:spPr>
          <a:xfrm>
            <a:off x="-89135" y="156942"/>
            <a:ext cx="3788299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THE WALL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2F91E1E-219A-74E7-DB6E-51806FB5B998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2F91E1E-219A-74E7-DB6E-51806FB5B99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7E7632F2-1920-AD4B-1077-DD25206F7B2F}"/>
              </a:ext>
            </a:extLst>
          </p:cNvPr>
          <p:cNvSpPr/>
          <p:nvPr/>
        </p:nvSpPr>
        <p:spPr>
          <a:xfrm>
            <a:off x="821436" y="1197864"/>
            <a:ext cx="6721721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Imagine that we’re creating a database for a car repair shop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Each car has multiple parts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Each part may have multiple attributes it shares with other parts, so those need to be their own table as well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do we get the information from multiple parts together (or just combining any tables in SQL?)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1E4958-7DEE-7166-EA99-5094053E58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4916" y="1783144"/>
            <a:ext cx="4324798" cy="257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439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11753F-959C-3138-7893-AB631D13A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FC4C328-CCCC-B59D-A83F-69A50CBB3B3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E8BDC85-E4CD-9FCE-983D-432E0F082F9F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8F23691-CB3C-10F8-EC3B-09EDD792F3F2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C1FE6D-13D5-63AB-B605-3EC86966DF61}"/>
              </a:ext>
            </a:extLst>
          </p:cNvPr>
          <p:cNvSpPr/>
          <p:nvPr/>
        </p:nvSpPr>
        <p:spPr>
          <a:xfrm>
            <a:off x="-89135" y="156942"/>
            <a:ext cx="3788299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THE WALL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EA1B507-3F6F-3D2F-3983-196580E0DAAC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EA1B507-3F6F-3D2F-3983-196580E0DA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8E11A5F-B2B6-351F-7CCB-942CB8D396FD}"/>
              </a:ext>
            </a:extLst>
          </p:cNvPr>
          <p:cNvSpPr/>
          <p:nvPr/>
        </p:nvSpPr>
        <p:spPr>
          <a:xfrm>
            <a:off x="821436" y="1197865"/>
            <a:ext cx="10200350" cy="2575956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Having to do multiple joins all at once can be very costly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Takes a lot of time to program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Takes a lot of time to run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Is very technically difficult to understand</a:t>
            </a:r>
          </a:p>
        </p:txBody>
      </p:sp>
      <p:pic>
        <p:nvPicPr>
          <p:cNvPr id="5122" name="Picture 2" descr="Guia Completo de SQL JOINs: Como e Quando Utilizá-los – Otacio Barbosa">
            <a:extLst>
              <a:ext uri="{FF2B5EF4-FFF2-40B4-BE49-F238E27FC236}">
                <a16:creationId xmlns:a16="http://schemas.microsoft.com/office/drawing/2014/main" id="{C449BF9D-77D7-5AE1-882D-29DE0B6132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482" r="50000"/>
          <a:stretch>
            <a:fillRect/>
          </a:stretch>
        </p:blipFill>
        <p:spPr bwMode="auto">
          <a:xfrm>
            <a:off x="520150" y="4068469"/>
            <a:ext cx="11151699" cy="264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42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DB2EB3-E0D6-64B7-9C96-D7DDC448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9CC9BAD0-089C-1189-0F3E-CEEC7998F6C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9B9BCD-ACBC-CDD3-5955-E6771E65B4C6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91A4FCE-E8FD-D67D-4CF8-904C0D89B233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1ECAC7-3280-988E-04B4-D8129B0CA389}"/>
              </a:ext>
            </a:extLst>
          </p:cNvPr>
          <p:cNvSpPr/>
          <p:nvPr/>
        </p:nvSpPr>
        <p:spPr>
          <a:xfrm>
            <a:off x="-947057" y="156942"/>
            <a:ext cx="11119757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OBJECTED ORIENTED DATABASE MANAGEMENT SYSTEMS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543CFE0-3564-FE05-7169-E438396BB419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543CFE0-3564-FE05-7169-E438396BB4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D69125C5-F757-01DF-025C-A023C297280A}"/>
              </a:ext>
            </a:extLst>
          </p:cNvPr>
          <p:cNvSpPr/>
          <p:nvPr/>
        </p:nvSpPr>
        <p:spPr>
          <a:xfrm>
            <a:off x="821436" y="1197864"/>
            <a:ext cx="5745619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the ‘programmer’s solution’ to some of the issues with an RDBMS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is stored as objects (states &amp; behaviors)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 translation is needed between code and database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Supports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 inheritance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SavingsAccount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can inherit properties from Account</a:t>
            </a:r>
          </a:p>
        </p:txBody>
      </p:sp>
      <p:pic>
        <p:nvPicPr>
          <p:cNvPr id="6146" name="Picture 2" descr="How To Choose A NoSQL Database For OOP? | Aristek Systems">
            <a:extLst>
              <a:ext uri="{FF2B5EF4-FFF2-40B4-BE49-F238E27FC236}">
                <a16:creationId xmlns:a16="http://schemas.microsoft.com/office/drawing/2014/main" id="{A1E59517-FC7C-7CD0-1ADC-F6329F370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90725"/>
            <a:ext cx="5934075" cy="287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834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87E31A-CADB-2C86-D149-B997D243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7305A69F-B8CD-B2FE-A588-9684C3F12E44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1D7DE6B-D725-E759-2A7A-4EDE1223A4A7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2569D0-9285-F28D-D50F-B196B972134D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D1D075-429E-B138-7199-A0D81F741CA0}"/>
              </a:ext>
            </a:extLst>
          </p:cNvPr>
          <p:cNvSpPr/>
          <p:nvPr/>
        </p:nvSpPr>
        <p:spPr>
          <a:xfrm>
            <a:off x="-947057" y="156942"/>
            <a:ext cx="11119757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OBJECTED ORIENTED DATABASE MANAGEMENT SYSTEMS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B7C2192-E6AB-0855-80AB-CAF81A835E5B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B7C2192-E6AB-0855-80AB-CAF81A835E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4B85FF1-0D15-CBBA-8F4B-59BC47861699}"/>
              </a:ext>
            </a:extLst>
          </p:cNvPr>
          <p:cNvSpPr/>
          <p:nvPr/>
        </p:nvSpPr>
        <p:spPr>
          <a:xfrm>
            <a:off x="821437" y="1197864"/>
            <a:ext cx="2656550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look at why a developer might prefer this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A99B45-90E6-9CA8-0BD0-0B8A33A8D51B}"/>
              </a:ext>
            </a:extLst>
          </p:cNvPr>
          <p:cNvSpPr/>
          <p:nvPr/>
        </p:nvSpPr>
        <p:spPr>
          <a:xfrm>
            <a:off x="3958407" y="1289957"/>
            <a:ext cx="7850820" cy="5035675"/>
          </a:xfrm>
          <a:prstGeom prst="rect">
            <a:avLst/>
          </a:prstGeom>
          <a:solidFill>
            <a:schemeClr val="tx1"/>
          </a:solidFill>
          <a:ln w="38100">
            <a:solidFill>
              <a:srgbClr val="3D45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Follow me: Creating a 'Student' Object</a:t>
            </a:r>
            <a:br>
              <a:rPr lang="en-US" sz="1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1800" b="1" dirty="0">
                <a:solidFill>
                  <a:srgbClr val="C6C4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Student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1800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id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.name =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b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.id =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id</a:t>
            </a:r>
            <a:b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.grades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[] </a:t>
            </a:r>
            <a:r>
              <a:rPr lang="en-US" sz="1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A list inside an object! </a:t>
            </a:r>
            <a:br>
              <a:rPr lang="en-US" sz="1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add_grade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.grades.append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s1 = Student(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"Alara"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"IB123"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s1.add_grade(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95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Discussion: In a Relational DB, 'grades' would need a </a:t>
            </a:r>
            <a:br>
              <a:rPr lang="en-US" sz="1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whole separate table. In OO, it's just part of the object.</a:t>
            </a:r>
            <a:endParaRPr lang="en-US" sz="18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536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C8C8DF-722A-F482-6452-B4F746060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9E703608-0B2C-B0BA-18C2-730BCC463651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F6653FC-9592-A881-8BF1-27BD4651ECFC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9C55141-A5AA-257B-89BE-3824B7ADC009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FF652F-3E86-7157-E2FF-CF4DE11394ED}"/>
              </a:ext>
            </a:extLst>
          </p:cNvPr>
          <p:cNvSpPr/>
          <p:nvPr/>
        </p:nvSpPr>
        <p:spPr>
          <a:xfrm>
            <a:off x="-947057" y="156942"/>
            <a:ext cx="11119757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OBJECTED ORIENTED DATABASE MANAGEMENT SYSTEMS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E561296-39D4-9EFD-9FBF-4848C3D90EAA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E561296-39D4-9EFD-9FBF-4848C3D90E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B8B9F445-E16D-65C3-FB97-E3E397CBAE30}"/>
              </a:ext>
            </a:extLst>
          </p:cNvPr>
          <p:cNvSpPr/>
          <p:nvPr/>
        </p:nvSpPr>
        <p:spPr>
          <a:xfrm>
            <a:off x="821436" y="1197864"/>
            <a:ext cx="9971749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So, what seems easier to write code for?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RDBMS or OODBMS?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2840564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37D564-359D-A44D-A977-A959608E5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A570FDD4-67CB-4AB7-7C7E-2B0BF376880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5914CB8-CD74-FACC-21A5-ACDCE0ED1F95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224065A-0FE0-621C-60FB-A5905FE7DBBD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50A236-F4F1-6B27-92A6-FD22648D1670}"/>
              </a:ext>
            </a:extLst>
          </p:cNvPr>
          <p:cNvSpPr/>
          <p:nvPr/>
        </p:nvSpPr>
        <p:spPr>
          <a:xfrm>
            <a:off x="-89135" y="156942"/>
            <a:ext cx="4873406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NETWORK MODEL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BA0D7C7-DE35-9E1A-D7DD-64F5EF7E4D19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BA0D7C7-DE35-9E1A-D7DD-64F5EF7E4D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887FEE0-9487-E7BA-5A72-5B2EECC72D7A}"/>
              </a:ext>
            </a:extLst>
          </p:cNvPr>
          <p:cNvSpPr/>
          <p:nvPr/>
        </p:nvSpPr>
        <p:spPr>
          <a:xfrm>
            <a:off x="821436" y="1197864"/>
            <a:ext cx="4166621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network model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acts like a parent-child structure, but where children may have multiple parents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Pointers are used to create a web of records</a:t>
            </a:r>
          </a:p>
        </p:txBody>
      </p:sp>
      <p:pic>
        <p:nvPicPr>
          <p:cNvPr id="7170" name="Picture 2" descr="Database Model Templates to Visualize Databases - Creately Blog">
            <a:extLst>
              <a:ext uri="{FF2B5EF4-FFF2-40B4-BE49-F238E27FC236}">
                <a16:creationId xmlns:a16="http://schemas.microsoft.com/office/drawing/2014/main" id="{90386281-FC37-E2C3-D637-AC1D24F37B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49" t="6388" r="13385" b="28378"/>
          <a:stretch>
            <a:fillRect/>
          </a:stretch>
        </p:blipFill>
        <p:spPr bwMode="auto">
          <a:xfrm>
            <a:off x="6096000" y="1867439"/>
            <a:ext cx="5388428" cy="3448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2993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8240AD-5A99-B10E-8BE5-98E6FFECB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021BC49F-2ED1-D9EA-9DD9-56FAD3182562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138100C-02B4-6C46-2495-FB05BC054073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39BDDF-4F82-8DA6-B23F-56FE1FFCCBC3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CF8B38-E059-59CD-3C5D-266795B48A17}"/>
              </a:ext>
            </a:extLst>
          </p:cNvPr>
          <p:cNvSpPr/>
          <p:nvPr/>
        </p:nvSpPr>
        <p:spPr>
          <a:xfrm>
            <a:off x="-89135" y="156942"/>
            <a:ext cx="4873406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NETWORK MODEL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B1A9E03-8DAA-84A1-6AD4-1A41DF3AA57B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B1A9E03-8DAA-84A1-6AD4-1A41DF3AA5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DAEC831C-1EF3-4DA6-E7D1-501B3FE7CFB9}"/>
              </a:ext>
            </a:extLst>
          </p:cNvPr>
          <p:cNvSpPr/>
          <p:nvPr/>
        </p:nvSpPr>
        <p:spPr>
          <a:xfrm>
            <a:off x="821436" y="1197864"/>
            <a:ext cx="4981640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network model is used in the Legacy Airline Reservation systems (SABRE)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It’s like a physical map where roads connect to cities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It’s fast to follow a path, but if you want to add a new city you have to redraw the roads</a:t>
            </a:r>
          </a:p>
        </p:txBody>
      </p:sp>
      <p:pic>
        <p:nvPicPr>
          <p:cNvPr id="8194" name="Picture 2" descr="Use Case Diagram for Airline Reservation System">
            <a:extLst>
              <a:ext uri="{FF2B5EF4-FFF2-40B4-BE49-F238E27FC236}">
                <a16:creationId xmlns:a16="http://schemas.microsoft.com/office/drawing/2014/main" id="{7827AD53-F921-192A-FE21-787A2C8CC7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85" t="8036" r="27493" b="8140"/>
          <a:stretch>
            <a:fillRect/>
          </a:stretch>
        </p:blipFill>
        <p:spPr bwMode="auto">
          <a:xfrm>
            <a:off x="6199068" y="530079"/>
            <a:ext cx="5646641" cy="5981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0305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73FC58-FF5E-A610-E2EA-249BC6D24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111DAE27-37AC-BC06-A29B-1F58A57C1B1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0413BF-EB8E-F770-1BD0-EEE137D23D3E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170BF14-7FB4-B648-D2F4-440B67FB45C7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1A6737-9250-E2FA-15D7-3FF3AA730E4B}"/>
              </a:ext>
            </a:extLst>
          </p:cNvPr>
          <p:cNvSpPr/>
          <p:nvPr/>
        </p:nvSpPr>
        <p:spPr>
          <a:xfrm>
            <a:off x="-89135" y="156942"/>
            <a:ext cx="5646640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SPATIAL DATABASES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2B6D332-B0D2-9552-8462-C13940C58B7A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2B6D332-B0D2-9552-8462-C13940C58B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CE524DF-5E1A-FFAF-6BCB-E44435EF6711}"/>
              </a:ext>
            </a:extLst>
          </p:cNvPr>
          <p:cNvSpPr/>
          <p:nvPr/>
        </p:nvSpPr>
        <p:spPr>
          <a:xfrm>
            <a:off x="821436" y="1197864"/>
            <a:ext cx="4981640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Speaking of physical maps, a spatial database is used to do physical, geographic mapping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stores either 2D or 3D data using points, lines, and polygons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72515B-6C63-1C3C-489D-34D78AE5D5DF}"/>
              </a:ext>
            </a:extLst>
          </p:cNvPr>
          <p:cNvSpPr/>
          <p:nvPr/>
        </p:nvSpPr>
        <p:spPr>
          <a:xfrm>
            <a:off x="6130995" y="1665356"/>
            <a:ext cx="5806886" cy="355008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18" name="Picture 2" descr="Spatial database table format | Download Scientific Diagram">
            <a:extLst>
              <a:ext uri="{FF2B5EF4-FFF2-40B4-BE49-F238E27FC236}">
                <a16:creationId xmlns:a16="http://schemas.microsoft.com/office/drawing/2014/main" id="{B6AD8547-D888-FC4E-FA80-C4F3D2902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995" y="1783144"/>
            <a:ext cx="5788906" cy="3425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0914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5F2B26-2E94-1505-9092-2901FEBF5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356BDDA5-1332-A525-189E-A45F1490C24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938415-10F1-DC50-9DE1-62A556CADAD4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3D236B2-D7E2-80C1-3D05-C12AA74A27BC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63B8CC-F879-C483-802D-6CC205B025AA}"/>
              </a:ext>
            </a:extLst>
          </p:cNvPr>
          <p:cNvSpPr/>
          <p:nvPr/>
        </p:nvSpPr>
        <p:spPr>
          <a:xfrm>
            <a:off x="-89135" y="156942"/>
            <a:ext cx="5646640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SPATIAL DATABASES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FFF013D-5C45-E8D2-7DE7-D8E459E65499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FFF013D-5C45-E8D2-7DE7-D8E459E654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DAEC738-18BE-6C03-E345-B2D5AEC985E1}"/>
              </a:ext>
            </a:extLst>
          </p:cNvPr>
          <p:cNvSpPr/>
          <p:nvPr/>
        </p:nvSpPr>
        <p:spPr>
          <a:xfrm>
            <a:off x="821436" y="1197864"/>
            <a:ext cx="4981640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Example: Used by the UN to track refugee migration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Example: Used by the WHO to track disease outbreaks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B44FAC-D86F-5A44-5201-207C02684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045" y="371475"/>
            <a:ext cx="8601075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076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E30CE8-CCE5-C27F-A3DB-1F326B715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BD720EA-8814-2B60-2F1D-17CF48FB07CD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F5412D8-D532-62D4-19F3-B25E61EC152C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25C00AE-0321-7880-1611-310C90D7BAEA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42B4D7-97C6-7B86-F578-D480659CB1C8}"/>
              </a:ext>
            </a:extLst>
          </p:cNvPr>
          <p:cNvSpPr/>
          <p:nvPr/>
        </p:nvSpPr>
        <p:spPr>
          <a:xfrm>
            <a:off x="-578735" y="117697"/>
            <a:ext cx="8922635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MULTI-DIMENSIONAL DATABASES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FA5CB10-A887-1755-7232-4458DC7F0AAF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FA5CB10-A887-1755-7232-4458DC7F0A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12CBA2E-8A03-A54F-EDD7-14B45025C253}"/>
              </a:ext>
            </a:extLst>
          </p:cNvPr>
          <p:cNvSpPr/>
          <p:nvPr/>
        </p:nvSpPr>
        <p:spPr>
          <a:xfrm>
            <a:off x="821436" y="1197864"/>
            <a:ext cx="5932350" cy="5317236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Multi-dimensional databases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used for Online Analytical Processing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Dimensions might include Time, Geography, Product, or Sales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use this to extract useful information from our collected data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diagram to the right shows a 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data cube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a visual representation of this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1AA5CA-3DE5-C621-2C66-92F9B5578261}"/>
              </a:ext>
            </a:extLst>
          </p:cNvPr>
          <p:cNvSpPr/>
          <p:nvPr/>
        </p:nvSpPr>
        <p:spPr>
          <a:xfrm>
            <a:off x="7042327" y="1156612"/>
            <a:ext cx="4981640" cy="337730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6" name="Picture 2" descr="MultiDimensional Data Model - GeeksforGeeks">
            <a:extLst>
              <a:ext uri="{FF2B5EF4-FFF2-40B4-BE49-F238E27FC236}">
                <a16:creationId xmlns:a16="http://schemas.microsoft.com/office/drawing/2014/main" id="{A14A8DC7-EA10-6A5D-23AB-A9D19371C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467" y="1397747"/>
            <a:ext cx="4752975" cy="283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2412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818AB8-A2E6-3452-671A-A3FD44CEC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468241A4-13CF-3BE6-3437-7FF598CA49E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9F6A936-3057-3C36-4C35-137075D9156A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2750790-96A3-4C86-A0AE-8B1C9111BD35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C7D84C-B0D8-4177-6E3E-288E332A7596}"/>
              </a:ext>
            </a:extLst>
          </p:cNvPr>
          <p:cNvSpPr/>
          <p:nvPr/>
        </p:nvSpPr>
        <p:spPr>
          <a:xfrm>
            <a:off x="-660635" y="156942"/>
            <a:ext cx="9020864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MULTI-DIMENSIONAL DATABASES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C913DE9-A30B-ACE3-D3C4-E4263EA43E7F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C913DE9-A30B-ACE3-D3C4-E4263EA43E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552A5C6B-66B0-318A-CF54-6E81E428BD39}"/>
              </a:ext>
            </a:extLst>
          </p:cNvPr>
          <p:cNvSpPr/>
          <p:nvPr/>
        </p:nvSpPr>
        <p:spPr>
          <a:xfrm>
            <a:off x="821436" y="1197864"/>
            <a:ext cx="10317619" cy="3407038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Example: A CEO looks at a slice of the data cube to see why iPhone sales dropped in Germany during July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Why is a 2D table bad for this?</a:t>
            </a:r>
          </a:p>
        </p:txBody>
      </p:sp>
    </p:spTree>
    <p:extLst>
      <p:ext uri="{BB962C8B-B14F-4D97-AF65-F5344CB8AC3E}">
        <p14:creationId xmlns:p14="http://schemas.microsoft.com/office/powerpoint/2010/main" val="4113276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0577B-E277-A425-20C4-951C18916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15288C7-922C-7097-E970-48420776705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2F65978-6D77-52BE-BB27-FE9BFE06C62F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B0CC425-CB38-0353-2DC2-8C84DFBA670B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36F0C0-012E-3E0E-3429-5989FA98C1DD}"/>
              </a:ext>
            </a:extLst>
          </p:cNvPr>
          <p:cNvSpPr/>
          <p:nvPr/>
        </p:nvSpPr>
        <p:spPr>
          <a:xfrm>
            <a:off x="0" y="156942"/>
            <a:ext cx="3624943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EVALUATION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DFDC4AE-DADB-4033-D3B9-C7B15179B461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DFDC4AE-DADB-4033-D3B9-C7B15179B4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35E9405-9AB1-27B5-DD47-DD51244F00A9}"/>
              </a:ext>
            </a:extLst>
          </p:cNvPr>
          <p:cNvSpPr/>
          <p:nvPr/>
        </p:nvSpPr>
        <p:spPr>
          <a:xfrm>
            <a:off x="821436" y="1197864"/>
            <a:ext cx="10317619" cy="3407038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type of database discussed today is best for a tech startup that is constantly changing its app features? Why?</a:t>
            </a:r>
          </a:p>
        </p:txBody>
      </p:sp>
    </p:spTree>
    <p:extLst>
      <p:ext uri="{BB962C8B-B14F-4D97-AF65-F5344CB8AC3E}">
        <p14:creationId xmlns:p14="http://schemas.microsoft.com/office/powerpoint/2010/main" val="5032105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2021CB-2E59-DECE-0EB3-B7C308BD3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B983134C-2346-939B-A13D-D30D3DAD57D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6383E7E-BAD6-CA72-4A18-0A699E1D86E3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976782B-0506-86AC-5351-2D670EF7BA2E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15B314-2A81-8DAC-C9D4-8A413CA0D2DD}"/>
              </a:ext>
            </a:extLst>
          </p:cNvPr>
          <p:cNvSpPr/>
          <p:nvPr/>
        </p:nvSpPr>
        <p:spPr>
          <a:xfrm>
            <a:off x="0" y="156942"/>
            <a:ext cx="3624943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EVALUATION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C4C29D5-3F86-1F98-C6E1-5DB06B213FF4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C4C29D5-3F86-1F98-C6E1-5DB06B213F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42D586BC-2F96-9C9D-6ECA-77D8848D64CA}"/>
              </a:ext>
            </a:extLst>
          </p:cNvPr>
          <p:cNvSpPr/>
          <p:nvPr/>
        </p:nvSpPr>
        <p:spPr>
          <a:xfrm>
            <a:off x="821436" y="1197864"/>
            <a:ext cx="10317619" cy="3407038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RDBMS: Rigid – you must define columns/types before you save anything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OODBMS: Flexible – you define classes, and you can add new attributes to the class at any time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With this said, OODBMS would be better for the tech startup</a:t>
            </a:r>
          </a:p>
        </p:txBody>
      </p:sp>
    </p:spTree>
    <p:extLst>
      <p:ext uri="{BB962C8B-B14F-4D97-AF65-F5344CB8AC3E}">
        <p14:creationId xmlns:p14="http://schemas.microsoft.com/office/powerpoint/2010/main" val="6204837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B36465-2180-7030-F2AA-0E249DF9E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7F6BEAB-4BF1-A8A2-93EA-22D49F970E0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DB77C10-8DC5-BB61-BF51-5C64D1FBD254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218FF6C-1240-3448-9771-E2827C7547DA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824840-07F8-29B1-9BD7-643A03CE6386}"/>
              </a:ext>
            </a:extLst>
          </p:cNvPr>
          <p:cNvSpPr/>
          <p:nvPr/>
        </p:nvSpPr>
        <p:spPr>
          <a:xfrm>
            <a:off x="0" y="156942"/>
            <a:ext cx="3624943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EVALUATION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2A34CC8-CAB9-71FF-7E1C-F440841AB646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2A34CC8-CAB9-71FF-7E1C-F440841AB64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A50CD1F1-58BC-74F5-B117-2E3879054660}"/>
              </a:ext>
            </a:extLst>
          </p:cNvPr>
          <p:cNvSpPr/>
          <p:nvPr/>
        </p:nvSpPr>
        <p:spPr>
          <a:xfrm>
            <a:off x="821436" y="1197864"/>
            <a:ext cx="10317619" cy="3407038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is data manipulated in a RDBMS vs an OODBMS?</a:t>
            </a:r>
          </a:p>
        </p:txBody>
      </p:sp>
    </p:spTree>
    <p:extLst>
      <p:ext uri="{BB962C8B-B14F-4D97-AF65-F5344CB8AC3E}">
        <p14:creationId xmlns:p14="http://schemas.microsoft.com/office/powerpoint/2010/main" val="23245192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FE7C6A-2B6E-C7E1-9710-ED04031A9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F82BC14-0019-ADB7-F60C-09E13A3313A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5B0451A-D384-4045-4793-16CB414DDEDB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589840F-BB96-BE8D-8339-8C3856B87D5B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F60543-00FA-72D8-CCEE-7BDCE476166A}"/>
              </a:ext>
            </a:extLst>
          </p:cNvPr>
          <p:cNvSpPr/>
          <p:nvPr/>
        </p:nvSpPr>
        <p:spPr>
          <a:xfrm>
            <a:off x="0" y="156942"/>
            <a:ext cx="3624943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EVALUATION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9B8D00E-95B7-6492-D7AC-F9E34EBA9773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9B8D00E-95B7-6492-D7AC-F9E34EBA97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ABD05F1B-1B52-4AD0-BFDC-E9598BE0E6AA}"/>
              </a:ext>
            </a:extLst>
          </p:cNvPr>
          <p:cNvSpPr/>
          <p:nvPr/>
        </p:nvSpPr>
        <p:spPr>
          <a:xfrm>
            <a:off x="821436" y="1197864"/>
            <a:ext cx="10317619" cy="3407038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RDBMS: Uses SQL – structured query language. Shared between all relational databases with small changes.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OODBMS: Uses a programming language (like Python or Java). Great for developers, but harder for your average joe to learn.</a:t>
            </a:r>
          </a:p>
        </p:txBody>
      </p:sp>
    </p:spTree>
    <p:extLst>
      <p:ext uri="{BB962C8B-B14F-4D97-AF65-F5344CB8AC3E}">
        <p14:creationId xmlns:p14="http://schemas.microsoft.com/office/powerpoint/2010/main" val="29125362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DA7A97-1D49-079D-E248-D5B743728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4C2E3F48-48B8-9325-AB86-09649AFBCA56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E3043B7-6B2B-A353-4FB2-3DD94529E2BA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22DF289-C80C-93B8-6EB2-C851DAC1D41E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A05461-A9EE-9F41-6AB9-15FAFEC80A71}"/>
              </a:ext>
            </a:extLst>
          </p:cNvPr>
          <p:cNvSpPr/>
          <p:nvPr/>
        </p:nvSpPr>
        <p:spPr>
          <a:xfrm>
            <a:off x="0" y="156942"/>
            <a:ext cx="3624943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EVALUATION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0A79A11-D835-D2F3-68D6-1D9ECB5AD842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0A79A11-D835-D2F3-68D6-1D9ECB5AD8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750B0718-1EAC-4117-1283-E329791B0D4D}"/>
              </a:ext>
            </a:extLst>
          </p:cNvPr>
          <p:cNvSpPr/>
          <p:nvPr/>
        </p:nvSpPr>
        <p:spPr>
          <a:xfrm>
            <a:off x="821436" y="1197864"/>
            <a:ext cx="10317619" cy="3407038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Which type of database, RDBMS or OODBMS, do you think has stronger Data Integrity? </a:t>
            </a:r>
          </a:p>
        </p:txBody>
      </p:sp>
    </p:spTree>
    <p:extLst>
      <p:ext uri="{BB962C8B-B14F-4D97-AF65-F5344CB8AC3E}">
        <p14:creationId xmlns:p14="http://schemas.microsoft.com/office/powerpoint/2010/main" val="20416265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4A6F4A-FDBD-1175-EAAD-A75DB3BEB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7C6FD7A2-06BD-5FA4-E6B9-1B273C7A4B8C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B74269A-2712-C6D5-3DCA-E60B9502DFA6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1BD79D-F0AF-3051-E9FF-D26D2B1D31AF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7329A8-82DC-119F-1A2C-629011CF6FA6}"/>
              </a:ext>
            </a:extLst>
          </p:cNvPr>
          <p:cNvSpPr/>
          <p:nvPr/>
        </p:nvSpPr>
        <p:spPr>
          <a:xfrm>
            <a:off x="0" y="156942"/>
            <a:ext cx="3624943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EVALUATION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2F70C52-6B71-0A64-0A2C-664507E5F6C9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2F70C52-6B71-0A64-0A2C-664507E5F6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389022AA-2AA4-30EC-3A97-C08EC983912C}"/>
              </a:ext>
            </a:extLst>
          </p:cNvPr>
          <p:cNvSpPr/>
          <p:nvPr/>
        </p:nvSpPr>
        <p:spPr>
          <a:xfrm>
            <a:off x="821436" y="1197864"/>
            <a:ext cx="10317619" cy="3407038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RDBMS: Uses ACID Properties. Hard to lose or break data because DB manages the rules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OODBMS: Programmer is responsible for the rules. If the programmer makes an oopsie in the class, the data becomes a mess</a:t>
            </a:r>
          </a:p>
        </p:txBody>
      </p:sp>
    </p:spTree>
    <p:extLst>
      <p:ext uri="{BB962C8B-B14F-4D97-AF65-F5344CB8AC3E}">
        <p14:creationId xmlns:p14="http://schemas.microsoft.com/office/powerpoint/2010/main" val="22223400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AEBC83-9A6B-61AB-6C6D-9451BF67F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21ED4FD0-BD11-9208-BA35-2EBA3975CB6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95436E-5261-052B-4B5D-B74C94DBB093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62270D-D2DD-FB78-4F64-C788FA7E7025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0EF460-9DF6-8800-95C4-45EF57753650}"/>
              </a:ext>
            </a:extLst>
          </p:cNvPr>
          <p:cNvSpPr/>
          <p:nvPr/>
        </p:nvSpPr>
        <p:spPr>
          <a:xfrm>
            <a:off x="0" y="156942"/>
            <a:ext cx="3624943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EVALUATION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C94DB11-45D8-1CFF-42B1-5513AA4BC733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C94DB11-45D8-1CFF-42B1-5513AA4BC7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B5E20F9F-CB35-D8B3-8B2F-3F47AC1DF343}"/>
              </a:ext>
            </a:extLst>
          </p:cNvPr>
          <p:cNvSpPr/>
          <p:nvPr/>
        </p:nvSpPr>
        <p:spPr>
          <a:xfrm>
            <a:off x="821436" y="1197864"/>
            <a:ext cx="10317619" cy="3407038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RDBMS: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Safety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OODBMS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Speed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Flexibility</a:t>
            </a:r>
          </a:p>
        </p:txBody>
      </p:sp>
    </p:spTree>
    <p:extLst>
      <p:ext uri="{BB962C8B-B14F-4D97-AF65-F5344CB8AC3E}">
        <p14:creationId xmlns:p14="http://schemas.microsoft.com/office/powerpoint/2010/main" val="26515030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FCE486-DB01-8940-05C9-D3CFA0737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4880032-3BD3-1E1B-E669-ED2FB88CDBA9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2CC8493-F8BC-C47C-468A-6E72E5514719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5A2F2A-0CD4-AEAD-A09E-F1518B5CD3F6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92F121-BB61-D31B-2142-DF614C5E4C28}"/>
              </a:ext>
            </a:extLst>
          </p:cNvPr>
          <p:cNvSpPr/>
          <p:nvPr/>
        </p:nvSpPr>
        <p:spPr>
          <a:xfrm>
            <a:off x="679055" y="981992"/>
            <a:ext cx="10483398" cy="564415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global weather agency uses a spatial database to track hurricane paths. Explain why a spatial database is more appropriate here than a standard relational database. [3]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4A2ACE-BD92-7C38-2F7D-600F3B6610A0}"/>
              </a:ext>
            </a:extLst>
          </p:cNvPr>
          <p:cNvSpPr/>
          <p:nvPr/>
        </p:nvSpPr>
        <p:spPr>
          <a:xfrm>
            <a:off x="40871" y="9761"/>
            <a:ext cx="4283725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LAB QUESTION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DD7E6E3-A494-185B-B70B-8FB9D36FFCBF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DD7E6E3-A494-185B-B70B-8FB9D36FFCB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02002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FF432-3742-E8CF-89DA-84C94CDD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CD3DCD2-C74C-95D3-8AE9-68F3C6AEDF4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7092CD-4DF3-59F0-5AB9-E50FA41C490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C3CAB5-3061-5F94-A88E-C0BDD9B048E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CEAB6A-CE7C-862A-42E1-D86D8C4198B3}"/>
              </a:ext>
            </a:extLst>
          </p:cNvPr>
          <p:cNvSpPr/>
          <p:nvPr/>
        </p:nvSpPr>
        <p:spPr>
          <a:xfrm>
            <a:off x="330518" y="1120703"/>
            <a:ext cx="4837227" cy="5598444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Relational Database (RDBMS)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Object Oriented Database (OODBMS)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Network Model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Spatial Database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Multi-dimensional Databases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Cube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AFD995-70BC-6581-0161-071153C10586}"/>
              </a:ext>
            </a:extLst>
          </p:cNvPr>
          <p:cNvSpPr/>
          <p:nvPr/>
        </p:nvSpPr>
        <p:spPr>
          <a:xfrm>
            <a:off x="-297523" y="201730"/>
            <a:ext cx="6265695" cy="736691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 TO REMEMBER</a:t>
            </a:r>
          </a:p>
        </p:txBody>
      </p:sp>
      <p:pic>
        <p:nvPicPr>
          <p:cNvPr id="6" name="Picture 5" descr="A cartoon of a person with a large brain&#10;&#10;AI-generated content may be incorrect.">
            <a:extLst>
              <a:ext uri="{FF2B5EF4-FFF2-40B4-BE49-F238E27FC236}">
                <a16:creationId xmlns:a16="http://schemas.microsoft.com/office/drawing/2014/main" id="{ADD5DD30-FEB4-6F2F-CD56-BC8E3371E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8" b="909"/>
          <a:stretch>
            <a:fillRect/>
          </a:stretch>
        </p:blipFill>
        <p:spPr>
          <a:xfrm flipH="1">
            <a:off x="7198831" y="2629528"/>
            <a:ext cx="3767602" cy="333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0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25 L 0.00221 0.025 C 0.00169 0.01898 0.00091 0.01296 0.00052 0.00694 C 0.00013 -0.00255 0.00091 -0.01204 3.75E-6 -0.0213 C -0.00105 -0.03241 -0.00365 -0.04329 -0.00508 -0.0544 C -0.00834 -0.0794 -0.00912 -0.08843 -0.01693 -0.11759 C -0.02032 -0.13009 -0.02318 -0.14329 -0.02709 -0.15556 C -0.02878 -0.16088 -0.03034 -0.16643 -0.03217 -0.17153 C -0.03373 -0.17639 -0.03568 -0.18079 -0.03724 -0.18565 C -0.03881 -0.19097 -0.03959 -0.19699 -0.04167 -0.20162 C -0.04558 -0.20995 -0.06459 -0.24028 -0.06993 -0.24676 C -0.07709 -0.25579 -0.07813 -0.25255 -0.08568 -0.25694 C -0.0892 -0.2588 -0.09245 -0.26157 -0.09584 -0.26389 C -0.10651 -0.27083 -0.11407 -0.27569 -0.12461 -0.27986 C -0.13776 -0.28518 -0.16407 -0.29491 -0.16407 -0.29491 L -0.19336 -0.2919 C -0.19662 -0.29143 -0.19987 -0.2912 -0.203 -0.29005 C -0.21029 -0.28704 -0.22526 -0.27431 -0.22891 -0.26898 C -0.23125 -0.26551 -0.23321 -0.26181 -0.23568 -0.2588 C -0.23646 -0.25787 -0.23464 -0.26157 -0.23399 -0.26296 C -0.2319 -0.26759 -0.23021 -0.27268 -0.22787 -0.27685 C -0.22539 -0.28125 -0.22331 -0.28634 -0.22045 -0.29005 C -0.21185 -0.30046 -0.19558 -0.31319 -0.18607 -0.31991 C -0.17813 -0.32569 -0.17019 -0.33194 -0.16185 -0.33611 C -0.13646 -0.34838 -0.11081 -0.35833 -0.08516 -0.36921 C -0.07565 -0.37315 -0.06602 -0.37662 -0.05638 -0.38009 C -0.04089 -0.38588 -0.02592 -0.39074 -0.01016 -0.39421 C -0.00039 -0.3963 0.00937 -0.39745 0.01914 -0.39931 C 0.04739 -0.39815 0.07565 -0.39907 0.10377 -0.3963 C 0.10989 -0.3956 0.11588 -0.3919 0.12187 -0.38912 C 0.13255 -0.38449 0.14323 -0.37893 0.15403 -0.37407 C 0.2095 -0.34884 0.13476 -0.38449 0.19179 -0.35602 C 0.19687 -0.3537 0.20208 -0.35231 0.20703 -0.34907 C 0.21354 -0.34468 0.21966 -0.33796 0.22617 -0.3331 C 0.22838 -0.33148 0.23073 -0.33009 0.23294 -0.32801 C 0.23463 -0.32639 0.2358 -0.32384 0.2375 -0.32199 C 0.2388 -0.32037 0.24049 -0.31944 0.24192 -0.31806 C 0.24323 -0.31667 0.24453 -0.31528 0.24596 -0.31412 C 0.24427 -0.31806 0.24297 -0.32292 0.24088 -0.32593 C 0.22252 -0.35255 0.19974 -0.37014 0.17877 -0.38727 C 0.16562 -0.39792 0.15247 -0.4088 0.1388 -0.41736 C 0.0888 -0.44815 0.04114 -0.47222 -0.01185 -0.48148 C -0.07318 -0.49213 -0.27201 -0.4919 -0.30847 -0.49236 C -0.36537 -0.48704 -0.42266 -0.48796 -0.4793 -0.47639 C -0.48386 -0.47546 -0.56172 -0.44329 -0.59271 -0.43032 C -0.60052 -0.42708 -0.60834 -0.42268 -0.61641 -0.42037 C -0.64636 -0.41111 -0.68008 -0.40162 -0.70834 -0.38611 C -0.71993 -0.37986 -0.73203 -0.37546 -0.74323 -0.36713 C -0.76029 -0.35463 -0.77631 -0.33704 -0.79336 -0.32407 C -0.79636 -0.32176 -0.81472 -0.30833 -0.81927 -0.30301 C -0.85704 -0.25833 -0.7668 -0.34653 -0.85365 -0.26481 C -0.86133 -0.25764 -0.86901 -0.25069 -0.87683 -0.24375 C -0.88711 -0.23472 -0.89766 -0.22639 -0.90782 -0.21667 C -0.92592 -0.19931 -0.94493 -0.18495 -0.96198 -0.16458 L -0.98907 -0.13264 C -0.99519 -0.08843 -0.99245 -0.11667 -0.99245 -0.0463 " pathEditMode="relative" ptsTypes="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17917</TotalTime>
  <Words>1079</Words>
  <Application>Microsoft Office PowerPoint</Application>
  <PresentationFormat>Widescreen</PresentationFormat>
  <Paragraphs>122</Paragraphs>
  <Slides>30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Aptos</vt:lpstr>
      <vt:lpstr>Aptos Display</vt:lpstr>
      <vt:lpstr>Arial</vt:lpstr>
      <vt:lpstr>Bahnschrift</vt:lpstr>
      <vt:lpstr>Bahnschrift SemiBold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17</cp:revision>
  <dcterms:created xsi:type="dcterms:W3CDTF">2025-08-11T14:07:39Z</dcterms:created>
  <dcterms:modified xsi:type="dcterms:W3CDTF">2026-01-07T16:22:58Z</dcterms:modified>
</cp:coreProperties>
</file>