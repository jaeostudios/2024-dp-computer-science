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96" r:id="rId4"/>
    <p:sldId id="297" r:id="rId5"/>
    <p:sldId id="417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425" r:id="rId14"/>
    <p:sldId id="426" r:id="rId15"/>
    <p:sldId id="427" r:id="rId16"/>
    <p:sldId id="428" r:id="rId17"/>
    <p:sldId id="429" r:id="rId18"/>
    <p:sldId id="430" r:id="rId19"/>
    <p:sldId id="431" r:id="rId20"/>
    <p:sldId id="432" r:id="rId21"/>
    <p:sldId id="433" r:id="rId22"/>
    <p:sldId id="434" r:id="rId23"/>
    <p:sldId id="435" r:id="rId24"/>
    <p:sldId id="35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55D"/>
    <a:srgbClr val="516881"/>
    <a:srgbClr val="326648"/>
    <a:srgbClr val="388049"/>
    <a:srgbClr val="274F3F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9DCC7B-2103-4F69-AD98-33CAE008DC16}" v="85" dt="2026-02-03T19:35:58.2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6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" y="10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custSel addSld delSld modSld sldOrd">
      <pc:chgData name="Michael Hill" userId="41dba03d-e58d-4389-9894-554c10310ba4" providerId="ADAL" clId="{EF23FE1D-A042-481E-AFD7-2A9FB0847F54}" dt="2026-02-03T19:36:54.226" v="6734" actId="207"/>
      <pc:docMkLst>
        <pc:docMk/>
      </pc:docMkLst>
      <pc:sldChg chg="modSp mod setBg">
        <pc:chgData name="Michael Hill" userId="41dba03d-e58d-4389-9894-554c10310ba4" providerId="ADAL" clId="{EF23FE1D-A042-481E-AFD7-2A9FB0847F54}" dt="2026-02-03T18:23:23.155" v="56" actId="14100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2-03T18:23:10.666" v="33" actId="1076"/>
          <ac:spMkLst>
            <pc:docMk/>
            <pc:sldMk cId="1878848435" sldId="256"/>
            <ac:spMk id="4" creationId="{E2B883CE-936E-CB73-2B3E-56A618536A26}"/>
          </ac:spMkLst>
        </pc:spChg>
        <pc:spChg chg="mod">
          <ac:chgData name="Michael Hill" userId="41dba03d-e58d-4389-9894-554c10310ba4" providerId="ADAL" clId="{EF23FE1D-A042-481E-AFD7-2A9FB0847F54}" dt="2026-02-03T18:23:14.810" v="36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2-03T18:23:23.155" v="56" actId="14100"/>
          <ac:spMkLst>
            <pc:docMk/>
            <pc:sldMk cId="1878848435" sldId="256"/>
            <ac:spMk id="6" creationId="{945BB639-AC69-FE40-4352-5D3077A94591}"/>
          </ac:spMkLst>
        </pc:spChg>
        <pc:spChg chg="mod">
          <ac:chgData name="Michael Hill" userId="41dba03d-e58d-4389-9894-554c10310ba4" providerId="ADAL" clId="{EF23FE1D-A042-481E-AFD7-2A9FB0847F54}" dt="2026-02-03T18:22:47.621" v="7" actId="692"/>
          <ac:spMkLst>
            <pc:docMk/>
            <pc:sldMk cId="1878848435" sldId="256"/>
            <ac:spMk id="7" creationId="{9BBF4B62-D7BF-1C6A-40E3-7B807FA87977}"/>
          </ac:spMkLst>
        </pc:spChg>
      </pc:sldChg>
      <pc:sldChg chg="modSp mod setBg">
        <pc:chgData name="Michael Hill" userId="41dba03d-e58d-4389-9894-554c10310ba4" providerId="ADAL" clId="{EF23FE1D-A042-481E-AFD7-2A9FB0847F54}" dt="2026-02-03T18:40:18.469" v="280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2-03T18:34:09.707" v="60" actId="207"/>
          <ac:spMkLst>
            <pc:docMk/>
            <pc:sldMk cId="854122100" sldId="257"/>
            <ac:spMk id="5" creationId="{AFCD8CB0-8A02-BF4E-6CF1-A22B96E02C67}"/>
          </ac:spMkLst>
        </pc:spChg>
        <pc:spChg chg="mod">
          <ac:chgData name="Michael Hill" userId="41dba03d-e58d-4389-9894-554c10310ba4" providerId="ADAL" clId="{EF23FE1D-A042-481E-AFD7-2A9FB0847F54}" dt="2026-02-03T18:34:16.103" v="61" actId="692"/>
          <ac:spMkLst>
            <pc:docMk/>
            <pc:sldMk cId="854122100" sldId="257"/>
            <ac:spMk id="7" creationId="{E03133FC-E875-8442-9063-C305CC0BFB20}"/>
          </ac:spMkLst>
        </pc:spChg>
        <pc:spChg chg="mod">
          <ac:chgData name="Michael Hill" userId="41dba03d-e58d-4389-9894-554c10310ba4" providerId="ADAL" clId="{EF23FE1D-A042-481E-AFD7-2A9FB0847F54}" dt="2026-02-03T18:40:18.469" v="280" actId="20577"/>
          <ac:spMkLst>
            <pc:docMk/>
            <pc:sldMk cId="854122100" sldId="257"/>
            <ac:spMk id="8" creationId="{4D7671A2-401B-58C3-4049-2F9F2E07BD91}"/>
          </ac:spMkLst>
        </pc:spChg>
        <pc:spChg chg="mod">
          <ac:chgData name="Michael Hill" userId="41dba03d-e58d-4389-9894-554c10310ba4" providerId="ADAL" clId="{EF23FE1D-A042-481E-AFD7-2A9FB0847F54}" dt="2026-02-03T18:34:16.103" v="61" actId="692"/>
          <ac:spMkLst>
            <pc:docMk/>
            <pc:sldMk cId="854122100" sldId="257"/>
            <ac:spMk id="9" creationId="{39CF6B3F-1F6D-7800-03EB-3D197914A30A}"/>
          </ac:spMkLst>
        </pc:spChg>
        <pc:spChg chg="mod">
          <ac:chgData name="Michael Hill" userId="41dba03d-e58d-4389-9894-554c10310ba4" providerId="ADAL" clId="{EF23FE1D-A042-481E-AFD7-2A9FB0847F54}" dt="2026-02-03T18:34:02.978" v="58" actId="207"/>
          <ac:spMkLst>
            <pc:docMk/>
            <pc:sldMk cId="854122100" sldId="257"/>
            <ac:spMk id="11" creationId="{B2D4645F-350F-77B1-036C-D01223EB808D}"/>
          </ac:spMkLst>
        </pc:spChg>
        <pc:spChg chg="mod">
          <ac:chgData name="Michael Hill" userId="41dba03d-e58d-4389-9894-554c10310ba4" providerId="ADAL" clId="{EF23FE1D-A042-481E-AFD7-2A9FB0847F54}" dt="2026-02-03T18:34:16.103" v="61" actId="692"/>
          <ac:spMkLst>
            <pc:docMk/>
            <pc:sldMk cId="854122100" sldId="257"/>
            <ac:spMk id="12" creationId="{86893419-8B7B-38C3-2D89-D4BB95E0AB27}"/>
          </ac:spMkLst>
        </pc:spChg>
      </pc:sldChg>
      <pc:sldChg chg="modSp mod setBg">
        <pc:chgData name="Michael Hill" userId="41dba03d-e58d-4389-9894-554c10310ba4" providerId="ADAL" clId="{EF23FE1D-A042-481E-AFD7-2A9FB0847F54}" dt="2026-02-03T18:34:51.174" v="66"/>
        <pc:sldMkLst>
          <pc:docMk/>
          <pc:sldMk cId="4221327636" sldId="296"/>
        </pc:sldMkLst>
        <pc:spChg chg="mod">
          <ac:chgData name="Michael Hill" userId="41dba03d-e58d-4389-9894-554c10310ba4" providerId="ADAL" clId="{EF23FE1D-A042-481E-AFD7-2A9FB0847F54}" dt="2026-02-03T18:34:31.229" v="64" actId="207"/>
          <ac:spMkLst>
            <pc:docMk/>
            <pc:sldMk cId="4221327636" sldId="296"/>
            <ac:spMk id="5" creationId="{3050233D-41DE-6588-7EB0-97A3A19FFCB8}"/>
          </ac:spMkLst>
        </pc:spChg>
        <pc:spChg chg="mod">
          <ac:chgData name="Michael Hill" userId="41dba03d-e58d-4389-9894-554c10310ba4" providerId="ADAL" clId="{EF23FE1D-A042-481E-AFD7-2A9FB0847F54}" dt="2026-02-03T18:34:40.403" v="65" actId="692"/>
          <ac:spMkLst>
            <pc:docMk/>
            <pc:sldMk cId="4221327636" sldId="296"/>
            <ac:spMk id="7" creationId="{A3C7B8BA-8B31-7B2C-E2AB-60712C1F61E8}"/>
          </ac:spMkLst>
        </pc:spChg>
        <pc:spChg chg="mod">
          <ac:chgData name="Michael Hill" userId="41dba03d-e58d-4389-9894-554c10310ba4" providerId="ADAL" clId="{EF23FE1D-A042-481E-AFD7-2A9FB0847F54}" dt="2026-02-03T18:34:28.691" v="63" actId="207"/>
          <ac:spMkLst>
            <pc:docMk/>
            <pc:sldMk cId="4221327636" sldId="296"/>
            <ac:spMk id="8" creationId="{9D3B4A7A-A70B-0C4A-C7FF-462ADF36D440}"/>
          </ac:spMkLst>
        </pc:spChg>
        <pc:spChg chg="mod">
          <ac:chgData name="Michael Hill" userId="41dba03d-e58d-4389-9894-554c10310ba4" providerId="ADAL" clId="{EF23FE1D-A042-481E-AFD7-2A9FB0847F54}" dt="2026-02-03T18:34:40.403" v="65" actId="692"/>
          <ac:spMkLst>
            <pc:docMk/>
            <pc:sldMk cId="4221327636" sldId="296"/>
            <ac:spMk id="9" creationId="{6ADCA5AE-052C-5076-411F-06E5A022CDA7}"/>
          </ac:spMkLst>
        </pc:spChg>
        <pc:spChg chg="mod">
          <ac:chgData name="Michael Hill" userId="41dba03d-e58d-4389-9894-554c10310ba4" providerId="ADAL" clId="{EF23FE1D-A042-481E-AFD7-2A9FB0847F54}" dt="2026-02-03T18:34:40.403" v="65" actId="692"/>
          <ac:spMkLst>
            <pc:docMk/>
            <pc:sldMk cId="4221327636" sldId="296"/>
            <ac:spMk id="21" creationId="{CA8483F3-9D91-69C6-DAE4-E819F0292C96}"/>
          </ac:spMkLst>
        </pc:spChg>
        <pc:picChg chg="mod">
          <ac:chgData name="Michael Hill" userId="41dba03d-e58d-4389-9894-554c10310ba4" providerId="ADAL" clId="{EF23FE1D-A042-481E-AFD7-2A9FB0847F54}" dt="2026-02-03T18:34:51.174" v="66"/>
          <ac:picMkLst>
            <pc:docMk/>
            <pc:sldMk cId="4221327636" sldId="296"/>
            <ac:picMk id="15" creationId="{0572BAA1-AB30-2A31-99DA-E2636EF78735}"/>
          </ac:picMkLst>
        </pc:picChg>
        <pc:picChg chg="mod">
          <ac:chgData name="Michael Hill" userId="41dba03d-e58d-4389-9894-554c10310ba4" providerId="ADAL" clId="{EF23FE1D-A042-481E-AFD7-2A9FB0847F54}" dt="2026-02-03T18:34:51.174" v="66"/>
          <ac:picMkLst>
            <pc:docMk/>
            <pc:sldMk cId="4221327636" sldId="296"/>
            <ac:picMk id="17" creationId="{F9670370-72F4-78E6-7DE3-64A5614A0062}"/>
          </ac:picMkLst>
        </pc:picChg>
        <pc:picChg chg="mod">
          <ac:chgData name="Michael Hill" userId="41dba03d-e58d-4389-9894-554c10310ba4" providerId="ADAL" clId="{EF23FE1D-A042-481E-AFD7-2A9FB0847F54}" dt="2026-02-03T18:34:51.174" v="66"/>
          <ac:picMkLst>
            <pc:docMk/>
            <pc:sldMk cId="4221327636" sldId="296"/>
            <ac:picMk id="18" creationId="{21F28121-5FF8-B768-E483-38897AA8B765}"/>
          </ac:picMkLst>
        </pc:picChg>
        <pc:picChg chg="mod">
          <ac:chgData name="Michael Hill" userId="41dba03d-e58d-4389-9894-554c10310ba4" providerId="ADAL" clId="{EF23FE1D-A042-481E-AFD7-2A9FB0847F54}" dt="2026-02-03T18:34:51.174" v="66"/>
          <ac:picMkLst>
            <pc:docMk/>
            <pc:sldMk cId="4221327636" sldId="296"/>
            <ac:picMk id="19" creationId="{59044FD4-E5CB-7F72-D4E0-B3FF57F10D64}"/>
          </ac:picMkLst>
        </pc:picChg>
        <pc:picChg chg="mod">
          <ac:chgData name="Michael Hill" userId="41dba03d-e58d-4389-9894-554c10310ba4" providerId="ADAL" clId="{EF23FE1D-A042-481E-AFD7-2A9FB0847F54}" dt="2026-02-03T18:34:51.174" v="66"/>
          <ac:picMkLst>
            <pc:docMk/>
            <pc:sldMk cId="4221327636" sldId="296"/>
            <ac:picMk id="20" creationId="{9103A45C-BE5A-478E-4718-72C97F147BDD}"/>
          </ac:picMkLst>
        </pc:picChg>
      </pc:sldChg>
      <pc:sldChg chg="modSp mod setBg">
        <pc:chgData name="Michael Hill" userId="41dba03d-e58d-4389-9894-554c10310ba4" providerId="ADAL" clId="{EF23FE1D-A042-481E-AFD7-2A9FB0847F54}" dt="2026-02-03T18:35:21.370" v="71" actId="692"/>
        <pc:sldMkLst>
          <pc:docMk/>
          <pc:sldMk cId="2098128014" sldId="297"/>
        </pc:sldMkLst>
        <pc:spChg chg="mod">
          <ac:chgData name="Michael Hill" userId="41dba03d-e58d-4389-9894-554c10310ba4" providerId="ADAL" clId="{EF23FE1D-A042-481E-AFD7-2A9FB0847F54}" dt="2026-02-03T18:34:57.805" v="68" actId="207"/>
          <ac:spMkLst>
            <pc:docMk/>
            <pc:sldMk cId="2098128014" sldId="297"/>
            <ac:spMk id="3" creationId="{35D819EC-F1E2-670B-A66D-1BF9366A5C98}"/>
          </ac:spMkLst>
        </pc:spChg>
        <pc:spChg chg="mod">
          <ac:chgData name="Michael Hill" userId="41dba03d-e58d-4389-9894-554c10310ba4" providerId="ADAL" clId="{EF23FE1D-A042-481E-AFD7-2A9FB0847F54}" dt="2026-02-03T18:35:00.306" v="69" actId="207"/>
          <ac:spMkLst>
            <pc:docMk/>
            <pc:sldMk cId="2098128014" sldId="297"/>
            <ac:spMk id="5" creationId="{9F7FEA21-E6C0-9AC9-9EB8-E7528ED5B6C8}"/>
          </ac:spMkLst>
        </pc:spChg>
        <pc:spChg chg="mod">
          <ac:chgData name="Michael Hill" userId="41dba03d-e58d-4389-9894-554c10310ba4" providerId="ADAL" clId="{EF23FE1D-A042-481E-AFD7-2A9FB0847F54}" dt="2026-02-03T18:35:21.370" v="71" actId="692"/>
          <ac:spMkLst>
            <pc:docMk/>
            <pc:sldMk cId="2098128014" sldId="297"/>
            <ac:spMk id="7" creationId="{B292782C-EA7B-F0D2-017B-9D6E5AEE03FA}"/>
          </ac:spMkLst>
        </pc:spChg>
        <pc:spChg chg="mod">
          <ac:chgData name="Michael Hill" userId="41dba03d-e58d-4389-9894-554c10310ba4" providerId="ADAL" clId="{EF23FE1D-A042-481E-AFD7-2A9FB0847F54}" dt="2026-02-03T18:35:21.370" v="71" actId="692"/>
          <ac:spMkLst>
            <pc:docMk/>
            <pc:sldMk cId="2098128014" sldId="297"/>
            <ac:spMk id="9" creationId="{477F076D-4943-0214-F6EE-FF302EBEC62C}"/>
          </ac:spMkLst>
        </pc:spChg>
        <pc:spChg chg="mod">
          <ac:chgData name="Michael Hill" userId="41dba03d-e58d-4389-9894-554c10310ba4" providerId="ADAL" clId="{EF23FE1D-A042-481E-AFD7-2A9FB0847F54}" dt="2026-02-03T18:35:21.370" v="71" actId="692"/>
          <ac:spMkLst>
            <pc:docMk/>
            <pc:sldMk cId="2098128014" sldId="297"/>
            <ac:spMk id="21" creationId="{4E6D3C1D-2FC9-5A8F-0680-C3AF2E643DB5}"/>
          </ac:spMkLst>
        </pc:spChg>
        <pc:picChg chg="mod">
          <ac:chgData name="Michael Hill" userId="41dba03d-e58d-4389-9894-554c10310ba4" providerId="ADAL" clId="{EF23FE1D-A042-481E-AFD7-2A9FB0847F54}" dt="2026-02-03T18:35:07.688" v="70"/>
          <ac:picMkLst>
            <pc:docMk/>
            <pc:sldMk cId="2098128014" sldId="297"/>
            <ac:picMk id="15" creationId="{6D6FC8A7-837D-0C82-0508-398DDF1DB91E}"/>
          </ac:picMkLst>
        </pc:picChg>
        <pc:picChg chg="mod">
          <ac:chgData name="Michael Hill" userId="41dba03d-e58d-4389-9894-554c10310ba4" providerId="ADAL" clId="{EF23FE1D-A042-481E-AFD7-2A9FB0847F54}" dt="2026-02-03T18:35:07.688" v="70"/>
          <ac:picMkLst>
            <pc:docMk/>
            <pc:sldMk cId="2098128014" sldId="297"/>
            <ac:picMk id="17" creationId="{D3612398-5230-03BA-7AB5-DC74EB9BDE04}"/>
          </ac:picMkLst>
        </pc:picChg>
        <pc:picChg chg="mod">
          <ac:chgData name="Michael Hill" userId="41dba03d-e58d-4389-9894-554c10310ba4" providerId="ADAL" clId="{EF23FE1D-A042-481E-AFD7-2A9FB0847F54}" dt="2026-02-03T18:35:07.688" v="70"/>
          <ac:picMkLst>
            <pc:docMk/>
            <pc:sldMk cId="2098128014" sldId="297"/>
            <ac:picMk id="18" creationId="{648B85D8-8113-F692-CDA7-CA2CB6F41109}"/>
          </ac:picMkLst>
        </pc:picChg>
        <pc:picChg chg="mod">
          <ac:chgData name="Michael Hill" userId="41dba03d-e58d-4389-9894-554c10310ba4" providerId="ADAL" clId="{EF23FE1D-A042-481E-AFD7-2A9FB0847F54}" dt="2026-02-03T18:35:07.688" v="70"/>
          <ac:picMkLst>
            <pc:docMk/>
            <pc:sldMk cId="2098128014" sldId="297"/>
            <ac:picMk id="19" creationId="{7FCFCCE3-C51B-5BE3-133A-CC40A8792F61}"/>
          </ac:picMkLst>
        </pc:picChg>
        <pc:picChg chg="mod">
          <ac:chgData name="Michael Hill" userId="41dba03d-e58d-4389-9894-554c10310ba4" providerId="ADAL" clId="{EF23FE1D-A042-481E-AFD7-2A9FB0847F54}" dt="2026-02-03T18:35:07.688" v="70"/>
          <ac:picMkLst>
            <pc:docMk/>
            <pc:sldMk cId="2098128014" sldId="297"/>
            <ac:picMk id="20" creationId="{8864B057-355B-8306-248E-60E16CA7C11B}"/>
          </ac:picMkLst>
        </pc:picChg>
      </pc:sldChg>
      <pc:sldChg chg="modSp mod setBg">
        <pc:chgData name="Michael Hill" userId="41dba03d-e58d-4389-9894-554c10310ba4" providerId="ADAL" clId="{EF23FE1D-A042-481E-AFD7-2A9FB0847F54}" dt="2026-02-03T19:36:12.047" v="6726" actId="20577"/>
        <pc:sldMkLst>
          <pc:docMk/>
          <pc:sldMk cId="491706548" sldId="355"/>
        </pc:sldMkLst>
        <pc:spChg chg="mod">
          <ac:chgData name="Michael Hill" userId="41dba03d-e58d-4389-9894-554c10310ba4" providerId="ADAL" clId="{EF23FE1D-A042-481E-AFD7-2A9FB0847F54}" dt="2026-02-03T18:36:08.669" v="79" actId="207"/>
          <ac:spMkLst>
            <pc:docMk/>
            <pc:sldMk cId="491706548" sldId="355"/>
            <ac:spMk id="5" creationId="{A6AFD995-70BC-6581-0161-071153C10586}"/>
          </ac:spMkLst>
        </pc:spChg>
        <pc:spChg chg="mod">
          <ac:chgData name="Michael Hill" userId="41dba03d-e58d-4389-9894-554c10310ba4" providerId="ADAL" clId="{EF23FE1D-A042-481E-AFD7-2A9FB0847F54}" dt="2026-02-03T18:36:14.912" v="80" actId="692"/>
          <ac:spMkLst>
            <pc:docMk/>
            <pc:sldMk cId="491706548" sldId="355"/>
            <ac:spMk id="7" creationId="{7CC3CAB5-3061-5F94-A88E-C0BDD9B048E5}"/>
          </ac:spMkLst>
        </pc:spChg>
        <pc:spChg chg="mod">
          <ac:chgData name="Michael Hill" userId="41dba03d-e58d-4389-9894-554c10310ba4" providerId="ADAL" clId="{EF23FE1D-A042-481E-AFD7-2A9FB0847F54}" dt="2026-02-03T19:36:12.047" v="6726" actId="20577"/>
          <ac:spMkLst>
            <pc:docMk/>
            <pc:sldMk cId="491706548" sldId="355"/>
            <ac:spMk id="8" creationId="{32CEAB6A-CE7C-862A-42E1-D86D8C4198B3}"/>
          </ac:spMkLst>
        </pc:spChg>
        <pc:spChg chg="mod">
          <ac:chgData name="Michael Hill" userId="41dba03d-e58d-4389-9894-554c10310ba4" providerId="ADAL" clId="{EF23FE1D-A042-481E-AFD7-2A9FB0847F54}" dt="2026-02-03T18:36:14.912" v="80" actId="692"/>
          <ac:spMkLst>
            <pc:docMk/>
            <pc:sldMk cId="491706548" sldId="355"/>
            <ac:spMk id="9" creationId="{447092CD-4DF3-59F0-5AB9-E50FA41C4902}"/>
          </ac:spMkLst>
        </pc:spChg>
        <pc:spChg chg="mod">
          <ac:chgData name="Michael Hill" userId="41dba03d-e58d-4389-9894-554c10310ba4" providerId="ADAL" clId="{EF23FE1D-A042-481E-AFD7-2A9FB0847F54}" dt="2026-02-03T18:36:14.912" v="80" actId="692"/>
          <ac:spMkLst>
            <pc:docMk/>
            <pc:sldMk cId="491706548" sldId="355"/>
            <ac:spMk id="12" creationId="{FCD3DCD2-C74C-95D3-8AE9-68F3C6AEDF40}"/>
          </ac:spMkLst>
        </pc:spChg>
      </pc:sldChg>
      <pc:sldChg chg="addSp modSp mod setBg">
        <pc:chgData name="Michael Hill" userId="41dba03d-e58d-4389-9894-554c10310ba4" providerId="ADAL" clId="{EF23FE1D-A042-481E-AFD7-2A9FB0847F54}" dt="2026-02-03T19:36:41.487" v="6732" actId="207"/>
        <pc:sldMkLst>
          <pc:docMk/>
          <pc:sldMk cId="978586516" sldId="417"/>
        </pc:sldMkLst>
        <pc:spChg chg="mod">
          <ac:chgData name="Michael Hill" userId="41dba03d-e58d-4389-9894-554c10310ba4" providerId="ADAL" clId="{EF23FE1D-A042-481E-AFD7-2A9FB0847F54}" dt="2026-02-03T19:36:41.487" v="6732" actId="207"/>
          <ac:spMkLst>
            <pc:docMk/>
            <pc:sldMk cId="978586516" sldId="417"/>
            <ac:spMk id="3" creationId="{9CB4AEFE-ACDF-9249-68E8-563C3BA47C5E}"/>
          </ac:spMkLst>
        </pc:spChg>
        <pc:spChg chg="mod">
          <ac:chgData name="Michael Hill" userId="41dba03d-e58d-4389-9894-554c10310ba4" providerId="ADAL" clId="{EF23FE1D-A042-481E-AFD7-2A9FB0847F54}" dt="2026-02-03T18:41:01.390" v="317" actId="1076"/>
          <ac:spMkLst>
            <pc:docMk/>
            <pc:sldMk cId="978586516" sldId="417"/>
            <ac:spMk id="5" creationId="{1E11D907-A331-3354-9F65-8614C2BA07F0}"/>
          </ac:spMkLst>
        </pc:spChg>
        <pc:spChg chg="mod">
          <ac:chgData name="Michael Hill" userId="41dba03d-e58d-4389-9894-554c10310ba4" providerId="ADAL" clId="{EF23FE1D-A042-481E-AFD7-2A9FB0847F54}" dt="2026-02-03T18:35:42.483" v="75" actId="692"/>
          <ac:spMkLst>
            <pc:docMk/>
            <pc:sldMk cId="978586516" sldId="417"/>
            <ac:spMk id="7" creationId="{D3D7C3BF-8F6B-77C2-092F-14C855F6C91A}"/>
          </ac:spMkLst>
        </pc:spChg>
        <pc:spChg chg="mod">
          <ac:chgData name="Michael Hill" userId="41dba03d-e58d-4389-9894-554c10310ba4" providerId="ADAL" clId="{EF23FE1D-A042-481E-AFD7-2A9FB0847F54}" dt="2026-02-03T18:35:42.483" v="75" actId="692"/>
          <ac:spMkLst>
            <pc:docMk/>
            <pc:sldMk cId="978586516" sldId="417"/>
            <ac:spMk id="9" creationId="{8D970333-9DDE-AD61-19CC-D231894BC453}"/>
          </ac:spMkLst>
        </pc:spChg>
        <pc:spChg chg="mod">
          <ac:chgData name="Michael Hill" userId="41dba03d-e58d-4389-9894-554c10310ba4" providerId="ADAL" clId="{EF23FE1D-A042-481E-AFD7-2A9FB0847F54}" dt="2026-02-03T18:44:04.479" v="618" actId="208"/>
          <ac:spMkLst>
            <pc:docMk/>
            <pc:sldMk cId="978586516" sldId="417"/>
            <ac:spMk id="12" creationId="{E587266C-0C7C-0587-AD50-4D73254B565E}"/>
          </ac:spMkLst>
        </pc:spChg>
        <pc:picChg chg="add mod">
          <ac:chgData name="Michael Hill" userId="41dba03d-e58d-4389-9894-554c10310ba4" providerId="ADAL" clId="{EF23FE1D-A042-481E-AFD7-2A9FB0847F54}" dt="2026-02-03T18:44:10.342" v="621" actId="1076"/>
          <ac:picMkLst>
            <pc:docMk/>
            <pc:sldMk cId="978586516" sldId="417"/>
            <ac:picMk id="1026" creationId="{8B4E4570-B9BA-BD0A-3892-FF97032BF4B2}"/>
          </ac:picMkLst>
        </pc:picChg>
      </pc:sldChg>
      <pc:sldChg chg="delSp modSp add mod">
        <pc:chgData name="Michael Hill" userId="41dba03d-e58d-4389-9894-554c10310ba4" providerId="ADAL" clId="{EF23FE1D-A042-481E-AFD7-2A9FB0847F54}" dt="2026-02-03T18:46:26.764" v="829" actId="14100"/>
        <pc:sldMkLst>
          <pc:docMk/>
          <pc:sldMk cId="252666418" sldId="418"/>
        </pc:sldMkLst>
        <pc:spChg chg="mod">
          <ac:chgData name="Michael Hill" userId="41dba03d-e58d-4389-9894-554c10310ba4" providerId="ADAL" clId="{EF23FE1D-A042-481E-AFD7-2A9FB0847F54}" dt="2026-02-03T18:46:26.764" v="829" actId="14100"/>
          <ac:spMkLst>
            <pc:docMk/>
            <pc:sldMk cId="252666418" sldId="418"/>
            <ac:spMk id="3" creationId="{2C8F806C-1D14-7FAA-B8F1-ACB25C95198F}"/>
          </ac:spMkLst>
        </pc:spChg>
        <pc:picChg chg="del">
          <ac:chgData name="Michael Hill" userId="41dba03d-e58d-4389-9894-554c10310ba4" providerId="ADAL" clId="{EF23FE1D-A042-481E-AFD7-2A9FB0847F54}" dt="2026-02-03T18:46:24.035" v="828" actId="478"/>
          <ac:picMkLst>
            <pc:docMk/>
            <pc:sldMk cId="252666418" sldId="418"/>
            <ac:picMk id="1026" creationId="{68CDAE0A-1C1B-42B2-D3C3-9BB7C2E89BEE}"/>
          </ac:picMkLst>
        </pc:picChg>
      </pc:sldChg>
      <pc:sldChg chg="addSp modSp add mod">
        <pc:chgData name="Michael Hill" userId="41dba03d-e58d-4389-9894-554c10310ba4" providerId="ADAL" clId="{EF23FE1D-A042-481E-AFD7-2A9FB0847F54}" dt="2026-02-03T18:50:56.325" v="1326" actId="1076"/>
        <pc:sldMkLst>
          <pc:docMk/>
          <pc:sldMk cId="3776571737" sldId="419"/>
        </pc:sldMkLst>
        <pc:spChg chg="mod">
          <ac:chgData name="Michael Hill" userId="41dba03d-e58d-4389-9894-554c10310ba4" providerId="ADAL" clId="{EF23FE1D-A042-481E-AFD7-2A9FB0847F54}" dt="2026-02-03T18:50:36.390" v="1320" actId="14100"/>
          <ac:spMkLst>
            <pc:docMk/>
            <pc:sldMk cId="3776571737" sldId="419"/>
            <ac:spMk id="3" creationId="{B9DD9147-DE84-CA00-8AB9-7E4111A7CB09}"/>
          </ac:spMkLst>
        </pc:spChg>
        <pc:picChg chg="add mod">
          <ac:chgData name="Michael Hill" userId="41dba03d-e58d-4389-9894-554c10310ba4" providerId="ADAL" clId="{EF23FE1D-A042-481E-AFD7-2A9FB0847F54}" dt="2026-02-03T18:50:56.325" v="1326" actId="1076"/>
          <ac:picMkLst>
            <pc:docMk/>
            <pc:sldMk cId="3776571737" sldId="419"/>
            <ac:picMk id="2050" creationId="{CEA87DBC-CF83-AEFC-598C-BE25CFF6CC98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3T18:53:45.324" v="1635" actId="1076"/>
        <pc:sldMkLst>
          <pc:docMk/>
          <pc:sldMk cId="1082294322" sldId="420"/>
        </pc:sldMkLst>
        <pc:spChg chg="mod">
          <ac:chgData name="Michael Hill" userId="41dba03d-e58d-4389-9894-554c10310ba4" providerId="ADAL" clId="{EF23FE1D-A042-481E-AFD7-2A9FB0847F54}" dt="2026-02-03T18:53:43.438" v="1634" actId="14100"/>
          <ac:spMkLst>
            <pc:docMk/>
            <pc:sldMk cId="1082294322" sldId="420"/>
            <ac:spMk id="3" creationId="{D3FC8F78-6C6D-FCCB-90C8-73DA01E3BF92}"/>
          </ac:spMkLst>
        </pc:spChg>
        <pc:spChg chg="mod">
          <ac:chgData name="Michael Hill" userId="41dba03d-e58d-4389-9894-554c10310ba4" providerId="ADAL" clId="{EF23FE1D-A042-481E-AFD7-2A9FB0847F54}" dt="2026-02-03T18:51:08.368" v="1341" actId="20577"/>
          <ac:spMkLst>
            <pc:docMk/>
            <pc:sldMk cId="1082294322" sldId="420"/>
            <ac:spMk id="5" creationId="{B4018FE1-7FF6-0C97-FC84-47FB237A2CF1}"/>
          </ac:spMkLst>
        </pc:spChg>
        <pc:picChg chg="del">
          <ac:chgData name="Michael Hill" userId="41dba03d-e58d-4389-9894-554c10310ba4" providerId="ADAL" clId="{EF23FE1D-A042-481E-AFD7-2A9FB0847F54}" dt="2026-02-03T18:53:10.354" v="1630" actId="478"/>
          <ac:picMkLst>
            <pc:docMk/>
            <pc:sldMk cId="1082294322" sldId="420"/>
            <ac:picMk id="2050" creationId="{D2F290E8-817B-F097-8FCB-25ED28EEC941}"/>
          </ac:picMkLst>
        </pc:picChg>
        <pc:picChg chg="add mod">
          <ac:chgData name="Michael Hill" userId="41dba03d-e58d-4389-9894-554c10310ba4" providerId="ADAL" clId="{EF23FE1D-A042-481E-AFD7-2A9FB0847F54}" dt="2026-02-03T18:53:45.324" v="1635" actId="1076"/>
          <ac:picMkLst>
            <pc:docMk/>
            <pc:sldMk cId="1082294322" sldId="420"/>
            <ac:picMk id="3074" creationId="{71DA1B41-86D6-67BA-8D4A-563ADD54DDDB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3T18:57:29.761" v="1827" actId="20577"/>
        <pc:sldMkLst>
          <pc:docMk/>
          <pc:sldMk cId="2734481909" sldId="421"/>
        </pc:sldMkLst>
        <pc:spChg chg="mod">
          <ac:chgData name="Michael Hill" userId="41dba03d-e58d-4389-9894-554c10310ba4" providerId="ADAL" clId="{EF23FE1D-A042-481E-AFD7-2A9FB0847F54}" dt="2026-02-03T18:57:29.761" v="1827" actId="20577"/>
          <ac:spMkLst>
            <pc:docMk/>
            <pc:sldMk cId="2734481909" sldId="421"/>
            <ac:spMk id="3" creationId="{17E924BA-5358-7AB2-7FC8-9BF01C08C04B}"/>
          </ac:spMkLst>
        </pc:spChg>
        <pc:spChg chg="mod">
          <ac:chgData name="Michael Hill" userId="41dba03d-e58d-4389-9894-554c10310ba4" providerId="ADAL" clId="{EF23FE1D-A042-481E-AFD7-2A9FB0847F54}" dt="2026-02-03T18:55:52.618" v="1649" actId="1076"/>
          <ac:spMkLst>
            <pc:docMk/>
            <pc:sldMk cId="2734481909" sldId="421"/>
            <ac:spMk id="5" creationId="{3E7C2219-88F3-0739-BED7-2902630C8669}"/>
          </ac:spMkLst>
        </pc:spChg>
        <pc:picChg chg="del">
          <ac:chgData name="Michael Hill" userId="41dba03d-e58d-4389-9894-554c10310ba4" providerId="ADAL" clId="{EF23FE1D-A042-481E-AFD7-2A9FB0847F54}" dt="2026-02-03T18:56:56.540" v="1760" actId="478"/>
          <ac:picMkLst>
            <pc:docMk/>
            <pc:sldMk cId="2734481909" sldId="421"/>
            <ac:picMk id="3074" creationId="{63FA18D6-7200-F6E2-5411-BF8441D6E3A0}"/>
          </ac:picMkLst>
        </pc:picChg>
        <pc:picChg chg="add mod">
          <ac:chgData name="Michael Hill" userId="41dba03d-e58d-4389-9894-554c10310ba4" providerId="ADAL" clId="{EF23FE1D-A042-481E-AFD7-2A9FB0847F54}" dt="2026-02-03T18:57:04.229" v="1763" actId="1076"/>
          <ac:picMkLst>
            <pc:docMk/>
            <pc:sldMk cId="2734481909" sldId="421"/>
            <ac:picMk id="4098" creationId="{4E2E986A-46F1-4782-E381-E2C1D4F6FB21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3T19:03:26.317" v="2300" actId="1076"/>
        <pc:sldMkLst>
          <pc:docMk/>
          <pc:sldMk cId="3379034062" sldId="422"/>
        </pc:sldMkLst>
        <pc:spChg chg="add del">
          <ac:chgData name="Michael Hill" userId="41dba03d-e58d-4389-9894-554c10310ba4" providerId="ADAL" clId="{EF23FE1D-A042-481E-AFD7-2A9FB0847F54}" dt="2026-02-03T19:03:09.003" v="2296" actId="478"/>
          <ac:spMkLst>
            <pc:docMk/>
            <pc:sldMk cId="3379034062" sldId="422"/>
            <ac:spMk id="2" creationId="{4E6BB13D-ABB8-F1A0-B91C-AC19AC954A90}"/>
          </ac:spMkLst>
        </pc:spChg>
        <pc:spChg chg="mod">
          <ac:chgData name="Michael Hill" userId="41dba03d-e58d-4389-9894-554c10310ba4" providerId="ADAL" clId="{EF23FE1D-A042-481E-AFD7-2A9FB0847F54}" dt="2026-02-03T19:00:13.543" v="2294" actId="14100"/>
          <ac:spMkLst>
            <pc:docMk/>
            <pc:sldMk cId="3379034062" sldId="422"/>
            <ac:spMk id="3" creationId="{0D79F978-21E3-A452-ADF8-37FBBF97DF21}"/>
          </ac:spMkLst>
        </pc:spChg>
        <pc:spChg chg="add">
          <ac:chgData name="Michael Hill" userId="41dba03d-e58d-4389-9894-554c10310ba4" providerId="ADAL" clId="{EF23FE1D-A042-481E-AFD7-2A9FB0847F54}" dt="2026-02-03T19:03:16.961" v="2297"/>
          <ac:spMkLst>
            <pc:docMk/>
            <pc:sldMk cId="3379034062" sldId="422"/>
            <ac:spMk id="4" creationId="{F10B5AE1-B0DC-AD08-61A1-FE295AD1718C}"/>
          </ac:spMkLst>
        </pc:spChg>
        <pc:spChg chg="mod">
          <ac:chgData name="Michael Hill" userId="41dba03d-e58d-4389-9894-554c10310ba4" providerId="ADAL" clId="{EF23FE1D-A042-481E-AFD7-2A9FB0847F54}" dt="2026-02-03T18:57:51.236" v="1837" actId="20577"/>
          <ac:spMkLst>
            <pc:docMk/>
            <pc:sldMk cId="3379034062" sldId="422"/>
            <ac:spMk id="5" creationId="{88B11B94-2975-1595-BBDB-0DCFDA6B110C}"/>
          </ac:spMkLst>
        </pc:spChg>
        <pc:picChg chg="del">
          <ac:chgData name="Michael Hill" userId="41dba03d-e58d-4389-9894-554c10310ba4" providerId="ADAL" clId="{EF23FE1D-A042-481E-AFD7-2A9FB0847F54}" dt="2026-02-03T19:00:11.187" v="2293" actId="478"/>
          <ac:picMkLst>
            <pc:docMk/>
            <pc:sldMk cId="3379034062" sldId="422"/>
            <ac:picMk id="4098" creationId="{3C3451FB-318C-29E7-7C36-65DCE88E7B20}"/>
          </ac:picMkLst>
        </pc:picChg>
        <pc:picChg chg="add mod">
          <ac:chgData name="Michael Hill" userId="41dba03d-e58d-4389-9894-554c10310ba4" providerId="ADAL" clId="{EF23FE1D-A042-481E-AFD7-2A9FB0847F54}" dt="2026-02-03T19:03:26.317" v="2300" actId="1076"/>
          <ac:picMkLst>
            <pc:docMk/>
            <pc:sldMk cId="3379034062" sldId="422"/>
            <ac:picMk id="5126" creationId="{3E965672-F0D1-31D3-C32D-BB2E26C800E8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3T19:05:57.212" v="2751" actId="1076"/>
        <pc:sldMkLst>
          <pc:docMk/>
          <pc:sldMk cId="3927522581" sldId="423"/>
        </pc:sldMkLst>
        <pc:spChg chg="add">
          <ac:chgData name="Michael Hill" userId="41dba03d-e58d-4389-9894-554c10310ba4" providerId="ADAL" clId="{EF23FE1D-A042-481E-AFD7-2A9FB0847F54}" dt="2026-02-03T19:05:47.868" v="2748"/>
          <ac:spMkLst>
            <pc:docMk/>
            <pc:sldMk cId="3927522581" sldId="423"/>
            <ac:spMk id="2" creationId="{8CD66C5A-FBF4-31C7-093D-2C351512B1F5}"/>
          </ac:spMkLst>
        </pc:spChg>
        <pc:spChg chg="mod">
          <ac:chgData name="Michael Hill" userId="41dba03d-e58d-4389-9894-554c10310ba4" providerId="ADAL" clId="{EF23FE1D-A042-481E-AFD7-2A9FB0847F54}" dt="2026-02-03T19:05:30.100" v="2746" actId="20577"/>
          <ac:spMkLst>
            <pc:docMk/>
            <pc:sldMk cId="3927522581" sldId="423"/>
            <ac:spMk id="3" creationId="{53E35F5D-34E1-8623-49FE-57F9F7560FE8}"/>
          </ac:spMkLst>
        </pc:spChg>
        <pc:spChg chg="mod">
          <ac:chgData name="Michael Hill" userId="41dba03d-e58d-4389-9894-554c10310ba4" providerId="ADAL" clId="{EF23FE1D-A042-481E-AFD7-2A9FB0847F54}" dt="2026-02-03T19:03:37.837" v="2318" actId="14100"/>
          <ac:spMkLst>
            <pc:docMk/>
            <pc:sldMk cId="3927522581" sldId="423"/>
            <ac:spMk id="5" creationId="{126A7FE6-204C-71F8-6F4F-C1B0CFA894C2}"/>
          </ac:spMkLst>
        </pc:spChg>
        <pc:picChg chg="del">
          <ac:chgData name="Michael Hill" userId="41dba03d-e58d-4389-9894-554c10310ba4" providerId="ADAL" clId="{EF23FE1D-A042-481E-AFD7-2A9FB0847F54}" dt="2026-02-03T19:05:31.809" v="2747" actId="478"/>
          <ac:picMkLst>
            <pc:docMk/>
            <pc:sldMk cId="3927522581" sldId="423"/>
            <ac:picMk id="5126" creationId="{613A5BD7-A125-B62A-0B5C-74EE36954714}"/>
          </ac:picMkLst>
        </pc:picChg>
        <pc:picChg chg="add mod">
          <ac:chgData name="Michael Hill" userId="41dba03d-e58d-4389-9894-554c10310ba4" providerId="ADAL" clId="{EF23FE1D-A042-481E-AFD7-2A9FB0847F54}" dt="2026-02-03T19:05:57.212" v="2751" actId="1076"/>
          <ac:picMkLst>
            <pc:docMk/>
            <pc:sldMk cId="3927522581" sldId="423"/>
            <ac:picMk id="6148" creationId="{674B0EBD-89B6-F66B-FBD8-B4F8C1B08EF5}"/>
          </ac:picMkLst>
        </pc:picChg>
      </pc:sldChg>
      <pc:sldChg chg="delSp modSp add mod">
        <pc:chgData name="Michael Hill" userId="41dba03d-e58d-4389-9894-554c10310ba4" providerId="ADAL" clId="{EF23FE1D-A042-481E-AFD7-2A9FB0847F54}" dt="2026-02-03T19:10:46.190" v="3169" actId="478"/>
        <pc:sldMkLst>
          <pc:docMk/>
          <pc:sldMk cId="1521801941" sldId="424"/>
        </pc:sldMkLst>
        <pc:spChg chg="mod">
          <ac:chgData name="Michael Hill" userId="41dba03d-e58d-4389-9894-554c10310ba4" providerId="ADAL" clId="{EF23FE1D-A042-481E-AFD7-2A9FB0847F54}" dt="2026-02-03T19:10:43.952" v="3168" actId="20577"/>
          <ac:spMkLst>
            <pc:docMk/>
            <pc:sldMk cId="1521801941" sldId="424"/>
            <ac:spMk id="3" creationId="{5A968AE9-8DA1-B3C2-D04A-19137197E1C6}"/>
          </ac:spMkLst>
        </pc:spChg>
        <pc:spChg chg="mod">
          <ac:chgData name="Michael Hill" userId="41dba03d-e58d-4389-9894-554c10310ba4" providerId="ADAL" clId="{EF23FE1D-A042-481E-AFD7-2A9FB0847F54}" dt="2026-02-03T19:06:13.446" v="2767" actId="20577"/>
          <ac:spMkLst>
            <pc:docMk/>
            <pc:sldMk cId="1521801941" sldId="424"/>
            <ac:spMk id="5" creationId="{DB3096EA-ABB6-28FC-4470-7EFCC24BFDE1}"/>
          </ac:spMkLst>
        </pc:spChg>
        <pc:picChg chg="del">
          <ac:chgData name="Michael Hill" userId="41dba03d-e58d-4389-9894-554c10310ba4" providerId="ADAL" clId="{EF23FE1D-A042-481E-AFD7-2A9FB0847F54}" dt="2026-02-03T19:10:46.190" v="3169" actId="478"/>
          <ac:picMkLst>
            <pc:docMk/>
            <pc:sldMk cId="1521801941" sldId="424"/>
            <ac:picMk id="6148" creationId="{3456C623-015D-A5AB-CFCC-DC968CBAEA5F}"/>
          </ac:picMkLst>
        </pc:picChg>
      </pc:sldChg>
      <pc:sldChg chg="modSp add mod">
        <pc:chgData name="Michael Hill" userId="41dba03d-e58d-4389-9894-554c10310ba4" providerId="ADAL" clId="{EF23FE1D-A042-481E-AFD7-2A9FB0847F54}" dt="2026-02-03T19:11:19.858" v="3299" actId="20577"/>
        <pc:sldMkLst>
          <pc:docMk/>
          <pc:sldMk cId="2647469853" sldId="425"/>
        </pc:sldMkLst>
        <pc:spChg chg="mod">
          <ac:chgData name="Michael Hill" userId="41dba03d-e58d-4389-9894-554c10310ba4" providerId="ADAL" clId="{EF23FE1D-A042-481E-AFD7-2A9FB0847F54}" dt="2026-02-03T19:11:19.858" v="3299" actId="20577"/>
          <ac:spMkLst>
            <pc:docMk/>
            <pc:sldMk cId="2647469853" sldId="425"/>
            <ac:spMk id="3" creationId="{7B62799C-75E1-A0AA-8834-14750D16A0A4}"/>
          </ac:spMkLst>
        </pc:spChg>
      </pc:sldChg>
      <pc:sldChg chg="modSp add mod">
        <pc:chgData name="Michael Hill" userId="41dba03d-e58d-4389-9894-554c10310ba4" providerId="ADAL" clId="{EF23FE1D-A042-481E-AFD7-2A9FB0847F54}" dt="2026-02-03T19:11:42.180" v="3409" actId="20577"/>
        <pc:sldMkLst>
          <pc:docMk/>
          <pc:sldMk cId="3310518805" sldId="426"/>
        </pc:sldMkLst>
        <pc:spChg chg="mod">
          <ac:chgData name="Michael Hill" userId="41dba03d-e58d-4389-9894-554c10310ba4" providerId="ADAL" clId="{EF23FE1D-A042-481E-AFD7-2A9FB0847F54}" dt="2026-02-03T19:11:42.180" v="3409" actId="20577"/>
          <ac:spMkLst>
            <pc:docMk/>
            <pc:sldMk cId="3310518805" sldId="426"/>
            <ac:spMk id="3" creationId="{68102C42-6839-10A7-94D1-0CB539D4BDB7}"/>
          </ac:spMkLst>
        </pc:spChg>
        <pc:spChg chg="mod">
          <ac:chgData name="Michael Hill" userId="41dba03d-e58d-4389-9894-554c10310ba4" providerId="ADAL" clId="{EF23FE1D-A042-481E-AFD7-2A9FB0847F54}" dt="2026-02-03T19:11:25.747" v="3314" actId="20577"/>
          <ac:spMkLst>
            <pc:docMk/>
            <pc:sldMk cId="3310518805" sldId="426"/>
            <ac:spMk id="5" creationId="{B9A6AD32-251F-398B-9CA0-72DB97B02891}"/>
          </ac:spMkLst>
        </pc:spChg>
      </pc:sldChg>
      <pc:sldChg chg="addSp modSp add mod">
        <pc:chgData name="Michael Hill" userId="41dba03d-e58d-4389-9894-554c10310ba4" providerId="ADAL" clId="{EF23FE1D-A042-481E-AFD7-2A9FB0847F54}" dt="2026-02-03T19:12:56.230" v="3682" actId="1076"/>
        <pc:sldMkLst>
          <pc:docMk/>
          <pc:sldMk cId="3839882874" sldId="427"/>
        </pc:sldMkLst>
        <pc:spChg chg="mod">
          <ac:chgData name="Michael Hill" userId="41dba03d-e58d-4389-9894-554c10310ba4" providerId="ADAL" clId="{EF23FE1D-A042-481E-AFD7-2A9FB0847F54}" dt="2026-02-03T19:12:30.085" v="3679" actId="20577"/>
          <ac:spMkLst>
            <pc:docMk/>
            <pc:sldMk cId="3839882874" sldId="427"/>
            <ac:spMk id="3" creationId="{05F01BED-173E-55D4-5E7E-9AF1423277E4}"/>
          </ac:spMkLst>
        </pc:spChg>
        <pc:picChg chg="add mod">
          <ac:chgData name="Michael Hill" userId="41dba03d-e58d-4389-9894-554c10310ba4" providerId="ADAL" clId="{EF23FE1D-A042-481E-AFD7-2A9FB0847F54}" dt="2026-02-03T19:12:56.230" v="3682" actId="1076"/>
          <ac:picMkLst>
            <pc:docMk/>
            <pc:sldMk cId="3839882874" sldId="427"/>
            <ac:picMk id="7170" creationId="{DEBA5A9C-830F-0485-29ED-D1932859E8B0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3T19:14:53.705" v="4133" actId="1076"/>
        <pc:sldMkLst>
          <pc:docMk/>
          <pc:sldMk cId="1030198998" sldId="428"/>
        </pc:sldMkLst>
        <pc:spChg chg="mod">
          <ac:chgData name="Michael Hill" userId="41dba03d-e58d-4389-9894-554c10310ba4" providerId="ADAL" clId="{EF23FE1D-A042-481E-AFD7-2A9FB0847F54}" dt="2026-02-03T19:14:32.394" v="4130" actId="20577"/>
          <ac:spMkLst>
            <pc:docMk/>
            <pc:sldMk cId="1030198998" sldId="428"/>
            <ac:spMk id="3" creationId="{E1CD461F-DED6-D75B-DA21-9D87DA3A4BDD}"/>
          </ac:spMkLst>
        </pc:spChg>
        <pc:spChg chg="mod">
          <ac:chgData name="Michael Hill" userId="41dba03d-e58d-4389-9894-554c10310ba4" providerId="ADAL" clId="{EF23FE1D-A042-481E-AFD7-2A9FB0847F54}" dt="2026-02-03T19:13:05.510" v="3698" actId="20577"/>
          <ac:spMkLst>
            <pc:docMk/>
            <pc:sldMk cId="1030198998" sldId="428"/>
            <ac:spMk id="5" creationId="{D279A033-D05F-0794-D2C6-AFEBBC1D3D07}"/>
          </ac:spMkLst>
        </pc:spChg>
        <pc:picChg chg="del">
          <ac:chgData name="Michael Hill" userId="41dba03d-e58d-4389-9894-554c10310ba4" providerId="ADAL" clId="{EF23FE1D-A042-481E-AFD7-2A9FB0847F54}" dt="2026-02-03T19:14:26.951" v="4098" actId="478"/>
          <ac:picMkLst>
            <pc:docMk/>
            <pc:sldMk cId="1030198998" sldId="428"/>
            <ac:picMk id="7170" creationId="{466B5340-52FF-6C12-33A5-A08551A8BDCF}"/>
          </ac:picMkLst>
        </pc:picChg>
        <pc:picChg chg="add mod">
          <ac:chgData name="Michael Hill" userId="41dba03d-e58d-4389-9894-554c10310ba4" providerId="ADAL" clId="{EF23FE1D-A042-481E-AFD7-2A9FB0847F54}" dt="2026-02-03T19:14:53.705" v="4133" actId="1076"/>
          <ac:picMkLst>
            <pc:docMk/>
            <pc:sldMk cId="1030198998" sldId="428"/>
            <ac:picMk id="8194" creationId="{7844F837-C5B1-CE9B-E4C6-A9D056FC1689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3T19:16:47.135" v="4513" actId="1076"/>
        <pc:sldMkLst>
          <pc:docMk/>
          <pc:sldMk cId="694403243" sldId="429"/>
        </pc:sldMkLst>
        <pc:spChg chg="mod">
          <ac:chgData name="Michael Hill" userId="41dba03d-e58d-4389-9894-554c10310ba4" providerId="ADAL" clId="{EF23FE1D-A042-481E-AFD7-2A9FB0847F54}" dt="2026-02-03T19:16:23.680" v="4505" actId="20577"/>
          <ac:spMkLst>
            <pc:docMk/>
            <pc:sldMk cId="694403243" sldId="429"/>
            <ac:spMk id="3" creationId="{0D3B3C66-2D9F-05AB-E130-682923F31217}"/>
          </ac:spMkLst>
        </pc:spChg>
        <pc:spChg chg="mod">
          <ac:chgData name="Michael Hill" userId="41dba03d-e58d-4389-9894-554c10310ba4" providerId="ADAL" clId="{EF23FE1D-A042-481E-AFD7-2A9FB0847F54}" dt="2026-02-03T19:15:03.420" v="4146" actId="14100"/>
          <ac:spMkLst>
            <pc:docMk/>
            <pc:sldMk cId="694403243" sldId="429"/>
            <ac:spMk id="5" creationId="{9DFF4A66-7592-A822-5D9E-663D8EC0B730}"/>
          </ac:spMkLst>
        </pc:spChg>
        <pc:picChg chg="del">
          <ac:chgData name="Michael Hill" userId="41dba03d-e58d-4389-9894-554c10310ba4" providerId="ADAL" clId="{EF23FE1D-A042-481E-AFD7-2A9FB0847F54}" dt="2026-02-03T19:16:39.948" v="4506" actId="478"/>
          <ac:picMkLst>
            <pc:docMk/>
            <pc:sldMk cId="694403243" sldId="429"/>
            <ac:picMk id="8194" creationId="{0398B7AD-5EA2-1E18-B632-90E1A911B80F}"/>
          </ac:picMkLst>
        </pc:picChg>
        <pc:picChg chg="add mod">
          <ac:chgData name="Michael Hill" userId="41dba03d-e58d-4389-9894-554c10310ba4" providerId="ADAL" clId="{EF23FE1D-A042-481E-AFD7-2A9FB0847F54}" dt="2026-02-03T19:16:47.135" v="4513" actId="1076"/>
          <ac:picMkLst>
            <pc:docMk/>
            <pc:sldMk cId="694403243" sldId="429"/>
            <ac:picMk id="9218" creationId="{E80DE99A-1D9B-2F71-D077-85782B3174C5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3T19:24:46.050" v="4935" actId="1076"/>
        <pc:sldMkLst>
          <pc:docMk/>
          <pc:sldMk cId="2556146624" sldId="430"/>
        </pc:sldMkLst>
        <pc:spChg chg="mod">
          <ac:chgData name="Michael Hill" userId="41dba03d-e58d-4389-9894-554c10310ba4" providerId="ADAL" clId="{EF23FE1D-A042-481E-AFD7-2A9FB0847F54}" dt="2026-02-03T19:24:25.891" v="4927" actId="14100"/>
          <ac:spMkLst>
            <pc:docMk/>
            <pc:sldMk cId="2556146624" sldId="430"/>
            <ac:spMk id="3" creationId="{17E05135-E7AC-0389-2A29-F4BBECA08B65}"/>
          </ac:spMkLst>
        </pc:spChg>
        <pc:spChg chg="mod">
          <ac:chgData name="Michael Hill" userId="41dba03d-e58d-4389-9894-554c10310ba4" providerId="ADAL" clId="{EF23FE1D-A042-481E-AFD7-2A9FB0847F54}" dt="2026-02-03T19:16:58.567" v="4529" actId="14100"/>
          <ac:spMkLst>
            <pc:docMk/>
            <pc:sldMk cId="2556146624" sldId="430"/>
            <ac:spMk id="5" creationId="{3DB992A9-7841-79A5-8319-42A66BE674D5}"/>
          </ac:spMkLst>
        </pc:spChg>
        <pc:picChg chg="del">
          <ac:chgData name="Michael Hill" userId="41dba03d-e58d-4389-9894-554c10310ba4" providerId="ADAL" clId="{EF23FE1D-A042-481E-AFD7-2A9FB0847F54}" dt="2026-02-03T19:24:27.071" v="4928" actId="478"/>
          <ac:picMkLst>
            <pc:docMk/>
            <pc:sldMk cId="2556146624" sldId="430"/>
            <ac:picMk id="9218" creationId="{209A6CBD-BB82-46FE-919F-6056B2FE9527}"/>
          </ac:picMkLst>
        </pc:picChg>
        <pc:picChg chg="add mod">
          <ac:chgData name="Michael Hill" userId="41dba03d-e58d-4389-9894-554c10310ba4" providerId="ADAL" clId="{EF23FE1D-A042-481E-AFD7-2A9FB0847F54}" dt="2026-02-03T19:24:46.050" v="4935" actId="1076"/>
          <ac:picMkLst>
            <pc:docMk/>
            <pc:sldMk cId="2556146624" sldId="430"/>
            <ac:picMk id="10242" creationId="{D7169DEE-D18B-261C-BDD0-B2782B321AFF}"/>
          </ac:picMkLst>
        </pc:picChg>
      </pc:sldChg>
      <pc:sldChg chg="addSp delSp modSp add mod ord">
        <pc:chgData name="Michael Hill" userId="41dba03d-e58d-4389-9894-554c10310ba4" providerId="ADAL" clId="{EF23FE1D-A042-481E-AFD7-2A9FB0847F54}" dt="2026-02-03T19:36:49.911" v="6733" actId="207"/>
        <pc:sldMkLst>
          <pc:docMk/>
          <pc:sldMk cId="3094677655" sldId="431"/>
        </pc:sldMkLst>
        <pc:spChg chg="mod">
          <ac:chgData name="Michael Hill" userId="41dba03d-e58d-4389-9894-554c10310ba4" providerId="ADAL" clId="{EF23FE1D-A042-481E-AFD7-2A9FB0847F54}" dt="2026-02-03T19:36:49.911" v="6733" actId="207"/>
          <ac:spMkLst>
            <pc:docMk/>
            <pc:sldMk cId="3094677655" sldId="431"/>
            <ac:spMk id="3" creationId="{2B1DF95D-999A-6BCF-1D58-8138CBAADCE9}"/>
          </ac:spMkLst>
        </pc:spChg>
        <pc:spChg chg="mod">
          <ac:chgData name="Michael Hill" userId="41dba03d-e58d-4389-9894-554c10310ba4" providerId="ADAL" clId="{EF23FE1D-A042-481E-AFD7-2A9FB0847F54}" dt="2026-02-03T19:25:27.493" v="4955" actId="14100"/>
          <ac:spMkLst>
            <pc:docMk/>
            <pc:sldMk cId="3094677655" sldId="431"/>
            <ac:spMk id="5" creationId="{C433F8A9-10B7-F888-7318-656A99262442}"/>
          </ac:spMkLst>
        </pc:spChg>
        <pc:picChg chg="del">
          <ac:chgData name="Michael Hill" userId="41dba03d-e58d-4389-9894-554c10310ba4" providerId="ADAL" clId="{EF23FE1D-A042-481E-AFD7-2A9FB0847F54}" dt="2026-02-03T19:27:09.446" v="5217" actId="478"/>
          <ac:picMkLst>
            <pc:docMk/>
            <pc:sldMk cId="3094677655" sldId="431"/>
            <ac:picMk id="9218" creationId="{8BA4926F-062B-0E8F-E2F8-314F80C1962B}"/>
          </ac:picMkLst>
        </pc:picChg>
        <pc:picChg chg="add mod">
          <ac:chgData name="Michael Hill" userId="41dba03d-e58d-4389-9894-554c10310ba4" providerId="ADAL" clId="{EF23FE1D-A042-481E-AFD7-2A9FB0847F54}" dt="2026-02-03T19:27:34.568" v="5224" actId="1076"/>
          <ac:picMkLst>
            <pc:docMk/>
            <pc:sldMk cId="3094677655" sldId="431"/>
            <ac:picMk id="11266" creationId="{05D62669-8CAB-2D4B-268D-5DBA9E79CEC6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03T19:31:57.156" v="5740" actId="20577"/>
        <pc:sldMkLst>
          <pc:docMk/>
          <pc:sldMk cId="2276030545" sldId="432"/>
        </pc:sldMkLst>
        <pc:spChg chg="mod">
          <ac:chgData name="Michael Hill" userId="41dba03d-e58d-4389-9894-554c10310ba4" providerId="ADAL" clId="{EF23FE1D-A042-481E-AFD7-2A9FB0847F54}" dt="2026-02-03T19:31:57.156" v="5740" actId="20577"/>
          <ac:spMkLst>
            <pc:docMk/>
            <pc:sldMk cId="2276030545" sldId="432"/>
            <ac:spMk id="3" creationId="{EE5D9F28-B35E-E1A4-608C-E4758360CD1E}"/>
          </ac:spMkLst>
        </pc:spChg>
        <pc:picChg chg="del">
          <ac:chgData name="Michael Hill" userId="41dba03d-e58d-4389-9894-554c10310ba4" providerId="ADAL" clId="{EF23FE1D-A042-481E-AFD7-2A9FB0847F54}" dt="2026-02-03T19:30:27.183" v="5506" actId="478"/>
          <ac:picMkLst>
            <pc:docMk/>
            <pc:sldMk cId="2276030545" sldId="432"/>
            <ac:picMk id="11266" creationId="{C3485B3C-18D6-FE21-5B56-6B0A020DDAF0}"/>
          </ac:picMkLst>
        </pc:picChg>
        <pc:picChg chg="add mod">
          <ac:chgData name="Michael Hill" userId="41dba03d-e58d-4389-9894-554c10310ba4" providerId="ADAL" clId="{EF23FE1D-A042-481E-AFD7-2A9FB0847F54}" dt="2026-02-03T19:31:31.732" v="5722" actId="1076"/>
          <ac:picMkLst>
            <pc:docMk/>
            <pc:sldMk cId="2276030545" sldId="432"/>
            <ac:picMk id="12290" creationId="{4D84514A-F2FB-A990-F2F7-131D6214640E}"/>
          </ac:picMkLst>
        </pc:picChg>
      </pc:sldChg>
      <pc:sldChg chg="delSp modSp add mod">
        <pc:chgData name="Michael Hill" userId="41dba03d-e58d-4389-9894-554c10310ba4" providerId="ADAL" clId="{EF23FE1D-A042-481E-AFD7-2A9FB0847F54}" dt="2026-02-03T19:36:54.226" v="6734" actId="207"/>
        <pc:sldMkLst>
          <pc:docMk/>
          <pc:sldMk cId="3317586765" sldId="433"/>
        </pc:sldMkLst>
        <pc:spChg chg="mod">
          <ac:chgData name="Michael Hill" userId="41dba03d-e58d-4389-9894-554c10310ba4" providerId="ADAL" clId="{EF23FE1D-A042-481E-AFD7-2A9FB0847F54}" dt="2026-02-03T19:36:54.226" v="6734" actId="207"/>
          <ac:spMkLst>
            <pc:docMk/>
            <pc:sldMk cId="3317586765" sldId="433"/>
            <ac:spMk id="3" creationId="{9067C0D7-C0BD-C021-65EA-7B9B12A48A1D}"/>
          </ac:spMkLst>
        </pc:spChg>
        <pc:spChg chg="mod">
          <ac:chgData name="Michael Hill" userId="41dba03d-e58d-4389-9894-554c10310ba4" providerId="ADAL" clId="{EF23FE1D-A042-481E-AFD7-2A9FB0847F54}" dt="2026-02-03T19:32:12.308" v="5750" actId="14100"/>
          <ac:spMkLst>
            <pc:docMk/>
            <pc:sldMk cId="3317586765" sldId="433"/>
            <ac:spMk id="5" creationId="{14FFC204-B8BA-74FF-05C4-352F7870485B}"/>
          </ac:spMkLst>
        </pc:spChg>
        <pc:picChg chg="del">
          <ac:chgData name="Michael Hill" userId="41dba03d-e58d-4389-9894-554c10310ba4" providerId="ADAL" clId="{EF23FE1D-A042-481E-AFD7-2A9FB0847F54}" dt="2026-02-03T19:34:41.864" v="6320" actId="478"/>
          <ac:picMkLst>
            <pc:docMk/>
            <pc:sldMk cId="3317586765" sldId="433"/>
            <ac:picMk id="12290" creationId="{7B448DAB-5897-6C7E-9109-1A3224C06007}"/>
          </ac:picMkLst>
        </pc:picChg>
      </pc:sldChg>
      <pc:sldChg chg="addSp modSp add mod">
        <pc:chgData name="Michael Hill" userId="41dba03d-e58d-4389-9894-554c10310ba4" providerId="ADAL" clId="{EF23FE1D-A042-481E-AFD7-2A9FB0847F54}" dt="2026-02-03T19:35:34.676" v="6523" actId="1076"/>
        <pc:sldMkLst>
          <pc:docMk/>
          <pc:sldMk cId="2388601664" sldId="434"/>
        </pc:sldMkLst>
        <pc:spChg chg="mod">
          <ac:chgData name="Michael Hill" userId="41dba03d-e58d-4389-9894-554c10310ba4" providerId="ADAL" clId="{EF23FE1D-A042-481E-AFD7-2A9FB0847F54}" dt="2026-02-03T19:35:19.821" v="6520" actId="20577"/>
          <ac:spMkLst>
            <pc:docMk/>
            <pc:sldMk cId="2388601664" sldId="434"/>
            <ac:spMk id="3" creationId="{434A8D26-FE36-0096-6209-DCB2688011CE}"/>
          </ac:spMkLst>
        </pc:spChg>
        <pc:picChg chg="add mod">
          <ac:chgData name="Michael Hill" userId="41dba03d-e58d-4389-9894-554c10310ba4" providerId="ADAL" clId="{EF23FE1D-A042-481E-AFD7-2A9FB0847F54}" dt="2026-02-03T19:35:34.676" v="6523" actId="1076"/>
          <ac:picMkLst>
            <pc:docMk/>
            <pc:sldMk cId="2388601664" sldId="434"/>
            <ac:picMk id="13314" creationId="{5DE91553-C702-577B-7280-38C9693566E3}"/>
          </ac:picMkLst>
        </pc:picChg>
      </pc:sldChg>
      <pc:sldChg chg="delSp modSp add mod">
        <pc:chgData name="Michael Hill" userId="41dba03d-e58d-4389-9894-554c10310ba4" providerId="ADAL" clId="{EF23FE1D-A042-481E-AFD7-2A9FB0847F54}" dt="2026-02-03T19:35:58.267" v="6666" actId="478"/>
        <pc:sldMkLst>
          <pc:docMk/>
          <pc:sldMk cId="1540435510" sldId="435"/>
        </pc:sldMkLst>
        <pc:spChg chg="mod">
          <ac:chgData name="Michael Hill" userId="41dba03d-e58d-4389-9894-554c10310ba4" providerId="ADAL" clId="{EF23FE1D-A042-481E-AFD7-2A9FB0847F54}" dt="2026-02-03T19:35:56.269" v="6665" actId="20577"/>
          <ac:spMkLst>
            <pc:docMk/>
            <pc:sldMk cId="1540435510" sldId="435"/>
            <ac:spMk id="3" creationId="{D56A02DD-DFFB-92EA-D271-E4C6CD43093C}"/>
          </ac:spMkLst>
        </pc:spChg>
        <pc:spChg chg="mod">
          <ac:chgData name="Michael Hill" userId="41dba03d-e58d-4389-9894-554c10310ba4" providerId="ADAL" clId="{EF23FE1D-A042-481E-AFD7-2A9FB0847F54}" dt="2026-02-03T19:35:39.181" v="6532" actId="20577"/>
          <ac:spMkLst>
            <pc:docMk/>
            <pc:sldMk cId="1540435510" sldId="435"/>
            <ac:spMk id="5" creationId="{394F88F0-FA71-144A-4ED7-89A1A201B28E}"/>
          </ac:spMkLst>
        </pc:spChg>
        <pc:picChg chg="del">
          <ac:chgData name="Michael Hill" userId="41dba03d-e58d-4389-9894-554c10310ba4" providerId="ADAL" clId="{EF23FE1D-A042-481E-AFD7-2A9FB0847F54}" dt="2026-02-03T19:35:58.267" v="6666" actId="478"/>
          <ac:picMkLst>
            <pc:docMk/>
            <pc:sldMk cId="1540435510" sldId="435"/>
            <ac:picMk id="13314" creationId="{5CA82F7C-57CB-C54D-8E88-7197298E4678}"/>
          </ac:picMkLst>
        </pc:picChg>
      </pc:sldChg>
      <pc:sldChg chg="del">
        <pc:chgData name="Michael Hill" userId="41dba03d-e58d-4389-9894-554c10310ba4" providerId="ADAL" clId="{EF23FE1D-A042-481E-AFD7-2A9FB0847F54}" dt="2026-02-03T18:35:48.435" v="76" actId="47"/>
        <pc:sldMkLst>
          <pc:docMk/>
          <pc:sldMk cId="3832448631" sldId="446"/>
        </pc:sldMkLst>
      </pc:sldChg>
      <pc:sldChg chg="del">
        <pc:chgData name="Michael Hill" userId="41dba03d-e58d-4389-9894-554c10310ba4" providerId="ADAL" clId="{EF23FE1D-A042-481E-AFD7-2A9FB0847F54}" dt="2026-02-03T18:35:48.435" v="76" actId="47"/>
        <pc:sldMkLst>
          <pc:docMk/>
          <pc:sldMk cId="3066209072" sldId="448"/>
        </pc:sldMkLst>
      </pc:sldChg>
      <pc:sldChg chg="del">
        <pc:chgData name="Michael Hill" userId="41dba03d-e58d-4389-9894-554c10310ba4" providerId="ADAL" clId="{EF23FE1D-A042-481E-AFD7-2A9FB0847F54}" dt="2026-02-03T18:35:48.435" v="76" actId="47"/>
        <pc:sldMkLst>
          <pc:docMk/>
          <pc:sldMk cId="3703502601" sldId="449"/>
        </pc:sldMkLst>
      </pc:sldChg>
      <pc:sldChg chg="del">
        <pc:chgData name="Michael Hill" userId="41dba03d-e58d-4389-9894-554c10310ba4" providerId="ADAL" clId="{EF23FE1D-A042-481E-AFD7-2A9FB0847F54}" dt="2026-02-03T18:35:48.435" v="76" actId="47"/>
        <pc:sldMkLst>
          <pc:docMk/>
          <pc:sldMk cId="587411848" sldId="450"/>
        </pc:sldMkLst>
      </pc:sldChg>
      <pc:sldChg chg="del">
        <pc:chgData name="Michael Hill" userId="41dba03d-e58d-4389-9894-554c10310ba4" providerId="ADAL" clId="{EF23FE1D-A042-481E-AFD7-2A9FB0847F54}" dt="2026-02-03T18:35:48.435" v="76" actId="47"/>
        <pc:sldMkLst>
          <pc:docMk/>
          <pc:sldMk cId="4092132774" sldId="460"/>
        </pc:sldMkLst>
      </pc:sldChg>
      <pc:sldChg chg="del">
        <pc:chgData name="Michael Hill" userId="41dba03d-e58d-4389-9894-554c10310ba4" providerId="ADAL" clId="{EF23FE1D-A042-481E-AFD7-2A9FB0847F54}" dt="2026-02-03T18:35:48.435" v="76" actId="47"/>
        <pc:sldMkLst>
          <pc:docMk/>
          <pc:sldMk cId="1922032128" sldId="461"/>
        </pc:sldMkLst>
      </pc:sldChg>
      <pc:sldChg chg="del">
        <pc:chgData name="Michael Hill" userId="41dba03d-e58d-4389-9894-554c10310ba4" providerId="ADAL" clId="{EF23FE1D-A042-481E-AFD7-2A9FB0847F54}" dt="2026-02-03T18:35:48.435" v="76" actId="47"/>
        <pc:sldMkLst>
          <pc:docMk/>
          <pc:sldMk cId="239664693" sldId="462"/>
        </pc:sldMkLst>
      </pc:sldChg>
      <pc:sldChg chg="del">
        <pc:chgData name="Michael Hill" userId="41dba03d-e58d-4389-9894-554c10310ba4" providerId="ADAL" clId="{EF23FE1D-A042-481E-AFD7-2A9FB0847F54}" dt="2026-02-03T18:35:48.435" v="76" actId="47"/>
        <pc:sldMkLst>
          <pc:docMk/>
          <pc:sldMk cId="2180089616" sldId="463"/>
        </pc:sldMkLst>
      </pc:sldChg>
      <pc:sldChg chg="del">
        <pc:chgData name="Michael Hill" userId="41dba03d-e58d-4389-9894-554c10310ba4" providerId="ADAL" clId="{EF23FE1D-A042-481E-AFD7-2A9FB0847F54}" dt="2026-02-03T18:35:48.435" v="76" actId="47"/>
        <pc:sldMkLst>
          <pc:docMk/>
          <pc:sldMk cId="1423850069" sldId="464"/>
        </pc:sldMkLst>
      </pc:sldChg>
      <pc:sldChg chg="del">
        <pc:chgData name="Michael Hill" userId="41dba03d-e58d-4389-9894-554c10310ba4" providerId="ADAL" clId="{EF23FE1D-A042-481E-AFD7-2A9FB0847F54}" dt="2026-02-03T18:35:48.435" v="76" actId="47"/>
        <pc:sldMkLst>
          <pc:docMk/>
          <pc:sldMk cId="2378059111" sldId="465"/>
        </pc:sldMkLst>
      </pc:sldChg>
      <pc:sldChg chg="del">
        <pc:chgData name="Michael Hill" userId="41dba03d-e58d-4389-9894-554c10310ba4" providerId="ADAL" clId="{EF23FE1D-A042-481E-AFD7-2A9FB0847F54}" dt="2026-02-03T18:35:48.435" v="76" actId="47"/>
        <pc:sldMkLst>
          <pc:docMk/>
          <pc:sldMk cId="2079699206" sldId="466"/>
        </pc:sldMkLst>
      </pc:sldChg>
      <pc:sldChg chg="del">
        <pc:chgData name="Michael Hill" userId="41dba03d-e58d-4389-9894-554c10310ba4" providerId="ADAL" clId="{EF23FE1D-A042-481E-AFD7-2A9FB0847F54}" dt="2026-02-03T18:35:48.435" v="76" actId="47"/>
        <pc:sldMkLst>
          <pc:docMk/>
          <pc:sldMk cId="2236514390" sldId="467"/>
        </pc:sldMkLst>
      </pc:sldChg>
      <pc:sldChg chg="del">
        <pc:chgData name="Michael Hill" userId="41dba03d-e58d-4389-9894-554c10310ba4" providerId="ADAL" clId="{EF23FE1D-A042-481E-AFD7-2A9FB0847F54}" dt="2026-02-03T18:35:48.435" v="76" actId="47"/>
        <pc:sldMkLst>
          <pc:docMk/>
          <pc:sldMk cId="959563959" sldId="468"/>
        </pc:sldMkLst>
      </pc:sldChg>
      <pc:sldChg chg="del">
        <pc:chgData name="Michael Hill" userId="41dba03d-e58d-4389-9894-554c10310ba4" providerId="ADAL" clId="{EF23FE1D-A042-481E-AFD7-2A9FB0847F54}" dt="2026-02-03T18:35:48.435" v="76" actId="47"/>
        <pc:sldMkLst>
          <pc:docMk/>
          <pc:sldMk cId="3164202443" sldId="469"/>
        </pc:sldMkLst>
      </pc:sldChg>
      <pc:sldChg chg="del">
        <pc:chgData name="Michael Hill" userId="41dba03d-e58d-4389-9894-554c10310ba4" providerId="ADAL" clId="{EF23FE1D-A042-481E-AFD7-2A9FB0847F54}" dt="2026-02-03T18:35:48.435" v="76" actId="47"/>
        <pc:sldMkLst>
          <pc:docMk/>
          <pc:sldMk cId="338361375" sldId="47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0007EC-7779-4BAC-8F03-814B556CCD3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DB48C-FCC8-4682-A5C6-34BDEF33D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269359" y="1564080"/>
            <a:ext cx="7010399" cy="23015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7: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CONTROL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7-1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4008582" y="3695603"/>
            <a:ext cx="5788556" cy="98075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CONTROL SYSTEMS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785627" cy="22556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Control Systems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Heating Systems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Taxi Meters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Elevators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Washing Machines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Process Control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Device Drivers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Domestic Robots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GPS Systems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Traffic Lights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Microprocessors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160867"/>
            <a:ext cx="2903431" cy="92857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419726" y="1244356"/>
            <a:ext cx="9379779" cy="428268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What data mining technique would be used to find the following patterns in a dataset?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People who buy a toothbrush are very likely to also buy toothpaste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People who buy</a:t>
            </a: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 a car will get an oil change in a few months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Stock prices in the next </a:t>
            </a:r>
            <a:r>
              <a:rPr lang="en-US" sz="2400">
                <a:solidFill>
                  <a:prstClr val="white"/>
                </a:solidFill>
                <a:latin typeface="Bahnschrift" panose="020B0502040204020203" pitchFamily="34" charset="0"/>
              </a:rPr>
              <a:t>two months</a:t>
            </a:r>
            <a:endParaRPr lang="en-US" sz="24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2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613153" y="-1528902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5D819EC-F1E2-670B-A66D-1BF9366A5C98}"/>
              </a:ext>
            </a:extLst>
          </p:cNvPr>
          <p:cNvSpPr/>
          <p:nvPr/>
        </p:nvSpPr>
        <p:spPr>
          <a:xfrm>
            <a:off x="1733476" y="1244356"/>
            <a:ext cx="9066029" cy="428268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Associations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Sequential Patterns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Forecasting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prstClr val="white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F4C78-06C3-CCBE-A6E4-DAB02567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587266C-0C7C-0587-AD50-4D73254B565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970333-9DDE-AD61-19CC-D231894BC453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D7C3BF-8F6B-77C2-092F-14C855F6C91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11D907-A331-3354-9F65-8614C2BA07F0}"/>
              </a:ext>
            </a:extLst>
          </p:cNvPr>
          <p:cNvSpPr/>
          <p:nvPr/>
        </p:nvSpPr>
        <p:spPr>
          <a:xfrm>
            <a:off x="0" y="233565"/>
            <a:ext cx="5442634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CONTROL SYSTEMS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9F2028E-D624-443B-7E3A-BFECB982ECC4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9F2028E-D624-443B-7E3A-BFECB982EC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CB4AEFE-ACDF-9249-68E8-563C3BA47C5E}"/>
              </a:ext>
            </a:extLst>
          </p:cNvPr>
          <p:cNvSpPr/>
          <p:nvPr/>
        </p:nvSpPr>
        <p:spPr>
          <a:xfrm>
            <a:off x="821437" y="1197864"/>
            <a:ext cx="5900206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Control System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one or more devices that guide other devices or systems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Allow for automated completion of tasks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Often include sensors to gain feedback from the environment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Often include motors to control devices appropriately</a:t>
            </a:r>
          </a:p>
        </p:txBody>
      </p:sp>
      <p:pic>
        <p:nvPicPr>
          <p:cNvPr id="1026" name="Picture 2" descr="Control System Flowchart Composition 25803335 Vector Art at Vecteezy">
            <a:extLst>
              <a:ext uri="{FF2B5EF4-FFF2-40B4-BE49-F238E27FC236}">
                <a16:creationId xmlns:a16="http://schemas.microsoft.com/office/drawing/2014/main" id="{8B4E4570-B9BA-BD0A-3892-FF97032BF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739" y="979840"/>
            <a:ext cx="5042816" cy="504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58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5594AB-5C28-A439-B5A0-E4AE1757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046FA1F-45FB-DBC1-C336-9ADE2D3883D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D467D8-ACE6-6C8E-F617-D95BE7D96272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6BB736-8216-B611-64B2-EF91BF2BFC47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0B1093-67EF-79CA-C844-DA18C4180E88}"/>
              </a:ext>
            </a:extLst>
          </p:cNvPr>
          <p:cNvSpPr/>
          <p:nvPr/>
        </p:nvSpPr>
        <p:spPr>
          <a:xfrm>
            <a:off x="0" y="233565"/>
            <a:ext cx="5442634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CONTROL SYSTEMS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49E9616-E566-F9BB-0899-7E844AC9864E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49E9616-E566-F9BB-0899-7E844AC986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C8F806C-1D14-7FAA-B8F1-ACB25C95198F}"/>
              </a:ext>
            </a:extLst>
          </p:cNvPr>
          <p:cNvSpPr/>
          <p:nvPr/>
        </p:nvSpPr>
        <p:spPr>
          <a:xfrm>
            <a:off x="821437" y="1197864"/>
            <a:ext cx="10600542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Control System Example: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We’ll be looking at some examples of control systems in today’s lesson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Strap in, and be thinking about other types of control systems you might encounter</a:t>
            </a:r>
          </a:p>
        </p:txBody>
      </p:sp>
    </p:spTree>
    <p:extLst>
      <p:ext uri="{BB962C8B-B14F-4D97-AF65-F5344CB8AC3E}">
        <p14:creationId xmlns:p14="http://schemas.microsoft.com/office/powerpoint/2010/main" val="252666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E0CFE-4DC6-A5B9-1081-5B4E26958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4B69D37-CAF6-B5E5-C56F-C69C19CC435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591ACF-8E84-94AD-AC22-7094EFE7F248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D46111-E34B-0828-C898-451C4CD70A7F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3F8923-6E80-0364-BDDD-C825DB0CD0E2}"/>
              </a:ext>
            </a:extLst>
          </p:cNvPr>
          <p:cNvSpPr/>
          <p:nvPr/>
        </p:nvSpPr>
        <p:spPr>
          <a:xfrm>
            <a:off x="0" y="233565"/>
            <a:ext cx="5442634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CONTROL SYSTEMS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4CFD688-0933-6754-42EC-2A052F6DE142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4CFD688-0933-6754-42EC-2A052F6DE1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9DD9147-DE84-CA00-8AB9-7E4111A7CB09}"/>
              </a:ext>
            </a:extLst>
          </p:cNvPr>
          <p:cNvSpPr/>
          <p:nvPr/>
        </p:nvSpPr>
        <p:spPr>
          <a:xfrm>
            <a:off x="821437" y="1197864"/>
            <a:ext cx="8528874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Automated doors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Found in various places, like supermarkets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Instead of manually opening/closing the doors, a sensor is located at the top of the doors, allowing it to detect motion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Sensors may use infrared or microwave signals that bounce off of objects to detect motion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Sensor sends signal to a microprocessor (computer)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Microprocessor sends signal to actuators that open door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What are the input, process, and output of this system?</a:t>
            </a:r>
          </a:p>
        </p:txBody>
      </p:sp>
      <p:pic>
        <p:nvPicPr>
          <p:cNvPr id="2050" name="Picture 2" descr="Besam Sliding Automatic Doors | Automatic Door Services Company | May ...">
            <a:extLst>
              <a:ext uri="{FF2B5EF4-FFF2-40B4-BE49-F238E27FC236}">
                <a16:creationId xmlns:a16="http://schemas.microsoft.com/office/drawing/2014/main" id="{CEA87DBC-CF83-AEFC-598C-BE25CFF6C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647" y="174195"/>
            <a:ext cx="2999874" cy="149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571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F2347F-F318-C19D-E298-2707B87EB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9FF13B0-99B6-066E-7930-38230829B94A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6DDEF7-2F90-403C-6A23-826749468FA6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FA2D14-6C70-16F0-8394-AD6C7D11E095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018FE1-7FF6-0C97-FC84-47FB237A2CF1}"/>
              </a:ext>
            </a:extLst>
          </p:cNvPr>
          <p:cNvSpPr/>
          <p:nvPr/>
        </p:nvSpPr>
        <p:spPr>
          <a:xfrm>
            <a:off x="0" y="233565"/>
            <a:ext cx="5442634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HEATING SYSTEM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A89344A-42DB-B9CF-D2F3-658B1251BD37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A89344A-42DB-B9CF-D2F3-658B1251BD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3FC8F78-6C6D-FCCB-90C8-73DA01E3BF92}"/>
              </a:ext>
            </a:extLst>
          </p:cNvPr>
          <p:cNvSpPr/>
          <p:nvPr/>
        </p:nvSpPr>
        <p:spPr>
          <a:xfrm>
            <a:off x="821437" y="1197864"/>
            <a:ext cx="6409295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Heating System – car or house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Desired temperature is given as input by user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Sensors measure current environment temperature as input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currentTemp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&lt;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desiredTemp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: turn on heater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Is this system more or less energy efficient than a manual heater on/off button?</a:t>
            </a:r>
          </a:p>
        </p:txBody>
      </p:sp>
      <p:pic>
        <p:nvPicPr>
          <p:cNvPr id="3074" name="Picture 2" descr="Top 9 Most Energy Efficient Space Heaters (Reveiws 2024)">
            <a:extLst>
              <a:ext uri="{FF2B5EF4-FFF2-40B4-BE49-F238E27FC236}">
                <a16:creationId xmlns:a16="http://schemas.microsoft.com/office/drawing/2014/main" id="{71DA1B41-86D6-67BA-8D4A-563ADD54D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113" y="1034955"/>
            <a:ext cx="4002505" cy="4002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294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0C3326-E31F-4B1F-EDDC-18A0216A6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EBF1110-0F46-5B2A-A450-1F0720A7A1A2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7E5FC7-E489-B1B6-30DE-56CBCC80ACD5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4D0B96F-98F9-3050-D0D1-19B496B37025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7C2219-88F3-0739-BED7-2902630C8669}"/>
              </a:ext>
            </a:extLst>
          </p:cNvPr>
          <p:cNvSpPr/>
          <p:nvPr/>
        </p:nvSpPr>
        <p:spPr>
          <a:xfrm>
            <a:off x="175979" y="233565"/>
            <a:ext cx="3850105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TAXI METERS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F02F45A-1F4E-A034-65D2-EA0D78CC5424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F02F45A-1F4E-A034-65D2-EA0D78CC54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7E924BA-5358-7AB2-7FC8-9BF01C08C04B}"/>
              </a:ext>
            </a:extLst>
          </p:cNvPr>
          <p:cNvSpPr/>
          <p:nvPr/>
        </p:nvSpPr>
        <p:spPr>
          <a:xfrm>
            <a:off x="821437" y="1197864"/>
            <a:ext cx="6409295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Taxi meters – old devices that would tick up every time one mile was driven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What happens nowadays instead? (assuming you don’t just Uber)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4098" name="Picture 2" descr="Vintage 1950's Argo Taxi Cab Meter">
            <a:extLst>
              <a:ext uri="{FF2B5EF4-FFF2-40B4-BE49-F238E27FC236}">
                <a16:creationId xmlns:a16="http://schemas.microsoft.com/office/drawing/2014/main" id="{4E2E986A-46F1-4782-E381-E2C1D4F6F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455" y="337955"/>
            <a:ext cx="4184984" cy="221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481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802650-77E9-BECF-0404-23C29D28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302153E-174F-A97E-A1E2-F96E8BE5F16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CC0016-C361-AF73-D234-F9778D785421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FD7E49-73D6-5295-A548-9AFF58EF5213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B11B94-2975-1595-BBDB-0DCFDA6B110C}"/>
              </a:ext>
            </a:extLst>
          </p:cNvPr>
          <p:cNvSpPr/>
          <p:nvPr/>
        </p:nvSpPr>
        <p:spPr>
          <a:xfrm>
            <a:off x="175979" y="233565"/>
            <a:ext cx="3850105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ELEVATORS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F368A3E-BDA2-FF43-238D-CE9245DE24E4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F368A3E-BDA2-FF43-238D-CE9245DE24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D79F978-21E3-A452-ADF8-37FBBF97DF21}"/>
              </a:ext>
            </a:extLst>
          </p:cNvPr>
          <p:cNvSpPr/>
          <p:nvPr/>
        </p:nvSpPr>
        <p:spPr>
          <a:xfrm>
            <a:off x="821437" y="1197864"/>
            <a:ext cx="6991068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Elevators – you know what an elevator is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These, of course, if unreliable can be deadly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Modern elevators use a number of sensors and input buttons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System reads desired destination from users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System will then sense current weight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Determine if it should pick up more passengers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Motion sensors are used to stop the door from closing on people</a:t>
            </a:r>
          </a:p>
        </p:txBody>
      </p:sp>
      <p:pic>
        <p:nvPicPr>
          <p:cNvPr id="5126" name="Picture 6" descr="Inside Elevator Panel">
            <a:extLst>
              <a:ext uri="{FF2B5EF4-FFF2-40B4-BE49-F238E27FC236}">
                <a16:creationId xmlns:a16="http://schemas.microsoft.com/office/drawing/2014/main" id="{3E965672-F0D1-31D3-C32D-BB2E26C80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6911" y="866273"/>
            <a:ext cx="3105743" cy="466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034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FC7CA-4D25-5E4F-9904-9C1A7B807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1DE5FB9-12E3-2618-A503-EAD9BC27091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CD45A5-3D62-56A8-9C20-B68AD23A343C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A109EC-9F36-340D-8FE0-D9FE738E2EBD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6A7FE6-204C-71F8-6F4F-C1B0CFA894C2}"/>
              </a:ext>
            </a:extLst>
          </p:cNvPr>
          <p:cNvSpPr/>
          <p:nvPr/>
        </p:nvSpPr>
        <p:spPr>
          <a:xfrm>
            <a:off x="175979" y="233565"/>
            <a:ext cx="5470842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WASHING MACHINES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1ECB6A6-57C8-FF4D-BAC5-0342A61C8E9F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1ECB6A6-57C8-FF4D-BAC5-0342A61C8E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3E35F5D-34E1-8623-49FE-57F9F7560FE8}"/>
              </a:ext>
            </a:extLst>
          </p:cNvPr>
          <p:cNvSpPr/>
          <p:nvPr/>
        </p:nvSpPr>
        <p:spPr>
          <a:xfrm>
            <a:off x="821437" y="1197864"/>
            <a:ext cx="6991068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Washing Machines - rotate a drum washer to wash clothing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Mechanical timers added in the 20</a:t>
            </a:r>
            <a:r>
              <a:rPr lang="en-US" sz="24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th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Century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Sensors – used to determine current load size, water level, temperature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Inputs from users on knobs, buttons, screens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Sensors allow for less water and power use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Door is locked while machine is running automatically, so they are safer</a:t>
            </a:r>
          </a:p>
        </p:txBody>
      </p:sp>
      <p:pic>
        <p:nvPicPr>
          <p:cNvPr id="6148" name="Picture 4" descr="The Ultimate Guide to Buying the Perfect Washing Machine: Everything Y ...">
            <a:extLst>
              <a:ext uri="{FF2B5EF4-FFF2-40B4-BE49-F238E27FC236}">
                <a16:creationId xmlns:a16="http://schemas.microsoft.com/office/drawing/2014/main" id="{674B0EBD-89B6-F66B-FBD8-B4F8C1B08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047" y="1494118"/>
            <a:ext cx="3821792" cy="3821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7522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2C26B7-5D8F-F1DE-CDF2-8A4841A1F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803CEC7-219D-B465-5F11-2DE8A29530B5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E712E3-A93A-561C-A174-BF320EACB666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CC4E91-973D-08EF-3B90-2DDAF8B8A28F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096EA-ABB6-28FC-4470-7EFCC24BFDE1}"/>
              </a:ext>
            </a:extLst>
          </p:cNvPr>
          <p:cNvSpPr/>
          <p:nvPr/>
        </p:nvSpPr>
        <p:spPr>
          <a:xfrm>
            <a:off x="175979" y="233565"/>
            <a:ext cx="5470842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PROCESS CONTROL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B9A4D8C-9C0B-EC91-333B-EE1B34FABB2A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B9A4D8C-9C0B-EC91-333B-EE1B34FABB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A968AE9-8DA1-B3C2-D04A-19137197E1C6}"/>
              </a:ext>
            </a:extLst>
          </p:cNvPr>
          <p:cNvSpPr/>
          <p:nvPr/>
        </p:nvSpPr>
        <p:spPr>
          <a:xfrm>
            <a:off x="821437" y="1197864"/>
            <a:ext cx="6991068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Process Control – striving to maintain the output of a variable to a specific, desired range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Open loop controllers: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tank with a manual valve that controls heat dissipated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No feedback at any point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Closed loop controllers: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Temperature is detected automatically using sensors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Valve is pulled based on input from this</a:t>
            </a:r>
          </a:p>
        </p:txBody>
      </p:sp>
    </p:spTree>
    <p:extLst>
      <p:ext uri="{BB962C8B-B14F-4D97-AF65-F5344CB8AC3E}">
        <p14:creationId xmlns:p14="http://schemas.microsoft.com/office/powerpoint/2010/main" val="1521801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CC380-876A-68AA-2B50-A31D4871D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9D85B4E-066F-461B-C1E0-37927B154DB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3D16C9-B8FF-F234-836B-AED206A843F2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8CAD467-4096-50A6-80CC-2471CA6C42B9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472EF6-BF9A-E70A-D502-30670CBCFAB9}"/>
              </a:ext>
            </a:extLst>
          </p:cNvPr>
          <p:cNvSpPr/>
          <p:nvPr/>
        </p:nvSpPr>
        <p:spPr>
          <a:xfrm>
            <a:off x="175979" y="233565"/>
            <a:ext cx="5470842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PROCESS CONTROL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4FF3816-074D-456A-5F45-1F0006E52A27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4FF3816-074D-456A-5F45-1F0006E52A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B62799C-75E1-A0AA-8834-14750D16A0A4}"/>
              </a:ext>
            </a:extLst>
          </p:cNvPr>
          <p:cNvSpPr/>
          <p:nvPr/>
        </p:nvSpPr>
        <p:spPr>
          <a:xfrm>
            <a:off x="821437" y="1197864"/>
            <a:ext cx="6991068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Comparing open vs. closed loops: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Which is more prone to error?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Which is simpler to work with?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Which is cheaper?</a:t>
            </a:r>
          </a:p>
        </p:txBody>
      </p:sp>
    </p:spTree>
    <p:extLst>
      <p:ext uri="{BB962C8B-B14F-4D97-AF65-F5344CB8AC3E}">
        <p14:creationId xmlns:p14="http://schemas.microsoft.com/office/powerpoint/2010/main" val="2647469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B7859E-2CD8-24B6-320E-E5CA8E0F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4496386-83CB-E72B-67AA-6E74E3F9714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0BE246-FD9D-B2B1-AA68-432D69CBBA03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AD42221-832D-9C41-3BBF-F42A5AC0B4F2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A6AD32-251F-398B-9CA0-72DB97B02891}"/>
              </a:ext>
            </a:extLst>
          </p:cNvPr>
          <p:cNvSpPr/>
          <p:nvPr/>
        </p:nvSpPr>
        <p:spPr>
          <a:xfrm>
            <a:off x="175979" y="233565"/>
            <a:ext cx="5470842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DEVICE DRIVERS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C02A93-144F-0012-F5AC-85A143513B02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C02A93-144F-0012-F5AC-85A143513B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8102C42-6839-10A7-94D1-0CB539D4BDB7}"/>
              </a:ext>
            </a:extLst>
          </p:cNvPr>
          <p:cNvSpPr/>
          <p:nvPr/>
        </p:nvSpPr>
        <p:spPr>
          <a:xfrm>
            <a:off x="821437" y="1197864"/>
            <a:ext cx="6991068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Recall from our hardware unit: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What is a device driver?</a:t>
            </a:r>
          </a:p>
        </p:txBody>
      </p:sp>
    </p:spTree>
    <p:extLst>
      <p:ext uri="{BB962C8B-B14F-4D97-AF65-F5344CB8AC3E}">
        <p14:creationId xmlns:p14="http://schemas.microsoft.com/office/powerpoint/2010/main" val="3310518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1FC87-BD2A-AB59-B6AC-2F6E593C4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CBC9E2F-83EC-FC60-91C8-AF917F048381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020D4C-B1DC-8BF9-6661-A91810EF7B9A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1F3A16D-4FFD-9B94-BCD8-8F52FE0DFEA4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E6A208-9743-27F4-FD1E-B86124A74D86}"/>
              </a:ext>
            </a:extLst>
          </p:cNvPr>
          <p:cNvSpPr/>
          <p:nvPr/>
        </p:nvSpPr>
        <p:spPr>
          <a:xfrm>
            <a:off x="175979" y="233565"/>
            <a:ext cx="5470842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DEVICE DRIVERS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93D29ED-8AD5-0B1E-80F7-A042522E59FC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93D29ED-8AD5-0B1E-80F7-A042522E59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5F01BED-173E-55D4-5E7E-9AF1423277E4}"/>
              </a:ext>
            </a:extLst>
          </p:cNvPr>
          <p:cNvSpPr/>
          <p:nvPr/>
        </p:nvSpPr>
        <p:spPr>
          <a:xfrm>
            <a:off x="821437" y="1197864"/>
            <a:ext cx="6991068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Device Drivers – computer programs used to control a device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Keyboards, printers, graphics cards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Drivers allow operating systems to access devices via abstraction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Inputs come from the CPU and outputs go back to the CPU from these various devices</a:t>
            </a:r>
          </a:p>
        </p:txBody>
      </p:sp>
      <p:pic>
        <p:nvPicPr>
          <p:cNvPr id="7170" name="Picture 2" descr="Graphics Cards by GeForce | NVIDIA">
            <a:extLst>
              <a:ext uri="{FF2B5EF4-FFF2-40B4-BE49-F238E27FC236}">
                <a16:creationId xmlns:a16="http://schemas.microsoft.com/office/drawing/2014/main" id="{DEBA5A9C-830F-0485-29ED-D1932859E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613017" y="4534788"/>
            <a:ext cx="4425166" cy="232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9882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8E305-C80B-6AA3-EA59-69B84FD4B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28A3448-C58F-4D20-6B4B-0674DD80FB5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25B284-70F1-70DB-F7E5-0A7D6AF4C572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93F9A6-2157-6BCA-3723-3518644A3578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9A033-D05F-0794-D2C6-AFEBBC1D3D07}"/>
              </a:ext>
            </a:extLst>
          </p:cNvPr>
          <p:cNvSpPr/>
          <p:nvPr/>
        </p:nvSpPr>
        <p:spPr>
          <a:xfrm>
            <a:off x="175979" y="233565"/>
            <a:ext cx="5470842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DOMESTIC ROBOTS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B305C3C-7415-73E4-9100-BEC3D1E5B5AC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B305C3C-7415-73E4-9100-BEC3D1E5B5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E1CD461F-DED6-D75B-DA21-9D87DA3A4BDD}"/>
              </a:ext>
            </a:extLst>
          </p:cNvPr>
          <p:cNvSpPr/>
          <p:nvPr/>
        </p:nvSpPr>
        <p:spPr>
          <a:xfrm>
            <a:off x="821437" y="1197864"/>
            <a:ext cx="6991068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Domestic robots, such as automatic vacuum, pool, gutter cleaners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Roombas, for example, use sensors to create a map that allows them to navigate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They can create landmarks using cameras to know their current position as well as previous positions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Multiple subsystems – mapping, movement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844F837-C5B1-CE9B-E4C6-A9D056FC1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5881" y="3429000"/>
            <a:ext cx="3924968" cy="294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0198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786F87-BCD9-10E0-A72D-650E07C5C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86044AC-906E-7162-195C-1991D3190CE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EFB34B4-0899-7281-E934-08CD35D04EE4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C2CBE7-8134-1BFF-84FF-B0EAB704CECC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FF4A66-7592-A822-5D9E-663D8EC0B730}"/>
              </a:ext>
            </a:extLst>
          </p:cNvPr>
          <p:cNvSpPr/>
          <p:nvPr/>
        </p:nvSpPr>
        <p:spPr>
          <a:xfrm>
            <a:off x="175979" y="233565"/>
            <a:ext cx="3802463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GPS SYSTEMS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5840C28-4D29-C85D-7C26-C852BB3520E0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5840C28-4D29-C85D-7C26-C852BB3520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D3B3C66-2D9F-05AB-E130-682923F31217}"/>
              </a:ext>
            </a:extLst>
          </p:cNvPr>
          <p:cNvSpPr/>
          <p:nvPr/>
        </p:nvSpPr>
        <p:spPr>
          <a:xfrm>
            <a:off x="821437" y="1197864"/>
            <a:ext cx="6991068" cy="505343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GPS Systems – a large, complex system including both hardware and software elements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Requires constant maintenance and upkeep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Rougly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30 satellites around earth (plus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failsafes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).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GPS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recievers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include a sensor that locate 4 or more of the satellites to calculate their exact position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We can also provide input such as desired destination</a:t>
            </a:r>
          </a:p>
        </p:txBody>
      </p:sp>
      <p:pic>
        <p:nvPicPr>
          <p:cNvPr id="9218" name="Picture 2" descr="Global Positioning System summary | Britannica">
            <a:extLst>
              <a:ext uri="{FF2B5EF4-FFF2-40B4-BE49-F238E27FC236}">
                <a16:creationId xmlns:a16="http://schemas.microsoft.com/office/drawing/2014/main" id="{E80DE99A-1D9B-2F71-D077-85782B317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738" y="1321428"/>
            <a:ext cx="3994482" cy="399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4403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8E0E45-9BA1-23AB-063E-1F5858EFB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EDC4F88-35EE-9BC6-1E8B-A07FC03361C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4E694D-F86C-885F-7561-8E00EAE0671B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D870E8-D1C0-6375-2317-E0C9EA699027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B992A9-7841-79A5-8319-42A66BE674D5}"/>
              </a:ext>
            </a:extLst>
          </p:cNvPr>
          <p:cNvSpPr/>
          <p:nvPr/>
        </p:nvSpPr>
        <p:spPr>
          <a:xfrm>
            <a:off x="175979" y="233565"/>
            <a:ext cx="4572484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TRAFFIC LIGHTS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DA8B587-EADD-AAB1-3B9D-07BD9B3C28AF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DA8B587-EADD-AAB1-3B9D-07BD9B3C28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7E05135-E7AC-0389-2A29-F4BBECA08B65}"/>
              </a:ext>
            </a:extLst>
          </p:cNvPr>
          <p:cNvSpPr/>
          <p:nvPr/>
        </p:nvSpPr>
        <p:spPr>
          <a:xfrm>
            <a:off x="821437" y="1197864"/>
            <a:ext cx="6991068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Traffic lights – manage traffic, prevent accidents, allow pedestrians to cross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Fixed time – some systems do not receive feedback from the environment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Configured to change color after a given period of time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Dynamic control – take input for number of cars passing by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Sensors can be mounted above the lights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Sensors can be weight based in the road</a:t>
            </a:r>
          </a:p>
        </p:txBody>
      </p:sp>
      <p:pic>
        <p:nvPicPr>
          <p:cNvPr id="10242" name="Picture 2" descr="Traffic Light Colors: Why Are Traffic Lights Red, Yellow and Green?">
            <a:extLst>
              <a:ext uri="{FF2B5EF4-FFF2-40B4-BE49-F238E27FC236}">
                <a16:creationId xmlns:a16="http://schemas.microsoft.com/office/drawing/2014/main" id="{D7169DEE-D18B-261C-BDD0-B2782B321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916" y="2924139"/>
            <a:ext cx="4146147" cy="2764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146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131D6-CF83-C7EA-7E19-4D7689252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131989F-1E57-43ED-31F9-4667A33FC1B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862F538-FE00-AA13-3FB5-6B3FD8E59B94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C5973A-E178-6466-17E1-232A509A9990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33F8A9-10B7-F888-7318-656A99262442}"/>
              </a:ext>
            </a:extLst>
          </p:cNvPr>
          <p:cNvSpPr/>
          <p:nvPr/>
        </p:nvSpPr>
        <p:spPr>
          <a:xfrm>
            <a:off x="175979" y="233565"/>
            <a:ext cx="5358547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MICROPROCESSORS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1E4A5F0-AC05-5AFE-0D0E-6CAB94FF3B78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1E4A5F0-AC05-5AFE-0D0E-6CAB94FF3B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B1DF95D-999A-6BCF-1D58-8138CBAADCE9}"/>
              </a:ext>
            </a:extLst>
          </p:cNvPr>
          <p:cNvSpPr/>
          <p:nvPr/>
        </p:nvSpPr>
        <p:spPr>
          <a:xfrm>
            <a:off x="821437" y="1197864"/>
            <a:ext cx="6991068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Most modern control systems use </a:t>
            </a:r>
            <a:r>
              <a:rPr lang="en-US" sz="2400" b="1" i="1" dirty="0" err="1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mircoprocessors</a:t>
            </a:r>
            <a:endParaRPr lang="en-US" sz="2400" b="1" i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Read sensor input, process it according to an algorithm, and perform corresponding actions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11266" name="Picture 2" descr="Microprocessors">
            <a:extLst>
              <a:ext uri="{FF2B5EF4-FFF2-40B4-BE49-F238E27FC236}">
                <a16:creationId xmlns:a16="http://schemas.microsoft.com/office/drawing/2014/main" id="{05D62669-8CAB-2D4B-268D-5DBA9E79C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799" y="4274149"/>
            <a:ext cx="3684538" cy="2456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677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5C2BE-9A11-4274-5327-56E9969E7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0EDF180-BAC2-8CBA-B7FC-0415D1BD7EB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F06109-16BF-9F78-16B3-42E9F31C45B8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17FFF6-87B7-45E8-F3D5-47A7DAA6C8A7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E3BFB3-F1A2-7DD8-D8D6-536749057289}"/>
              </a:ext>
            </a:extLst>
          </p:cNvPr>
          <p:cNvSpPr/>
          <p:nvPr/>
        </p:nvSpPr>
        <p:spPr>
          <a:xfrm>
            <a:off x="175979" y="233565"/>
            <a:ext cx="5358547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MICROPROCESSORS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85E8B12-1442-BFDA-D026-AD489FBFA038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85E8B12-1442-BFDA-D026-AD489FBFA0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EE5D9F28-B35E-E1A4-608C-E4758360CD1E}"/>
              </a:ext>
            </a:extLst>
          </p:cNvPr>
          <p:cNvSpPr/>
          <p:nvPr/>
        </p:nvSpPr>
        <p:spPr>
          <a:xfrm>
            <a:off x="821437" y="1197864"/>
            <a:ext cx="6917268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Types of microprocessors: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General purpose: can run a wide variety of programs. Desktop CPUs are examples of this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Embedded controller/microcontroller: standalone chips that include CPU, RAM, ROM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Designed to do precise, specific, single tasks, do not need to be used variably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Graphics Processing Unit (GPU): Allows for faster handling of graphics and related mathematics (also AI &amp; Crypto)</a:t>
            </a:r>
          </a:p>
        </p:txBody>
      </p:sp>
      <p:pic>
        <p:nvPicPr>
          <p:cNvPr id="12290" name="Picture 2" descr="Top 5 Best Microcontrollers for Embedded Systems 2024">
            <a:extLst>
              <a:ext uri="{FF2B5EF4-FFF2-40B4-BE49-F238E27FC236}">
                <a16:creationId xmlns:a16="http://schemas.microsoft.com/office/drawing/2014/main" id="{4D84514A-F2FB-A990-F2F7-131D62146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841" y="2409676"/>
            <a:ext cx="4136956" cy="2757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030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B15C5-4CC8-0376-C941-4DD4067F5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31D4444-9D3C-045A-7ACB-5469327DDEB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26DA6B-3D83-D390-F4B9-257AD51F2C20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F160C9-38D2-7D6A-85E8-BC1D8753C735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FFC204-B8BA-74FF-05C4-352F7870485B}"/>
              </a:ext>
            </a:extLst>
          </p:cNvPr>
          <p:cNvSpPr/>
          <p:nvPr/>
        </p:nvSpPr>
        <p:spPr>
          <a:xfrm>
            <a:off x="175979" y="233565"/>
            <a:ext cx="2807853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SENSORS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7F8D5A1-69D3-8738-CEA8-D3273BDCCA9A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7F8D5A1-69D3-8738-CEA8-D3273BDCCA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067C0D7-C0BD-C021-65EA-7B9B12A48A1D}"/>
              </a:ext>
            </a:extLst>
          </p:cNvPr>
          <p:cNvSpPr/>
          <p:nvPr/>
        </p:nvSpPr>
        <p:spPr>
          <a:xfrm>
            <a:off x="821436" y="1197864"/>
            <a:ext cx="9301131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Sensors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– used by microprocessors to receive input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Quality of a sensor is based on the following: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Accuracy – measurement of the physical quantity is accurate to the digital signal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Range – the range of physical inputs it can detect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Example: temp sensor can only read from -30 to 60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Celcius</a:t>
            </a: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Resolution – smallest increment of change that a sensor can detect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Temp sensor being able to detect difference between 12.1 and 12.2 degrees, instead of just 11 and 12 degrees</a:t>
            </a:r>
          </a:p>
        </p:txBody>
      </p:sp>
    </p:spTree>
    <p:extLst>
      <p:ext uri="{BB962C8B-B14F-4D97-AF65-F5344CB8AC3E}">
        <p14:creationId xmlns:p14="http://schemas.microsoft.com/office/powerpoint/2010/main" val="3317586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E166F-BF31-C770-ECB4-422A2976F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A033A6-57B8-958F-3F43-7FC3954B013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A618DB7-7D10-0F02-6EF3-1201DBF2F8E4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6B2094-A7D0-EED9-38A8-B1136C0B855B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8B24D8-ACCE-7315-1ABC-CAA80A5ACB11}"/>
              </a:ext>
            </a:extLst>
          </p:cNvPr>
          <p:cNvSpPr/>
          <p:nvPr/>
        </p:nvSpPr>
        <p:spPr>
          <a:xfrm>
            <a:off x="175979" y="233565"/>
            <a:ext cx="2807853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SENSORS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AED309C-DDC5-FF46-BD4C-5B8BCFC59065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AED309C-DDC5-FF46-BD4C-5B8BCFC590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34A8D26-FE36-0096-6209-DCB2688011CE}"/>
              </a:ext>
            </a:extLst>
          </p:cNvPr>
          <p:cNvSpPr/>
          <p:nvPr/>
        </p:nvSpPr>
        <p:spPr>
          <a:xfrm>
            <a:off x="821436" y="1197864"/>
            <a:ext cx="9301131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Sensors should also not detect anything that is NOT their listed input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a temperature sensor is influenced by humidity or wind, it isn’t a very effective temperature sensor</a:t>
            </a:r>
          </a:p>
        </p:txBody>
      </p:sp>
      <p:pic>
        <p:nvPicPr>
          <p:cNvPr id="13314" name="Picture 2" descr="Accurate Room Thermometer Indoor and Outdoor to Measure Room ...">
            <a:extLst>
              <a:ext uri="{FF2B5EF4-FFF2-40B4-BE49-F238E27FC236}">
                <a16:creationId xmlns:a16="http://schemas.microsoft.com/office/drawing/2014/main" id="{5DE91553-C702-577B-7280-38C969356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101" y="3052707"/>
            <a:ext cx="3789752" cy="378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601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7623B5-9EBC-3ABA-5C12-E4E7A9D0B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2C0D5CE-4245-2220-AAA2-BA44EE529D6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02D5B1-FFE4-3F0F-B6A6-F3095DF58BCE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3E9DD8-436B-A035-1ED4-9239F2C86974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F88F0-FA71-144A-4ED7-89A1A201B28E}"/>
              </a:ext>
            </a:extLst>
          </p:cNvPr>
          <p:cNvSpPr/>
          <p:nvPr/>
        </p:nvSpPr>
        <p:spPr>
          <a:xfrm>
            <a:off x="175979" y="233565"/>
            <a:ext cx="2807853" cy="746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ACTIVITY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AE9FA3F-9268-6AAE-AF0D-70A7F58F7701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AE9FA3F-9268-6AAE-AF0D-70A7F58F77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56A02DD-DFFB-92EA-D271-E4C6CD43093C}"/>
              </a:ext>
            </a:extLst>
          </p:cNvPr>
          <p:cNvSpPr/>
          <p:nvPr/>
        </p:nvSpPr>
        <p:spPr>
          <a:xfrm>
            <a:off x="821436" y="1197864"/>
            <a:ext cx="9301131" cy="54265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Brainstorm 2 systems that you interact with regularly, determine the inputs, process, output, and any sensors that it may use</a:t>
            </a:r>
          </a:p>
        </p:txBody>
      </p:sp>
    </p:spTree>
    <p:extLst>
      <p:ext uri="{BB962C8B-B14F-4D97-AF65-F5344CB8AC3E}">
        <p14:creationId xmlns:p14="http://schemas.microsoft.com/office/powerpoint/2010/main" val="1540435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837227" cy="55984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Control Systems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Microprocessor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Sensors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Input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27070</TotalTime>
  <Words>1014</Words>
  <Application>Microsoft Office PowerPoint</Application>
  <PresentationFormat>Widescreen</PresentationFormat>
  <Paragraphs>136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22</cp:revision>
  <dcterms:created xsi:type="dcterms:W3CDTF">2025-08-11T14:07:39Z</dcterms:created>
  <dcterms:modified xsi:type="dcterms:W3CDTF">2026-02-03T19:36:59Z</dcterms:modified>
</cp:coreProperties>
</file>