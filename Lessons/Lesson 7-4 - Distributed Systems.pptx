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96" r:id="rId4"/>
    <p:sldId id="297" r:id="rId5"/>
    <p:sldId id="417" r:id="rId6"/>
    <p:sldId id="449" r:id="rId7"/>
    <p:sldId id="436" r:id="rId8"/>
    <p:sldId id="450" r:id="rId9"/>
    <p:sldId id="451" r:id="rId10"/>
    <p:sldId id="452" r:id="rId11"/>
    <p:sldId id="453" r:id="rId12"/>
    <p:sldId id="454" r:id="rId13"/>
    <p:sldId id="455" r:id="rId14"/>
    <p:sldId id="456" r:id="rId15"/>
    <p:sldId id="457" r:id="rId16"/>
    <p:sldId id="458" r:id="rId17"/>
    <p:sldId id="459" r:id="rId18"/>
    <p:sldId id="460" r:id="rId19"/>
    <p:sldId id="448" r:id="rId20"/>
    <p:sldId id="35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55D"/>
    <a:srgbClr val="516881"/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778A0-CBF9-432E-B80C-C88E4A66E257}" v="80" dt="2026-02-05T19:30:55.9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6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" y="10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6-02-05T19:31:42.722" v="5511" actId="20577"/>
      <pc:docMkLst>
        <pc:docMk/>
      </pc:docMkLst>
      <pc:sldChg chg="modSp mod">
        <pc:chgData name="Michael Hill" userId="41dba03d-e58d-4389-9894-554c10310ba4" providerId="ADAL" clId="{EF23FE1D-A042-481E-AFD7-2A9FB0847F54}" dt="2026-02-05T18:27:03.263" v="22" actId="20577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2-05T18:27:03.263" v="22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2-05T18:27:00.970" v="20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2-05T18:30:28.043" v="151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2-05T18:30:28.043" v="151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2-05T18:36:25.768" v="216" actId="2711"/>
        <pc:sldMkLst>
          <pc:docMk/>
          <pc:sldMk cId="4221327636" sldId="296"/>
        </pc:sldMkLst>
        <pc:spChg chg="mod">
          <ac:chgData name="Michael Hill" userId="41dba03d-e58d-4389-9894-554c10310ba4" providerId="ADAL" clId="{EF23FE1D-A042-481E-AFD7-2A9FB0847F54}" dt="2026-02-05T18:36:25.768" v="216" actId="2711"/>
          <ac:spMkLst>
            <pc:docMk/>
            <pc:sldMk cId="4221327636" sldId="296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2-05T18:37:39.548" v="435" actId="20577"/>
        <pc:sldMkLst>
          <pc:docMk/>
          <pc:sldMk cId="2098128014" sldId="297"/>
        </pc:sldMkLst>
        <pc:spChg chg="mod">
          <ac:chgData name="Michael Hill" userId="41dba03d-e58d-4389-9894-554c10310ba4" providerId="ADAL" clId="{EF23FE1D-A042-481E-AFD7-2A9FB0847F54}" dt="2026-02-05T18:37:39.548" v="435" actId="20577"/>
          <ac:spMkLst>
            <pc:docMk/>
            <pc:sldMk cId="2098128014" sldId="297"/>
            <ac:spMk id="3" creationId="{35D819EC-F1E2-670B-A66D-1BF9366A5C98}"/>
          </ac:spMkLst>
        </pc:spChg>
      </pc:sldChg>
      <pc:sldChg chg="modSp mod">
        <pc:chgData name="Michael Hill" userId="41dba03d-e58d-4389-9894-554c10310ba4" providerId="ADAL" clId="{EF23FE1D-A042-481E-AFD7-2A9FB0847F54}" dt="2026-02-05T19:31:42.722" v="5511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6-02-05T19:31:42.722" v="5511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addSp delSp modSp mod">
        <pc:chgData name="Michael Hill" userId="41dba03d-e58d-4389-9894-554c10310ba4" providerId="ADAL" clId="{EF23FE1D-A042-481E-AFD7-2A9FB0847F54}" dt="2026-02-05T18:46:59.161" v="943" actId="1076"/>
        <pc:sldMkLst>
          <pc:docMk/>
          <pc:sldMk cId="978586516" sldId="417"/>
        </pc:sldMkLst>
        <pc:spChg chg="mod">
          <ac:chgData name="Michael Hill" userId="41dba03d-e58d-4389-9894-554c10310ba4" providerId="ADAL" clId="{EF23FE1D-A042-481E-AFD7-2A9FB0847F54}" dt="2026-02-05T18:42:04.973" v="711" actId="114"/>
          <ac:spMkLst>
            <pc:docMk/>
            <pc:sldMk cId="978586516" sldId="417"/>
            <ac:spMk id="3" creationId="{9CB4AEFE-ACDF-9249-68E8-563C3BA47C5E}"/>
          </ac:spMkLst>
        </pc:spChg>
        <pc:spChg chg="mod">
          <ac:chgData name="Michael Hill" userId="41dba03d-e58d-4389-9894-554c10310ba4" providerId="ADAL" clId="{EF23FE1D-A042-481E-AFD7-2A9FB0847F54}" dt="2026-02-05T18:41:15.443" v="465" actId="1076"/>
          <ac:spMkLst>
            <pc:docMk/>
            <pc:sldMk cId="978586516" sldId="417"/>
            <ac:spMk id="5" creationId="{1E11D907-A331-3354-9F65-8614C2BA07F0}"/>
          </ac:spMkLst>
        </pc:spChg>
        <pc:picChg chg="del mod">
          <ac:chgData name="Michael Hill" userId="41dba03d-e58d-4389-9894-554c10310ba4" providerId="ADAL" clId="{EF23FE1D-A042-481E-AFD7-2A9FB0847F54}" dt="2026-02-05T18:46:14.862" v="936" actId="478"/>
          <ac:picMkLst>
            <pc:docMk/>
            <pc:sldMk cId="978586516" sldId="417"/>
            <ac:picMk id="1028" creationId="{30836A06-FBE1-05F4-16F9-DB4C4EA56CC5}"/>
          </ac:picMkLst>
        </pc:picChg>
        <pc:picChg chg="add mod">
          <ac:chgData name="Michael Hill" userId="41dba03d-e58d-4389-9894-554c10310ba4" providerId="ADAL" clId="{EF23FE1D-A042-481E-AFD7-2A9FB0847F54}" dt="2026-02-05T18:46:59.161" v="943" actId="1076"/>
          <ac:picMkLst>
            <pc:docMk/>
            <pc:sldMk cId="978586516" sldId="417"/>
            <ac:picMk id="1030" creationId="{8DDEAEFE-5E61-D26C-4E7A-61B1D96DAF9A}"/>
          </ac:picMkLst>
        </pc:picChg>
      </pc:sldChg>
      <pc:sldChg chg="addSp delSp modSp mod">
        <pc:chgData name="Michael Hill" userId="41dba03d-e58d-4389-9894-554c10310ba4" providerId="ADAL" clId="{EF23FE1D-A042-481E-AFD7-2A9FB0847F54}" dt="2026-02-05T18:56:10.475" v="1518" actId="20577"/>
        <pc:sldMkLst>
          <pc:docMk/>
          <pc:sldMk cId="452985206" sldId="436"/>
        </pc:sldMkLst>
        <pc:spChg chg="add mod">
          <ac:chgData name="Michael Hill" userId="41dba03d-e58d-4389-9894-554c10310ba4" providerId="ADAL" clId="{EF23FE1D-A042-481E-AFD7-2A9FB0847F54}" dt="2026-02-05T18:56:10.475" v="1518" actId="20577"/>
          <ac:spMkLst>
            <pc:docMk/>
            <pc:sldMk cId="452985206" sldId="436"/>
            <ac:spMk id="2" creationId="{FF7872F9-25D3-8166-F22F-2C5977D28756}"/>
          </ac:spMkLst>
        </pc:spChg>
        <pc:spChg chg="mod">
          <ac:chgData name="Michael Hill" userId="41dba03d-e58d-4389-9894-554c10310ba4" providerId="ADAL" clId="{EF23FE1D-A042-481E-AFD7-2A9FB0847F54}" dt="2026-02-05T18:50:50.128" v="1133" actId="15"/>
          <ac:spMkLst>
            <pc:docMk/>
            <pc:sldMk cId="452985206" sldId="436"/>
            <ac:spMk id="3" creationId="{971C85B2-88FE-3ACD-9FFA-184C9C8C0DA5}"/>
          </ac:spMkLst>
        </pc:spChg>
        <pc:spChg chg="mod">
          <ac:chgData name="Michael Hill" userId="41dba03d-e58d-4389-9894-554c10310ba4" providerId="ADAL" clId="{EF23FE1D-A042-481E-AFD7-2A9FB0847F54}" dt="2026-02-05T18:48:37.608" v="963" actId="20577"/>
          <ac:spMkLst>
            <pc:docMk/>
            <pc:sldMk cId="452985206" sldId="436"/>
            <ac:spMk id="5" creationId="{D1AF1533-5C3F-7096-9244-8BCA49DAAAFF}"/>
          </ac:spMkLst>
        </pc:spChg>
        <pc:picChg chg="del">
          <ac:chgData name="Michael Hill" userId="41dba03d-e58d-4389-9894-554c10310ba4" providerId="ADAL" clId="{EF23FE1D-A042-481E-AFD7-2A9FB0847F54}" dt="2026-02-05T18:48:39.188" v="964" actId="478"/>
          <ac:picMkLst>
            <pc:docMk/>
            <pc:sldMk cId="452985206" sldId="436"/>
            <ac:picMk id="11266" creationId="{100661B2-A4C9-D2E4-B731-0A4647C64C71}"/>
          </ac:picMkLst>
        </pc:picChg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592093834" sldId="437"/>
        </pc:sldMkLst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4007804372" sldId="438"/>
        </pc:sldMkLst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1729403603" sldId="439"/>
        </pc:sldMkLst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1744157937" sldId="440"/>
        </pc:sldMkLst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3130486774" sldId="441"/>
        </pc:sldMkLst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3980947708" sldId="442"/>
        </pc:sldMkLst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1994320282" sldId="443"/>
        </pc:sldMkLst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599025397" sldId="444"/>
        </pc:sldMkLst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3391257911" sldId="445"/>
        </pc:sldMkLst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1959551288" sldId="446"/>
        </pc:sldMkLst>
      </pc:sldChg>
      <pc:sldChg chg="del">
        <pc:chgData name="Michael Hill" userId="41dba03d-e58d-4389-9894-554c10310ba4" providerId="ADAL" clId="{EF23FE1D-A042-481E-AFD7-2A9FB0847F54}" dt="2026-02-05T19:01:07.863" v="2049" actId="47"/>
        <pc:sldMkLst>
          <pc:docMk/>
          <pc:sldMk cId="3341717172" sldId="447"/>
        </pc:sldMkLst>
      </pc:sldChg>
      <pc:sldChg chg="modSp mod">
        <pc:chgData name="Michael Hill" userId="41dba03d-e58d-4389-9894-554c10310ba4" providerId="ADAL" clId="{EF23FE1D-A042-481E-AFD7-2A9FB0847F54}" dt="2026-02-05T19:31:22.303" v="5450" actId="14100"/>
        <pc:sldMkLst>
          <pc:docMk/>
          <pc:sldMk cId="1366834627" sldId="448"/>
        </pc:sldMkLst>
        <pc:spChg chg="mod">
          <ac:chgData name="Michael Hill" userId="41dba03d-e58d-4389-9894-554c10310ba4" providerId="ADAL" clId="{EF23FE1D-A042-481E-AFD7-2A9FB0847F54}" dt="2026-02-05T19:31:22.303" v="5450" actId="14100"/>
          <ac:spMkLst>
            <pc:docMk/>
            <pc:sldMk cId="1366834627" sldId="448"/>
            <ac:spMk id="3" creationId="{2EFF9F51-6577-C588-1C20-B7221C523D1B}"/>
          </ac:spMkLst>
        </pc:spChg>
        <pc:spChg chg="mod">
          <ac:chgData name="Michael Hill" userId="41dba03d-e58d-4389-9894-554c10310ba4" providerId="ADAL" clId="{EF23FE1D-A042-481E-AFD7-2A9FB0847F54}" dt="2026-02-05T19:31:07.807" v="5369" actId="14100"/>
          <ac:spMkLst>
            <pc:docMk/>
            <pc:sldMk cId="1366834627" sldId="448"/>
            <ac:spMk id="5" creationId="{9038B906-8433-A08D-26BE-50C493A6D2F0}"/>
          </ac:spMkLst>
        </pc:spChg>
      </pc:sldChg>
      <pc:sldChg chg="addSp delSp modSp add mod">
        <pc:chgData name="Michael Hill" userId="41dba03d-e58d-4389-9894-554c10310ba4" providerId="ADAL" clId="{EF23FE1D-A042-481E-AFD7-2A9FB0847F54}" dt="2026-02-05T18:46:12.864" v="935" actId="1076"/>
        <pc:sldMkLst>
          <pc:docMk/>
          <pc:sldMk cId="4137294051" sldId="449"/>
        </pc:sldMkLst>
        <pc:spChg chg="add">
          <ac:chgData name="Michael Hill" userId="41dba03d-e58d-4389-9894-554c10310ba4" providerId="ADAL" clId="{EF23FE1D-A042-481E-AFD7-2A9FB0847F54}" dt="2026-02-05T18:45:28.445" v="928"/>
          <ac:spMkLst>
            <pc:docMk/>
            <pc:sldMk cId="4137294051" sldId="449"/>
            <ac:spMk id="2" creationId="{F70CE93B-9D68-F7F0-C01B-64613A52CBC0}"/>
          </ac:spMkLst>
        </pc:spChg>
        <pc:spChg chg="mod">
          <ac:chgData name="Michael Hill" userId="41dba03d-e58d-4389-9894-554c10310ba4" providerId="ADAL" clId="{EF23FE1D-A042-481E-AFD7-2A9FB0847F54}" dt="2026-02-05T18:43:50.760" v="926" actId="20577"/>
          <ac:spMkLst>
            <pc:docMk/>
            <pc:sldMk cId="4137294051" sldId="449"/>
            <ac:spMk id="3" creationId="{5EBDA61A-27EE-2916-E818-5729E8781470}"/>
          </ac:spMkLst>
        </pc:spChg>
        <pc:spChg chg="add">
          <ac:chgData name="Michael Hill" userId="41dba03d-e58d-4389-9894-554c10310ba4" providerId="ADAL" clId="{EF23FE1D-A042-481E-AFD7-2A9FB0847F54}" dt="2026-02-05T18:45:51.567" v="929"/>
          <ac:spMkLst>
            <pc:docMk/>
            <pc:sldMk cId="4137294051" sldId="449"/>
            <ac:spMk id="4" creationId="{2C33DBD7-6C38-1A23-E701-1C2AA8F9636E}"/>
          </ac:spMkLst>
        </pc:spChg>
        <pc:spChg chg="mod">
          <ac:chgData name="Michael Hill" userId="41dba03d-e58d-4389-9894-554c10310ba4" providerId="ADAL" clId="{EF23FE1D-A042-481E-AFD7-2A9FB0847F54}" dt="2026-02-05T18:43:12.392" v="729" actId="1076"/>
          <ac:spMkLst>
            <pc:docMk/>
            <pc:sldMk cId="4137294051" sldId="449"/>
            <ac:spMk id="5" creationId="{A540CCC8-7F27-FB1F-08B2-0FEC3C62546C}"/>
          </ac:spMkLst>
        </pc:spChg>
        <pc:spChg chg="add">
          <ac:chgData name="Michael Hill" userId="41dba03d-e58d-4389-9894-554c10310ba4" providerId="ADAL" clId="{EF23FE1D-A042-481E-AFD7-2A9FB0847F54}" dt="2026-02-05T18:45:55.087" v="930"/>
          <ac:spMkLst>
            <pc:docMk/>
            <pc:sldMk cId="4137294051" sldId="449"/>
            <ac:spMk id="6" creationId="{E192B998-5E16-8AFA-7048-960CFFFA6C8A}"/>
          </ac:spMkLst>
        </pc:spChg>
        <pc:picChg chg="del">
          <ac:chgData name="Michael Hill" userId="41dba03d-e58d-4389-9894-554c10310ba4" providerId="ADAL" clId="{EF23FE1D-A042-481E-AFD7-2A9FB0847F54}" dt="2026-02-05T18:43:55.008" v="927" actId="478"/>
          <ac:picMkLst>
            <pc:docMk/>
            <pc:sldMk cId="4137294051" sldId="449"/>
            <ac:picMk id="1028" creationId="{390E2C52-EC15-25B7-FB14-661159AD99EA}"/>
          </ac:picMkLst>
        </pc:picChg>
        <pc:picChg chg="add mod">
          <ac:chgData name="Michael Hill" userId="41dba03d-e58d-4389-9894-554c10310ba4" providerId="ADAL" clId="{EF23FE1D-A042-481E-AFD7-2A9FB0847F54}" dt="2026-02-05T18:46:12.864" v="935" actId="1076"/>
          <ac:picMkLst>
            <pc:docMk/>
            <pc:sldMk cId="4137294051" sldId="449"/>
            <ac:picMk id="13320" creationId="{566A24BE-89AD-E51B-95E7-92D298677043}"/>
          </ac:picMkLst>
        </pc:picChg>
      </pc:sldChg>
      <pc:sldChg chg="modSp add mod">
        <pc:chgData name="Michael Hill" userId="41dba03d-e58d-4389-9894-554c10310ba4" providerId="ADAL" clId="{EF23FE1D-A042-481E-AFD7-2A9FB0847F54}" dt="2026-02-05T18:56:41.053" v="1665" actId="20577"/>
        <pc:sldMkLst>
          <pc:docMk/>
          <pc:sldMk cId="2767177341" sldId="450"/>
        </pc:sldMkLst>
        <pc:spChg chg="mod">
          <ac:chgData name="Michael Hill" userId="41dba03d-e58d-4389-9894-554c10310ba4" providerId="ADAL" clId="{EF23FE1D-A042-481E-AFD7-2A9FB0847F54}" dt="2026-02-05T18:56:41.053" v="1665" actId="20577"/>
          <ac:spMkLst>
            <pc:docMk/>
            <pc:sldMk cId="2767177341" sldId="450"/>
            <ac:spMk id="2" creationId="{C9F4B25D-F074-4628-88E5-B0296C0F6A88}"/>
          </ac:spMkLst>
        </pc:spChg>
        <pc:spChg chg="mod">
          <ac:chgData name="Michael Hill" userId="41dba03d-e58d-4389-9894-554c10310ba4" providerId="ADAL" clId="{EF23FE1D-A042-481E-AFD7-2A9FB0847F54}" dt="2026-02-05T18:53:43.042" v="1338" actId="20577"/>
          <ac:spMkLst>
            <pc:docMk/>
            <pc:sldMk cId="2767177341" sldId="450"/>
            <ac:spMk id="3" creationId="{B0B123C4-A044-B0AC-4394-833E0375BB9D}"/>
          </ac:spMkLst>
        </pc:spChg>
        <pc:spChg chg="mod">
          <ac:chgData name="Michael Hill" userId="41dba03d-e58d-4389-9894-554c10310ba4" providerId="ADAL" clId="{EF23FE1D-A042-481E-AFD7-2A9FB0847F54}" dt="2026-02-05T18:53:15.778" v="1163" actId="20577"/>
          <ac:spMkLst>
            <pc:docMk/>
            <pc:sldMk cId="2767177341" sldId="450"/>
            <ac:spMk id="5" creationId="{44E438AD-4169-D3E3-63D6-257933C7B88C}"/>
          </ac:spMkLst>
        </pc:spChg>
      </pc:sldChg>
      <pc:sldChg chg="addSp delSp modSp add mod">
        <pc:chgData name="Michael Hill" userId="41dba03d-e58d-4389-9894-554c10310ba4" providerId="ADAL" clId="{EF23FE1D-A042-481E-AFD7-2A9FB0847F54}" dt="2026-02-05T19:05:59.639" v="2100" actId="1076"/>
        <pc:sldMkLst>
          <pc:docMk/>
          <pc:sldMk cId="234922540" sldId="451"/>
        </pc:sldMkLst>
        <pc:spChg chg="del">
          <ac:chgData name="Michael Hill" userId="41dba03d-e58d-4389-9894-554c10310ba4" providerId="ADAL" clId="{EF23FE1D-A042-481E-AFD7-2A9FB0847F54}" dt="2026-02-05T18:58:26.950" v="1667" actId="478"/>
          <ac:spMkLst>
            <pc:docMk/>
            <pc:sldMk cId="234922540" sldId="451"/>
            <ac:spMk id="2" creationId="{B27F4C0B-E7CA-0921-BF7A-F3461DE9CAC6}"/>
          </ac:spMkLst>
        </pc:spChg>
        <pc:spChg chg="add del mod">
          <ac:chgData name="Michael Hill" userId="41dba03d-e58d-4389-9894-554c10310ba4" providerId="ADAL" clId="{EF23FE1D-A042-481E-AFD7-2A9FB0847F54}" dt="2026-02-05T19:05:39.979" v="2079" actId="478"/>
          <ac:spMkLst>
            <pc:docMk/>
            <pc:sldMk cId="234922540" sldId="451"/>
            <ac:spMk id="3" creationId="{A035E0B8-3A0C-BEED-5CD8-F00FDF8A7F91}"/>
          </ac:spMkLst>
        </pc:spChg>
        <pc:spChg chg="mod">
          <ac:chgData name="Michael Hill" userId="41dba03d-e58d-4389-9894-554c10310ba4" providerId="ADAL" clId="{EF23FE1D-A042-481E-AFD7-2A9FB0847F54}" dt="2026-02-05T19:05:59.639" v="2100" actId="1076"/>
          <ac:spMkLst>
            <pc:docMk/>
            <pc:sldMk cId="234922540" sldId="451"/>
            <ac:spMk id="5" creationId="{531848A3-2563-2F1E-3A07-3657764F5CBD}"/>
          </ac:spMkLst>
        </pc:spChg>
        <pc:picChg chg="add del mod">
          <ac:chgData name="Michael Hill" userId="41dba03d-e58d-4389-9894-554c10310ba4" providerId="ADAL" clId="{EF23FE1D-A042-481E-AFD7-2A9FB0847F54}" dt="2026-02-05T19:05:39.447" v="2078" actId="478"/>
          <ac:picMkLst>
            <pc:docMk/>
            <pc:sldMk cId="234922540" sldId="451"/>
            <ac:picMk id="14338" creationId="{19EBEFFC-28B2-BEAC-E3C9-FA2AD3030BCC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5T19:14:20.486" v="2627" actId="20577"/>
        <pc:sldMkLst>
          <pc:docMk/>
          <pc:sldMk cId="1333557675" sldId="452"/>
        </pc:sldMkLst>
        <pc:spChg chg="add mod">
          <ac:chgData name="Michael Hill" userId="41dba03d-e58d-4389-9894-554c10310ba4" providerId="ADAL" clId="{EF23FE1D-A042-481E-AFD7-2A9FB0847F54}" dt="2026-02-05T19:08:03.400" v="2418" actId="20577"/>
          <ac:spMkLst>
            <pc:docMk/>
            <pc:sldMk cId="1333557675" sldId="452"/>
            <ac:spMk id="2" creationId="{6C2A2FBB-BF43-0829-3CC0-CAEBCE67D363}"/>
          </ac:spMkLst>
        </pc:spChg>
        <pc:spChg chg="del">
          <ac:chgData name="Michael Hill" userId="41dba03d-e58d-4389-9894-554c10310ba4" providerId="ADAL" clId="{EF23FE1D-A042-481E-AFD7-2A9FB0847F54}" dt="2026-02-05T19:05:44.513" v="2082" actId="478"/>
          <ac:spMkLst>
            <pc:docMk/>
            <pc:sldMk cId="1333557675" sldId="452"/>
            <ac:spMk id="3" creationId="{7A191906-08DB-2C81-85A8-7AC86882C17F}"/>
          </ac:spMkLst>
        </pc:spChg>
        <pc:spChg chg="add mod">
          <ac:chgData name="Michael Hill" userId="41dba03d-e58d-4389-9894-554c10310ba4" providerId="ADAL" clId="{EF23FE1D-A042-481E-AFD7-2A9FB0847F54}" dt="2026-02-05T19:14:20.486" v="2627" actId="20577"/>
          <ac:spMkLst>
            <pc:docMk/>
            <pc:sldMk cId="1333557675" sldId="452"/>
            <ac:spMk id="4" creationId="{37BED8B5-2E17-2DCB-01EC-EABF66944B8D}"/>
          </ac:spMkLst>
        </pc:spChg>
        <pc:picChg chg="del">
          <ac:chgData name="Michael Hill" userId="41dba03d-e58d-4389-9894-554c10310ba4" providerId="ADAL" clId="{EF23FE1D-A042-481E-AFD7-2A9FB0847F54}" dt="2026-02-05T19:05:43.039" v="2081" actId="478"/>
          <ac:picMkLst>
            <pc:docMk/>
            <pc:sldMk cId="1333557675" sldId="452"/>
            <ac:picMk id="14338" creationId="{5FC22704-D345-BC8C-3670-2CC16DD89573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5T19:16:40.680" v="2928" actId="20577"/>
        <pc:sldMkLst>
          <pc:docMk/>
          <pc:sldMk cId="2620259924" sldId="453"/>
        </pc:sldMkLst>
        <pc:spChg chg="mod">
          <ac:chgData name="Michael Hill" userId="41dba03d-e58d-4389-9894-554c10310ba4" providerId="ADAL" clId="{EF23FE1D-A042-481E-AFD7-2A9FB0847F54}" dt="2026-02-05T19:16:40.680" v="2928" actId="20577"/>
          <ac:spMkLst>
            <pc:docMk/>
            <pc:sldMk cId="2620259924" sldId="453"/>
            <ac:spMk id="2" creationId="{8B27B917-347D-7F5C-2024-053E9FD6A729}"/>
          </ac:spMkLst>
        </pc:spChg>
        <pc:spChg chg="del">
          <ac:chgData name="Michael Hill" userId="41dba03d-e58d-4389-9894-554c10310ba4" providerId="ADAL" clId="{EF23FE1D-A042-481E-AFD7-2A9FB0847F54}" dt="2026-02-05T19:14:48.681" v="2629" actId="478"/>
          <ac:spMkLst>
            <pc:docMk/>
            <pc:sldMk cId="2620259924" sldId="453"/>
            <ac:spMk id="4" creationId="{E282BDEA-683D-A386-0AAD-634351B121C3}"/>
          </ac:spMkLst>
        </pc:spChg>
        <pc:spChg chg="mod">
          <ac:chgData name="Michael Hill" userId="41dba03d-e58d-4389-9894-554c10310ba4" providerId="ADAL" clId="{EF23FE1D-A042-481E-AFD7-2A9FB0847F54}" dt="2026-02-05T19:15:22.596" v="2652" actId="14100"/>
          <ac:spMkLst>
            <pc:docMk/>
            <pc:sldMk cId="2620259924" sldId="453"/>
            <ac:spMk id="5" creationId="{6C987231-986D-96AC-7202-260D8766505A}"/>
          </ac:spMkLst>
        </pc:spChg>
        <pc:picChg chg="add mod">
          <ac:chgData name="Michael Hill" userId="41dba03d-e58d-4389-9894-554c10310ba4" providerId="ADAL" clId="{EF23FE1D-A042-481E-AFD7-2A9FB0847F54}" dt="2026-02-05T19:15:28.460" v="2656" actId="1076"/>
          <ac:picMkLst>
            <pc:docMk/>
            <pc:sldMk cId="2620259924" sldId="453"/>
            <ac:picMk id="15362" creationId="{83AADEA7-74CB-7240-4725-31A92F9918D3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5T19:19:12.795" v="3186" actId="1076"/>
        <pc:sldMkLst>
          <pc:docMk/>
          <pc:sldMk cId="4284766619" sldId="454"/>
        </pc:sldMkLst>
        <pc:spChg chg="mod">
          <ac:chgData name="Michael Hill" userId="41dba03d-e58d-4389-9894-554c10310ba4" providerId="ADAL" clId="{EF23FE1D-A042-481E-AFD7-2A9FB0847F54}" dt="2026-02-05T19:18:34.476" v="3181" actId="207"/>
          <ac:spMkLst>
            <pc:docMk/>
            <pc:sldMk cId="4284766619" sldId="454"/>
            <ac:spMk id="2" creationId="{2A1F4377-21A1-4FA4-1E67-6DAD7878E703}"/>
          </ac:spMkLst>
        </pc:spChg>
        <pc:picChg chg="del">
          <ac:chgData name="Michael Hill" userId="41dba03d-e58d-4389-9894-554c10310ba4" providerId="ADAL" clId="{EF23FE1D-A042-481E-AFD7-2A9FB0847F54}" dt="2026-02-05T19:16:52.378" v="2930" actId="478"/>
          <ac:picMkLst>
            <pc:docMk/>
            <pc:sldMk cId="4284766619" sldId="454"/>
            <ac:picMk id="15362" creationId="{8716B2F3-7248-8B48-D091-9AAE5D0C2677}"/>
          </ac:picMkLst>
        </pc:picChg>
        <pc:picChg chg="add mod">
          <ac:chgData name="Michael Hill" userId="41dba03d-e58d-4389-9894-554c10310ba4" providerId="ADAL" clId="{EF23FE1D-A042-481E-AFD7-2A9FB0847F54}" dt="2026-02-05T19:19:12.795" v="3186" actId="1076"/>
          <ac:picMkLst>
            <pc:docMk/>
            <pc:sldMk cId="4284766619" sldId="454"/>
            <ac:picMk id="16386" creationId="{DCF0AACF-DBAB-4D15-013A-D790552D6C45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5T19:22:04.274" v="3590" actId="1076"/>
        <pc:sldMkLst>
          <pc:docMk/>
          <pc:sldMk cId="2748053362" sldId="455"/>
        </pc:sldMkLst>
        <pc:spChg chg="mod">
          <ac:chgData name="Michael Hill" userId="41dba03d-e58d-4389-9894-554c10310ba4" providerId="ADAL" clId="{EF23FE1D-A042-481E-AFD7-2A9FB0847F54}" dt="2026-02-05T19:21:26.408" v="3583" actId="14100"/>
          <ac:spMkLst>
            <pc:docMk/>
            <pc:sldMk cId="2748053362" sldId="455"/>
            <ac:spMk id="2" creationId="{EAF969B8-444E-52C9-E6F0-99E317C62964}"/>
          </ac:spMkLst>
        </pc:spChg>
        <pc:spChg chg="add del">
          <ac:chgData name="Michael Hill" userId="41dba03d-e58d-4389-9894-554c10310ba4" providerId="ADAL" clId="{EF23FE1D-A042-481E-AFD7-2A9FB0847F54}" dt="2026-02-05T19:21:44.598" v="3585" actId="478"/>
          <ac:spMkLst>
            <pc:docMk/>
            <pc:sldMk cId="2748053362" sldId="455"/>
            <ac:spMk id="3" creationId="{A258E946-9CD9-06E1-9640-E19276285BD9}"/>
          </ac:spMkLst>
        </pc:spChg>
        <pc:picChg chg="del">
          <ac:chgData name="Michael Hill" userId="41dba03d-e58d-4389-9894-554c10310ba4" providerId="ADAL" clId="{EF23FE1D-A042-481E-AFD7-2A9FB0847F54}" dt="2026-02-05T19:21:24.485" v="3582" actId="478"/>
          <ac:picMkLst>
            <pc:docMk/>
            <pc:sldMk cId="2748053362" sldId="455"/>
            <ac:picMk id="16386" creationId="{99AA70BE-174A-A978-15D8-E132E21DAF65}"/>
          </ac:picMkLst>
        </pc:picChg>
        <pc:picChg chg="add mod">
          <ac:chgData name="Michael Hill" userId="41dba03d-e58d-4389-9894-554c10310ba4" providerId="ADAL" clId="{EF23FE1D-A042-481E-AFD7-2A9FB0847F54}" dt="2026-02-05T19:22:04.274" v="3590" actId="1076"/>
          <ac:picMkLst>
            <pc:docMk/>
            <pc:sldMk cId="2748053362" sldId="455"/>
            <ac:picMk id="17412" creationId="{B3146744-0BCA-A008-7ECC-63EA1FE6FE10}"/>
          </ac:picMkLst>
        </pc:picChg>
      </pc:sldChg>
      <pc:sldChg chg="delSp modSp add mod">
        <pc:chgData name="Michael Hill" userId="41dba03d-e58d-4389-9894-554c10310ba4" providerId="ADAL" clId="{EF23FE1D-A042-481E-AFD7-2A9FB0847F54}" dt="2026-02-05T19:23:41.185" v="4073" actId="20577"/>
        <pc:sldMkLst>
          <pc:docMk/>
          <pc:sldMk cId="2448904863" sldId="456"/>
        </pc:sldMkLst>
        <pc:spChg chg="mod">
          <ac:chgData name="Michael Hill" userId="41dba03d-e58d-4389-9894-554c10310ba4" providerId="ADAL" clId="{EF23FE1D-A042-481E-AFD7-2A9FB0847F54}" dt="2026-02-05T19:23:41.185" v="4073" actId="20577"/>
          <ac:spMkLst>
            <pc:docMk/>
            <pc:sldMk cId="2448904863" sldId="456"/>
            <ac:spMk id="2" creationId="{2166E4CB-C32A-222A-517F-86F928294E73}"/>
          </ac:spMkLst>
        </pc:spChg>
        <pc:picChg chg="del">
          <ac:chgData name="Michael Hill" userId="41dba03d-e58d-4389-9894-554c10310ba4" providerId="ADAL" clId="{EF23FE1D-A042-481E-AFD7-2A9FB0847F54}" dt="2026-02-05T19:22:30.761" v="3673" actId="478"/>
          <ac:picMkLst>
            <pc:docMk/>
            <pc:sldMk cId="2448904863" sldId="456"/>
            <ac:picMk id="17412" creationId="{1338DF55-7425-E3C3-C628-F9FE236ED49D}"/>
          </ac:picMkLst>
        </pc:picChg>
      </pc:sldChg>
      <pc:sldChg chg="addSp modSp add mod">
        <pc:chgData name="Michael Hill" userId="41dba03d-e58d-4389-9894-554c10310ba4" providerId="ADAL" clId="{EF23FE1D-A042-481E-AFD7-2A9FB0847F54}" dt="2026-02-05T19:26:28.965" v="4523" actId="1076"/>
        <pc:sldMkLst>
          <pc:docMk/>
          <pc:sldMk cId="2296104144" sldId="457"/>
        </pc:sldMkLst>
        <pc:spChg chg="mod">
          <ac:chgData name="Michael Hill" userId="41dba03d-e58d-4389-9894-554c10310ba4" providerId="ADAL" clId="{EF23FE1D-A042-481E-AFD7-2A9FB0847F54}" dt="2026-02-05T19:25:56.664" v="4518" actId="20577"/>
          <ac:spMkLst>
            <pc:docMk/>
            <pc:sldMk cId="2296104144" sldId="457"/>
            <ac:spMk id="2" creationId="{5D511B97-F830-68C9-29AB-1EAF6B699D58}"/>
          </ac:spMkLst>
        </pc:spChg>
        <pc:spChg chg="mod">
          <ac:chgData name="Michael Hill" userId="41dba03d-e58d-4389-9894-554c10310ba4" providerId="ADAL" clId="{EF23FE1D-A042-481E-AFD7-2A9FB0847F54}" dt="2026-02-05T19:24:05.895" v="4085" actId="1076"/>
          <ac:spMkLst>
            <pc:docMk/>
            <pc:sldMk cId="2296104144" sldId="457"/>
            <ac:spMk id="5" creationId="{2EE6E606-FDCE-23E2-0081-C1136CC14E3E}"/>
          </ac:spMkLst>
        </pc:spChg>
        <pc:picChg chg="add mod">
          <ac:chgData name="Michael Hill" userId="41dba03d-e58d-4389-9894-554c10310ba4" providerId="ADAL" clId="{EF23FE1D-A042-481E-AFD7-2A9FB0847F54}" dt="2026-02-05T19:26:28.965" v="4523" actId="1076"/>
          <ac:picMkLst>
            <pc:docMk/>
            <pc:sldMk cId="2296104144" sldId="457"/>
            <ac:picMk id="18434" creationId="{5A07E6A9-F452-5D58-99DF-CDC57644545C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5T19:28:11.456" v="4890" actId="1076"/>
        <pc:sldMkLst>
          <pc:docMk/>
          <pc:sldMk cId="3942906193" sldId="458"/>
        </pc:sldMkLst>
        <pc:spChg chg="mod">
          <ac:chgData name="Michael Hill" userId="41dba03d-e58d-4389-9894-554c10310ba4" providerId="ADAL" clId="{EF23FE1D-A042-481E-AFD7-2A9FB0847F54}" dt="2026-02-05T19:28:09.995" v="4889" actId="14100"/>
          <ac:spMkLst>
            <pc:docMk/>
            <pc:sldMk cId="3942906193" sldId="458"/>
            <ac:spMk id="2" creationId="{EE6133F1-37FE-EC7A-CA64-CFE7F2583C5F}"/>
          </ac:spMkLst>
        </pc:spChg>
        <pc:spChg chg="add">
          <ac:chgData name="Michael Hill" userId="41dba03d-e58d-4389-9894-554c10310ba4" providerId="ADAL" clId="{EF23FE1D-A042-481E-AFD7-2A9FB0847F54}" dt="2026-02-05T19:27:54.829" v="4883"/>
          <ac:spMkLst>
            <pc:docMk/>
            <pc:sldMk cId="3942906193" sldId="458"/>
            <ac:spMk id="3" creationId="{756731DE-DCC0-B134-3AF6-4BD1BC7EE661}"/>
          </ac:spMkLst>
        </pc:spChg>
        <pc:picChg chg="del">
          <ac:chgData name="Michael Hill" userId="41dba03d-e58d-4389-9894-554c10310ba4" providerId="ADAL" clId="{EF23FE1D-A042-481E-AFD7-2A9FB0847F54}" dt="2026-02-05T19:27:41.541" v="4882" actId="478"/>
          <ac:picMkLst>
            <pc:docMk/>
            <pc:sldMk cId="3942906193" sldId="458"/>
            <ac:picMk id="18434" creationId="{BE237095-3C0F-E526-9CD4-098BD6708444}"/>
          </ac:picMkLst>
        </pc:picChg>
        <pc:picChg chg="add mod">
          <ac:chgData name="Michael Hill" userId="41dba03d-e58d-4389-9894-554c10310ba4" providerId="ADAL" clId="{EF23FE1D-A042-481E-AFD7-2A9FB0847F54}" dt="2026-02-05T19:28:11.456" v="4890" actId="1076"/>
          <ac:picMkLst>
            <pc:docMk/>
            <pc:sldMk cId="3942906193" sldId="458"/>
            <ac:picMk id="19460" creationId="{A3E62844-E726-5C70-30BF-FB92C0BCC6DE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5T19:29:53.187" v="5222" actId="1076"/>
        <pc:sldMkLst>
          <pc:docMk/>
          <pc:sldMk cId="310241215" sldId="459"/>
        </pc:sldMkLst>
        <pc:spChg chg="mod">
          <ac:chgData name="Michael Hill" userId="41dba03d-e58d-4389-9894-554c10310ba4" providerId="ADAL" clId="{EF23FE1D-A042-481E-AFD7-2A9FB0847F54}" dt="2026-02-05T19:29:34.130" v="5218" actId="313"/>
          <ac:spMkLst>
            <pc:docMk/>
            <pc:sldMk cId="310241215" sldId="459"/>
            <ac:spMk id="2" creationId="{999254F0-9354-830A-A3FE-422C9049752A}"/>
          </ac:spMkLst>
        </pc:spChg>
        <pc:picChg chg="del">
          <ac:chgData name="Michael Hill" userId="41dba03d-e58d-4389-9894-554c10310ba4" providerId="ADAL" clId="{EF23FE1D-A042-481E-AFD7-2A9FB0847F54}" dt="2026-02-05T19:29:36.167" v="5219" actId="478"/>
          <ac:picMkLst>
            <pc:docMk/>
            <pc:sldMk cId="310241215" sldId="459"/>
            <ac:picMk id="19460" creationId="{7A08131B-51A8-EE92-677B-5A0A59321539}"/>
          </ac:picMkLst>
        </pc:picChg>
        <pc:picChg chg="add mod">
          <ac:chgData name="Michael Hill" userId="41dba03d-e58d-4389-9894-554c10310ba4" providerId="ADAL" clId="{EF23FE1D-A042-481E-AFD7-2A9FB0847F54}" dt="2026-02-05T19:29:53.187" v="5222" actId="1076"/>
          <ac:picMkLst>
            <pc:docMk/>
            <pc:sldMk cId="310241215" sldId="459"/>
            <ac:picMk id="20482" creationId="{B82A7F49-9ACA-3CB1-1FED-10DC0106FC1B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5T19:30:55.909" v="5352" actId="1076"/>
        <pc:sldMkLst>
          <pc:docMk/>
          <pc:sldMk cId="1716475595" sldId="460"/>
        </pc:sldMkLst>
        <pc:spChg chg="mod">
          <ac:chgData name="Michael Hill" userId="41dba03d-e58d-4389-9894-554c10310ba4" providerId="ADAL" clId="{EF23FE1D-A042-481E-AFD7-2A9FB0847F54}" dt="2026-02-05T19:30:35.470" v="5348" actId="20577"/>
          <ac:spMkLst>
            <pc:docMk/>
            <pc:sldMk cId="1716475595" sldId="460"/>
            <ac:spMk id="2" creationId="{D07544A4-B48E-6648-3614-3412D958C85F}"/>
          </ac:spMkLst>
        </pc:spChg>
        <pc:picChg chg="del">
          <ac:chgData name="Michael Hill" userId="41dba03d-e58d-4389-9894-554c10310ba4" providerId="ADAL" clId="{EF23FE1D-A042-481E-AFD7-2A9FB0847F54}" dt="2026-02-05T19:30:37.260" v="5349" actId="478"/>
          <ac:picMkLst>
            <pc:docMk/>
            <pc:sldMk cId="1716475595" sldId="460"/>
            <ac:picMk id="20482" creationId="{D324D15D-1E28-B595-708D-129063DC3C3D}"/>
          </ac:picMkLst>
        </pc:picChg>
        <pc:picChg chg="add mod">
          <ac:chgData name="Michael Hill" userId="41dba03d-e58d-4389-9894-554c10310ba4" providerId="ADAL" clId="{EF23FE1D-A042-481E-AFD7-2A9FB0847F54}" dt="2026-02-05T19:30:55.909" v="5352" actId="1076"/>
          <ac:picMkLst>
            <pc:docMk/>
            <pc:sldMk cId="1716475595" sldId="460"/>
            <ac:picMk id="21506" creationId="{382067C8-3C14-87E3-1113-5A96DD57AA75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007EC-7779-4BAC-8F03-814B556CCD3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DB48C-FCC8-4682-A5C6-34BDEF33D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269359" y="1564080"/>
            <a:ext cx="7010399" cy="23015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7: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CONTROL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7-4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491563" y="3695603"/>
            <a:ext cx="7010399" cy="98075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785627" cy="22556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 err="1">
                <a:latin typeface="Bahnschrift" panose="020B0502040204020203" pitchFamily="34" charset="0"/>
              </a:rPr>
              <a:t>Centrailized</a:t>
            </a:r>
            <a:r>
              <a:rPr lang="en-US" sz="2800" dirty="0">
                <a:latin typeface="Bahnschrift" panose="020B0502040204020203" pitchFamily="34" charset="0"/>
              </a:rPr>
              <a:t> Systems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Distributed Systems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Agents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Effectors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Environments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Use cases of agents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160867"/>
            <a:ext cx="2903431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419726" y="1244356"/>
            <a:ext cx="9379779" cy="428268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Each set of traffic lights in a city is controlled by a separate embedded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has been proposed that all the traffic lights in the city should be controlled from a central computer.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Explain the benefit for drivers of having access to real-time information about traffic and road conditions.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2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613153" y="-1528902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D819EC-F1E2-670B-A66D-1BF9366A5C98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Good answers: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Reduce accidents/improve safety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Optimize traffic flow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Warn drivers about traffic incidents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Insights into congestion/delays allow city to improve roads</a:t>
            </a: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F4C78-06C3-CCBE-A6E4-DAB02567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587266C-0C7C-0587-AD50-4D73254B565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970333-9DDE-AD61-19CC-D231894BC45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D7C3BF-8F6B-77C2-092F-14C855F6C91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1D907-A331-3354-9F65-8614C2BA07F0}"/>
              </a:ext>
            </a:extLst>
          </p:cNvPr>
          <p:cNvSpPr/>
          <p:nvPr/>
        </p:nvSpPr>
        <p:spPr>
          <a:xfrm>
            <a:off x="-529389" y="233565"/>
            <a:ext cx="960694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CENTRALLY CONTROLLED SYSTEMS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B4AEFE-ACDF-9249-68E8-563C3BA47C5E}"/>
              </a:ext>
            </a:extLst>
          </p:cNvPr>
          <p:cNvSpPr/>
          <p:nvPr/>
        </p:nvSpPr>
        <p:spPr>
          <a:xfrm>
            <a:off x="821437" y="1197864"/>
            <a:ext cx="5900206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Most of the systems we’ve discussed today are centrally controlled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Centrally controlled systems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have a dedicated computer system responsible for all necessary calculations that the system uses to function</a:t>
            </a:r>
          </a:p>
        </p:txBody>
      </p:sp>
      <p:pic>
        <p:nvPicPr>
          <p:cNvPr id="1030" name="Picture 6" descr="Central Control Systems | EL-AV Compressors">
            <a:extLst>
              <a:ext uri="{FF2B5EF4-FFF2-40B4-BE49-F238E27FC236}">
                <a16:creationId xmlns:a16="http://schemas.microsoft.com/office/drawing/2014/main" id="{8DDEAEFE-5E61-D26C-4E7A-61B1D96DAF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2" t="8847" r="27153" b="12515"/>
          <a:stretch>
            <a:fillRect/>
          </a:stretch>
        </p:blipFill>
        <p:spPr bwMode="auto">
          <a:xfrm>
            <a:off x="7199615" y="3192379"/>
            <a:ext cx="4170948" cy="290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58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4899B-B75E-8F3C-CE96-0C6B3D068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AF803AA-CBE7-EC50-9597-8C06F9E45CA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A79F58-DF25-09B7-189C-8623B3F9566C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B222BB-6558-0AE8-B832-E3841BAE2B7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40CCC8-7F27-FB1F-08B2-0FEC3C62546C}"/>
              </a:ext>
            </a:extLst>
          </p:cNvPr>
          <p:cNvSpPr/>
          <p:nvPr/>
        </p:nvSpPr>
        <p:spPr>
          <a:xfrm>
            <a:off x="-288757" y="233565"/>
            <a:ext cx="607995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DISTRIBUTED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259700F-915F-A5D5-B87B-66B87D97C255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259700F-915F-A5D5-B87B-66B87D97C2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EBDA61A-27EE-2916-E818-5729E8781470}"/>
              </a:ext>
            </a:extLst>
          </p:cNvPr>
          <p:cNvSpPr/>
          <p:nvPr/>
        </p:nvSpPr>
        <p:spPr>
          <a:xfrm>
            <a:off x="821437" y="1197864"/>
            <a:ext cx="5900206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 there is another kind, the distributed system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Distributed System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have multiple computers, with each one doing part of the necessary calculations, and anything else the system needs to function</a:t>
            </a:r>
          </a:p>
        </p:txBody>
      </p:sp>
      <p:pic>
        <p:nvPicPr>
          <p:cNvPr id="13320" name="Picture 8" descr="A diagram of a distributed computing network with tasks being processed ...">
            <a:extLst>
              <a:ext uri="{FF2B5EF4-FFF2-40B4-BE49-F238E27FC236}">
                <a16:creationId xmlns:a16="http://schemas.microsoft.com/office/drawing/2014/main" id="{566A24BE-89AD-E51B-95E7-92D298677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583" y="1197864"/>
            <a:ext cx="4796644" cy="479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294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E168E-CCD5-A56D-9656-12404D614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1C84BFC-BFB2-F7C0-2E3B-7B799BFAD21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5D1E42-701F-EE85-A4C6-8ABC2105517F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779FC0E-8DD4-B041-9245-A0A91E43622B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F1533-5C3F-7096-9244-8BCA49DAAAFF}"/>
              </a:ext>
            </a:extLst>
          </p:cNvPr>
          <p:cNvSpPr/>
          <p:nvPr/>
        </p:nvSpPr>
        <p:spPr>
          <a:xfrm>
            <a:off x="0" y="233565"/>
            <a:ext cx="5775158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F55512D-CA9E-9AF1-DF4A-ECB0A675515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F55512D-CA9E-9AF1-DF4A-ECB0A67551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71C85B2-88FE-3ACD-9FFA-184C9C8C0DA5}"/>
              </a:ext>
            </a:extLst>
          </p:cNvPr>
          <p:cNvSpPr/>
          <p:nvPr/>
        </p:nvSpPr>
        <p:spPr>
          <a:xfrm>
            <a:off x="821437" y="1197864"/>
            <a:ext cx="5274563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Centralized Systems: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 resources in single system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Usually cheaper to operate and setup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More security for all data (less places to hack)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Less overhead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Simpler backups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7872F9-25D3-8166-F22F-2C5977D28756}"/>
              </a:ext>
            </a:extLst>
          </p:cNvPr>
          <p:cNvSpPr/>
          <p:nvPr/>
        </p:nvSpPr>
        <p:spPr>
          <a:xfrm rot="153123">
            <a:off x="6199068" y="1156612"/>
            <a:ext cx="5274563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Distributed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system has necessary resources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 catastrophic failure if the connections are severed somehow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Very easy to expand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Add/remove parts as needed</a:t>
            </a:r>
          </a:p>
        </p:txBody>
      </p:sp>
    </p:spTree>
    <p:extLst>
      <p:ext uri="{BB962C8B-B14F-4D97-AF65-F5344CB8AC3E}">
        <p14:creationId xmlns:p14="http://schemas.microsoft.com/office/powerpoint/2010/main" val="452985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09771-BFF4-992C-8446-BF5CEC6F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77E8CFA-8158-C76B-572A-365006C65B4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EC1862-5464-4CA4-1E5C-2DDC90247B76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690D2C-4574-01CD-FF1D-679FACF76D17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E438AD-4169-D3E3-63D6-257933C7B88C}"/>
              </a:ext>
            </a:extLst>
          </p:cNvPr>
          <p:cNvSpPr/>
          <p:nvPr/>
        </p:nvSpPr>
        <p:spPr>
          <a:xfrm>
            <a:off x="0" y="233565"/>
            <a:ext cx="5775158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45EAFE6-5432-B87E-1B77-D42104E93766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45EAFE6-5432-B87E-1B77-D42104E937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0B123C4-A044-B0AC-4394-833E0375BB9D}"/>
              </a:ext>
            </a:extLst>
          </p:cNvPr>
          <p:cNvSpPr/>
          <p:nvPr/>
        </p:nvSpPr>
        <p:spPr>
          <a:xfrm>
            <a:off x="821437" y="1197864"/>
            <a:ext cx="5274563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Centralized Systems: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any clients exist, they must connect to the central system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Making connection a point of failure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single computer fails, the whole system goes down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F4B25D-F074-4628-88E5-B0296C0F6A88}"/>
              </a:ext>
            </a:extLst>
          </p:cNvPr>
          <p:cNvSpPr/>
          <p:nvPr/>
        </p:nvSpPr>
        <p:spPr>
          <a:xfrm rot="153123">
            <a:off x="6199068" y="1156612"/>
            <a:ext cx="5274563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Distributed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Expensive to set up because of additional hardware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Backup requires more effort at each site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Security – if one node is compromised they all can be</a:t>
            </a:r>
          </a:p>
        </p:txBody>
      </p:sp>
    </p:spTree>
    <p:extLst>
      <p:ext uri="{BB962C8B-B14F-4D97-AF65-F5344CB8AC3E}">
        <p14:creationId xmlns:p14="http://schemas.microsoft.com/office/powerpoint/2010/main" val="276717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91926-8250-F715-EC81-39A017F7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5BEF578-B2B2-56FE-4AC9-8418167A886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361E22-54F2-BF1B-B8B8-E9BE230842C4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8F7D4B-A652-2B1D-646C-D9AE21BC641C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848A3-2563-2F1E-3A07-3657764F5CBD}"/>
              </a:ext>
            </a:extLst>
          </p:cNvPr>
          <p:cNvSpPr/>
          <p:nvPr/>
        </p:nvSpPr>
        <p:spPr>
          <a:xfrm>
            <a:off x="-127188" y="233565"/>
            <a:ext cx="5549420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COST COMPARISON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2C729C1-6F1D-9018-F6FE-563D142C05F5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2C729C1-6F1D-9018-F6FE-563D142C05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035E0B8-3A0C-BEED-5CD8-F00FDF8A7F91}"/>
              </a:ext>
            </a:extLst>
          </p:cNvPr>
          <p:cNvSpPr/>
          <p:nvPr/>
        </p:nvSpPr>
        <p:spPr>
          <a:xfrm>
            <a:off x="821437" y="1197864"/>
            <a:ext cx="8528874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Cost is one of the biggest factors in picking between centralized and distributed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Centralized: requires a powerful central computer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Distributed: requires a number of computers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Maintenance for either could cost more depending on specific implementation details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 neither is a clear winner</a:t>
            </a:r>
          </a:p>
        </p:txBody>
      </p:sp>
      <p:pic>
        <p:nvPicPr>
          <p:cNvPr id="14338" name="Picture 2" descr="Mr Krabs Money GIF by SpongeBob SquarePants - Find &amp; Share on GIPHY">
            <a:extLst>
              <a:ext uri="{FF2B5EF4-FFF2-40B4-BE49-F238E27FC236}">
                <a16:creationId xmlns:a16="http://schemas.microsoft.com/office/drawing/2014/main" id="{19EBEFFC-28B2-BEAC-E3C9-FA2AD3030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11" y="1783144"/>
            <a:ext cx="2357473" cy="175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2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54C9D-D407-4F73-9124-6445778C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57D10C9-56AC-4E59-C72E-3722101632F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37D27C-6D0F-5E2B-7650-7745CDB889AD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684EF4-13D0-7923-D195-0B6BF46D6A68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F9EF7B-1B84-842D-1204-9FC67A0E42E0}"/>
              </a:ext>
            </a:extLst>
          </p:cNvPr>
          <p:cNvSpPr/>
          <p:nvPr/>
        </p:nvSpPr>
        <p:spPr>
          <a:xfrm>
            <a:off x="-335736" y="233565"/>
            <a:ext cx="7812505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TRAFFIC LIGHT COMPARISON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21DBA72-D492-6711-44D4-C42D819A1296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21DBA72-D492-6711-44D4-C42D819A12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C2A2FBB-BF43-0829-3CC0-CAEBCE67D363}"/>
              </a:ext>
            </a:extLst>
          </p:cNvPr>
          <p:cNvSpPr/>
          <p:nvPr/>
        </p:nvSpPr>
        <p:spPr>
          <a:xfrm>
            <a:off x="208547" y="1197864"/>
            <a:ext cx="5887453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Centralized Systems: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Lights between intersections need to communicate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communication is lost with central computer, the whole system may go down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Central computer can only handle so many traffic lights at once before overloading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BED8B5-2E17-2DCB-01EC-EABF66944B8D}"/>
              </a:ext>
            </a:extLst>
          </p:cNvPr>
          <p:cNvSpPr/>
          <p:nvPr/>
        </p:nvSpPr>
        <p:spPr>
          <a:xfrm rot="153123">
            <a:off x="6199068" y="1156612"/>
            <a:ext cx="5274563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Distributed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 operate when main computer goes down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Expansion is easy, adding new lights will not overwhelm computer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Centralized surveillance/algorithms not always available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 can be substituted</a:t>
            </a:r>
          </a:p>
        </p:txBody>
      </p:sp>
    </p:spTree>
    <p:extLst>
      <p:ext uri="{BB962C8B-B14F-4D97-AF65-F5344CB8AC3E}">
        <p14:creationId xmlns:p14="http://schemas.microsoft.com/office/powerpoint/2010/main" val="1333557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3CFE6-1B5E-80C5-8733-A88C887E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6CD1571-B8C6-95A6-2BFC-2330146BBCF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0A2B5D-5E28-059D-DEA0-E450EFD5F2A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9EF427-418D-E5C6-8117-ADE5508E8BF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987231-986D-96AC-7202-260D8766505A}"/>
              </a:ext>
            </a:extLst>
          </p:cNvPr>
          <p:cNvSpPr/>
          <p:nvPr/>
        </p:nvSpPr>
        <p:spPr>
          <a:xfrm>
            <a:off x="-335736" y="233565"/>
            <a:ext cx="6271315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AUTONOMOUS AGENTS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919580D-25FC-0887-ACA6-364FCA82D1F6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919580D-25FC-0887-ACA6-364FCA82D1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B27B917-347D-7F5C-2024-053E9FD6A729}"/>
              </a:ext>
            </a:extLst>
          </p:cNvPr>
          <p:cNvSpPr/>
          <p:nvPr/>
        </p:nvSpPr>
        <p:spPr>
          <a:xfrm>
            <a:off x="208547" y="1197864"/>
            <a:ext cx="5887453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Autonomous agents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Agents are anything that can perceive its environment through sensors and act upon it through effectors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Humans are agents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Robots are agents (if they move autonomously)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Programs are agents if they respond in real time</a:t>
            </a:r>
          </a:p>
        </p:txBody>
      </p:sp>
      <p:pic>
        <p:nvPicPr>
          <p:cNvPr id="15362" name="Picture 2" descr="The Rise of Autonomous Agents: Marc Benioff's AI Prediction - Fusion Chat">
            <a:extLst>
              <a:ext uri="{FF2B5EF4-FFF2-40B4-BE49-F238E27FC236}">
                <a16:creationId xmlns:a16="http://schemas.microsoft.com/office/drawing/2014/main" id="{83AADEA7-74CB-7240-4725-31A92F991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977" y="3429000"/>
            <a:ext cx="4535373" cy="25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259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22E3EB-7B1D-09D0-9B0E-DE019376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B1F64E5-16DB-CF34-06AF-A63244E6F02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06ACBB-526B-58AF-E1B8-743E00047A05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FDB7C8-289E-8984-9A49-FA56D58F41AF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3F141-62DE-96CD-BE06-6576F9487351}"/>
              </a:ext>
            </a:extLst>
          </p:cNvPr>
          <p:cNvSpPr/>
          <p:nvPr/>
        </p:nvSpPr>
        <p:spPr>
          <a:xfrm>
            <a:off x="-335736" y="233565"/>
            <a:ext cx="6271315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AUTONOMOUS AGENTS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99AC69-6488-55B8-E6BA-CAF3FEBF2CDC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99AC69-6488-55B8-E6BA-CAF3FEBF2C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A1F4377-21A1-4FA4-1E67-6DAD7878E703}"/>
              </a:ext>
            </a:extLst>
          </p:cNvPr>
          <p:cNvSpPr/>
          <p:nvPr/>
        </p:nvSpPr>
        <p:spPr>
          <a:xfrm>
            <a:off x="208547" y="1197864"/>
            <a:ext cx="5887453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Agents operate on behalf of an owner with a degree of autonomy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follow algorithms supplied by the owner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Self driving cars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Programs that search the world-wide web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Computer viruses</a:t>
            </a:r>
          </a:p>
        </p:txBody>
      </p:sp>
      <p:pic>
        <p:nvPicPr>
          <p:cNvPr id="16386" name="Picture 2" descr="Uber Eats now uses Waymo’s self-driving cars to offer driverless ...">
            <a:extLst>
              <a:ext uri="{FF2B5EF4-FFF2-40B4-BE49-F238E27FC236}">
                <a16:creationId xmlns:a16="http://schemas.microsoft.com/office/drawing/2014/main" id="{DCF0AACF-DBAB-4D15-013A-D790552D6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189" y="1905676"/>
            <a:ext cx="5416264" cy="304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766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C1D02-DE2C-5715-B3A3-0DB88776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2C63424-CF12-9793-31B0-72CBE0B6CE6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3820A8-B05C-332D-BC64-4E805E39653F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C15EEE-F9F8-27AC-776A-D57ABA73074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B96EFA-7AFA-E6D9-C22E-CA2B04FD5DFA}"/>
              </a:ext>
            </a:extLst>
          </p:cNvPr>
          <p:cNvSpPr/>
          <p:nvPr/>
        </p:nvSpPr>
        <p:spPr>
          <a:xfrm>
            <a:off x="-335736" y="233565"/>
            <a:ext cx="6271315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AUTONOMOUS AGENTS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670D558-C199-120C-CA61-B71610F90F2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670D558-C199-120C-CA61-B71610F90F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AF969B8-444E-52C9-E6F0-99E317C62964}"/>
              </a:ext>
            </a:extLst>
          </p:cNvPr>
          <p:cNvSpPr/>
          <p:nvPr/>
        </p:nvSpPr>
        <p:spPr>
          <a:xfrm>
            <a:off x="208547" y="1197864"/>
            <a:ext cx="10266948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Environments can impact agents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can be accessible or inaccessible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generally cannot see every part of their environment, just a subset of it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environment may be deterministic or non-deterministic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agent’s actions pre-defined with no possibility of uncertainty?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ChatGPT deterministic or not?</a:t>
            </a:r>
          </a:p>
        </p:txBody>
      </p:sp>
      <p:pic>
        <p:nvPicPr>
          <p:cNvPr id="17412" name="Picture 4" descr="Chatgpt logo">
            <a:extLst>
              <a:ext uri="{FF2B5EF4-FFF2-40B4-BE49-F238E27FC236}">
                <a16:creationId xmlns:a16="http://schemas.microsoft.com/office/drawing/2014/main" id="{B3146744-0BCA-A008-7ECC-63EA1FE6F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702" y="228271"/>
            <a:ext cx="4809815" cy="141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053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BF6A4-FDDC-1265-9C4C-15EADFA16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E30934E-6791-1D3E-B359-9F01A11935E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C40E1E-0220-499E-294A-86B22825F91C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259A9C-57FA-21FA-48EB-41508C574F46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E1316A-7EF0-500C-4C15-EC23D20AF830}"/>
              </a:ext>
            </a:extLst>
          </p:cNvPr>
          <p:cNvSpPr/>
          <p:nvPr/>
        </p:nvSpPr>
        <p:spPr>
          <a:xfrm>
            <a:off x="-335736" y="233565"/>
            <a:ext cx="6271315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AUTONOMOUS AGENTS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DD40D1A-32EC-D9C1-83F0-4565398A0F6D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DD40D1A-32EC-D9C1-83F0-4565398A0F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166E4CB-C32A-222A-517F-86F928294E73}"/>
              </a:ext>
            </a:extLst>
          </p:cNvPr>
          <p:cNvSpPr/>
          <p:nvPr/>
        </p:nvSpPr>
        <p:spPr>
          <a:xfrm>
            <a:off x="208547" y="1197864"/>
            <a:ext cx="10266948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Environments may be episodic or non-episodic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the agent’s actions based on their previous actions, or are they segmented entirely?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Environments can be static or dynamic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 they change or not while an agent is deliberating an action?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Environments may be discrete or continuous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there a finite number of states it can be 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Which of these categories does the real world generally fall into?</a:t>
            </a:r>
          </a:p>
        </p:txBody>
      </p:sp>
    </p:spTree>
    <p:extLst>
      <p:ext uri="{BB962C8B-B14F-4D97-AF65-F5344CB8AC3E}">
        <p14:creationId xmlns:p14="http://schemas.microsoft.com/office/powerpoint/2010/main" val="2448904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61471-EB90-BC71-CAAD-362D2090F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0608B4-A8B6-363C-4EBF-02B27E512F0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F5170F-23E3-F7BC-9CFC-25EC13F752CD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ED0A2C-376D-CDAB-C2AF-BB01589DE70E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E6E606-FDCE-23E2-0081-C1136CC14E3E}"/>
              </a:ext>
            </a:extLst>
          </p:cNvPr>
          <p:cNvSpPr/>
          <p:nvPr/>
        </p:nvSpPr>
        <p:spPr>
          <a:xfrm>
            <a:off x="-63477" y="233565"/>
            <a:ext cx="323935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USE CASES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8961E69-1E97-89AB-F153-050C47694A5B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8961E69-1E97-89AB-F153-050C47694A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D511B97-F830-68C9-29AB-1EAF6B699D58}"/>
              </a:ext>
            </a:extLst>
          </p:cNvPr>
          <p:cNvSpPr/>
          <p:nvPr/>
        </p:nvSpPr>
        <p:spPr>
          <a:xfrm>
            <a:off x="208547" y="1197864"/>
            <a:ext cx="10266948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Space missions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Missions may be manned or unmanned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Satellites operate generally entirely autonomously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Rovers operate often without human interference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Entire ships can be launched without needing a person onboard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Most mistakes made during manned missions are mad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eby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humans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Autonomous agents don’t get tired or forget things</a:t>
            </a:r>
          </a:p>
        </p:txBody>
      </p:sp>
      <p:pic>
        <p:nvPicPr>
          <p:cNvPr id="18434" name="Picture 2" descr="Galileo satellite set for new orbit | International Space Fellowship">
            <a:extLst>
              <a:ext uri="{FF2B5EF4-FFF2-40B4-BE49-F238E27FC236}">
                <a16:creationId xmlns:a16="http://schemas.microsoft.com/office/drawing/2014/main" id="{5A07E6A9-F452-5D58-99DF-CDC57644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389" y="186710"/>
            <a:ext cx="2631116" cy="197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104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FDD36-9A83-0F96-4F9C-03994F3F4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B06D57B-76CB-3AB1-63A8-A3A8EA84023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29D3D3-65B6-51EE-ACA7-6AB8BC11A9A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173A32-9AB2-AB4F-22A0-2674C8ED84A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08D54-7D27-39DE-B1BE-7047B01C0B34}"/>
              </a:ext>
            </a:extLst>
          </p:cNvPr>
          <p:cNvSpPr/>
          <p:nvPr/>
        </p:nvSpPr>
        <p:spPr>
          <a:xfrm>
            <a:off x="-63477" y="233565"/>
            <a:ext cx="323935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USE CASES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29893EB-AD61-FA10-E890-7C11A0B37AE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29893EB-AD61-FA10-E890-7C11A0B37A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E6133F1-37FE-EC7A-CA64-CFE7F2583C5F}"/>
              </a:ext>
            </a:extLst>
          </p:cNvPr>
          <p:cNvSpPr/>
          <p:nvPr/>
        </p:nvSpPr>
        <p:spPr>
          <a:xfrm>
            <a:off x="208547" y="1197864"/>
            <a:ext cx="9581236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Warehouses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Amazon already uses robots in their warehouses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Carry boxes or shelves of products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Ships far more people than human workers could alone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Amazon ran a contest called the Amazon Picking Challenge where researchers competed to build the best robot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is a lot of innovation in the automation scene for things like this</a:t>
            </a:r>
          </a:p>
        </p:txBody>
      </p:sp>
      <p:pic>
        <p:nvPicPr>
          <p:cNvPr id="19460" name="Picture 4" descr="What is Amazon Robotic Fulfillment Center? - Waredock">
            <a:extLst>
              <a:ext uri="{FF2B5EF4-FFF2-40B4-BE49-F238E27FC236}">
                <a16:creationId xmlns:a16="http://schemas.microsoft.com/office/drawing/2014/main" id="{A3E62844-E726-5C70-30BF-FB92C0BCC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345" y="284495"/>
            <a:ext cx="2785121" cy="174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906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55111-28C9-0E9A-3926-8982BFA96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7B05789-EF12-83C7-D0E1-5DB71BA6412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41B7B3-11ED-257C-87A6-9A9765B71D9A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1536A5-372C-0C1E-E57D-D38A581A8CE1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2DDB64-F226-DEF6-27F3-D0AE4E216DBB}"/>
              </a:ext>
            </a:extLst>
          </p:cNvPr>
          <p:cNvSpPr/>
          <p:nvPr/>
        </p:nvSpPr>
        <p:spPr>
          <a:xfrm>
            <a:off x="-63477" y="233565"/>
            <a:ext cx="323935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USE CASES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BEF9C32-8A99-5332-B230-1F4E15015DE8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BEF9C32-8A99-5332-B230-1F4E15015D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99254F0-9354-830A-A3FE-422C9049752A}"/>
              </a:ext>
            </a:extLst>
          </p:cNvPr>
          <p:cNvSpPr/>
          <p:nvPr/>
        </p:nvSpPr>
        <p:spPr>
          <a:xfrm>
            <a:off x="208547" y="1197864"/>
            <a:ext cx="9581236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Self driving cars are kind-of, almost upon us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Work in both urban and rural settings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Agents use sensors to detect information about the car’s current state, as well as the environment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Agents should act in an inaccessible, non-deterministic, non-episodic, dynamic, continuous environment</a:t>
            </a:r>
          </a:p>
        </p:txBody>
      </p:sp>
      <p:pic>
        <p:nvPicPr>
          <p:cNvPr id="20482" name="Picture 2" descr="2025 TESLA MODEL 3 ELECTRIC - 5YJ3E1EA8SF031832">
            <a:extLst>
              <a:ext uri="{FF2B5EF4-FFF2-40B4-BE49-F238E27FC236}">
                <a16:creationId xmlns:a16="http://schemas.microsoft.com/office/drawing/2014/main" id="{B82A7F49-9ACA-3CB1-1FED-10DC0106F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980" y="0"/>
            <a:ext cx="3753852" cy="2815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41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81015A-0F71-16EE-E2F3-C1B294500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12B2FC5-5921-07AF-1C6F-E328657599E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EC0D63-C001-5E92-9640-A3287BAA22C0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451724-6FBB-FD22-B0C9-E9B58A9BB140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1CF558-08C5-F474-FBF4-118700CF58CC}"/>
              </a:ext>
            </a:extLst>
          </p:cNvPr>
          <p:cNvSpPr/>
          <p:nvPr/>
        </p:nvSpPr>
        <p:spPr>
          <a:xfrm>
            <a:off x="-63477" y="233565"/>
            <a:ext cx="323935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USE CASES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5A0F7CB-E824-8E88-19F0-D26C72236CE5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5A0F7CB-E824-8E88-19F0-D26C72236C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07544A4-B48E-6648-3614-3412D958C85F}"/>
              </a:ext>
            </a:extLst>
          </p:cNvPr>
          <p:cNvSpPr/>
          <p:nvPr/>
        </p:nvSpPr>
        <p:spPr>
          <a:xfrm>
            <a:off x="208547" y="1197864"/>
            <a:ext cx="9581236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VIDEO GAMES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NPCs react to a more fixed-state in-game world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Entire subsystems in games use agents to determine what happens</a:t>
            </a:r>
          </a:p>
        </p:txBody>
      </p:sp>
      <p:pic>
        <p:nvPicPr>
          <p:cNvPr id="21506" name="Picture 2" descr="Minecraft official promotional image - MobyGames">
            <a:extLst>
              <a:ext uri="{FF2B5EF4-FFF2-40B4-BE49-F238E27FC236}">
                <a16:creationId xmlns:a16="http://schemas.microsoft.com/office/drawing/2014/main" id="{382067C8-3C14-87E3-1113-5A96DD57A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702" y="3175024"/>
            <a:ext cx="5601081" cy="315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475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33AAE-04BB-29FE-E3AB-C667F938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BBCBCE5-8AAA-C049-1B05-8843F0DCD7F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C869FD-99FC-685B-F1D6-B068B2931A04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098846-50A0-8AB0-D4FC-14C94392FAD6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38B906-8433-A08D-26BE-50C493A6D2F0}"/>
              </a:ext>
            </a:extLst>
          </p:cNvPr>
          <p:cNvSpPr/>
          <p:nvPr/>
        </p:nvSpPr>
        <p:spPr>
          <a:xfrm>
            <a:off x="-304800" y="156942"/>
            <a:ext cx="5678905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REVIEW WORKSHEET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FEFCE03-9F77-9A77-2950-32E943AA1133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FEFCE03-9F77-9A77-2950-32E943AA11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EFF9F51-6577-C588-1C20-B7221C523D1B}"/>
              </a:ext>
            </a:extLst>
          </p:cNvPr>
          <p:cNvSpPr/>
          <p:nvPr/>
        </p:nvSpPr>
        <p:spPr>
          <a:xfrm>
            <a:off x="821436" y="1197864"/>
            <a:ext cx="10440894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review for this unit’s quiz is up on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! Go get ‘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em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66834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837227" cy="55984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Agents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Centralized Systems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>
                <a:latin typeface="Bahnschrift" panose="020B0502040204020203" pitchFamily="34" charset="0"/>
              </a:rPr>
              <a:t>Distributed Systems</a:t>
            </a:r>
            <a:endParaRPr lang="en-US" sz="2800" dirty="0">
              <a:latin typeface="Bahnschrift" panose="020B0502040204020203" pitchFamily="34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29157</TotalTime>
  <Words>820</Words>
  <Application>Microsoft Office PowerPoint</Application>
  <PresentationFormat>Widescreen</PresentationFormat>
  <Paragraphs>127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25</cp:revision>
  <dcterms:created xsi:type="dcterms:W3CDTF">2025-08-11T14:07:39Z</dcterms:created>
  <dcterms:modified xsi:type="dcterms:W3CDTF">2026-02-05T19:31:47Z</dcterms:modified>
</cp:coreProperties>
</file>