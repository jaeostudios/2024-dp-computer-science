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96" r:id="rId4"/>
    <p:sldId id="297" r:id="rId5"/>
    <p:sldId id="417" r:id="rId6"/>
    <p:sldId id="418" r:id="rId7"/>
    <p:sldId id="419" r:id="rId8"/>
    <p:sldId id="436" r:id="rId9"/>
    <p:sldId id="437" r:id="rId10"/>
    <p:sldId id="438" r:id="rId11"/>
    <p:sldId id="439" r:id="rId12"/>
    <p:sldId id="440" r:id="rId13"/>
    <p:sldId id="441" r:id="rId14"/>
    <p:sldId id="442" r:id="rId15"/>
    <p:sldId id="443" r:id="rId16"/>
    <p:sldId id="444" r:id="rId17"/>
    <p:sldId id="445" r:id="rId18"/>
    <p:sldId id="446" r:id="rId19"/>
    <p:sldId id="435" r:id="rId20"/>
    <p:sldId id="35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55D"/>
    <a:srgbClr val="516881"/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8CA860-A31A-47A7-B227-37EF2C1559AD}" v="67" dt="2026-02-04T16:08:08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6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" y="10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2-04T20:33:48.054" v="4061" actId="20577"/>
      <pc:docMkLst>
        <pc:docMk/>
      </pc:docMkLst>
      <pc:sldChg chg="modSp mod">
        <pc:chgData name="Michael Hill" userId="41dba03d-e58d-4389-9894-554c10310ba4" providerId="ADAL" clId="{EF23FE1D-A042-481E-AFD7-2A9FB0847F54}" dt="2026-02-04T15:30:44.895" v="41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2-04T15:30:25.908" v="5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2-04T15:30:44.895" v="41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2-04T15:32:12.777" v="290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2-04T15:32:12.777" v="290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2-04T15:34:40.069" v="294"/>
        <pc:sldMkLst>
          <pc:docMk/>
          <pc:sldMk cId="4221327636" sldId="296"/>
        </pc:sldMkLst>
        <pc:spChg chg="mod">
          <ac:chgData name="Michael Hill" userId="41dba03d-e58d-4389-9894-554c10310ba4" providerId="ADAL" clId="{EF23FE1D-A042-481E-AFD7-2A9FB0847F54}" dt="2026-02-04T15:34:40.069" v="294"/>
          <ac:spMkLst>
            <pc:docMk/>
            <pc:sldMk cId="4221327636" sldId="296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2-04T15:35:04.585" v="297" actId="255"/>
        <pc:sldMkLst>
          <pc:docMk/>
          <pc:sldMk cId="2098128014" sldId="297"/>
        </pc:sldMkLst>
        <pc:spChg chg="mod">
          <ac:chgData name="Michael Hill" userId="41dba03d-e58d-4389-9894-554c10310ba4" providerId="ADAL" clId="{EF23FE1D-A042-481E-AFD7-2A9FB0847F54}" dt="2026-02-04T15:35:04.585" v="297" actId="255"/>
          <ac:spMkLst>
            <pc:docMk/>
            <pc:sldMk cId="2098128014" sldId="297"/>
            <ac:spMk id="3" creationId="{35D819EC-F1E2-670B-A66D-1BF9366A5C98}"/>
          </ac:spMkLst>
        </pc:spChg>
      </pc:sldChg>
      <pc:sldChg chg="modSp mod">
        <pc:chgData name="Michael Hill" userId="41dba03d-e58d-4389-9894-554c10310ba4" providerId="ADAL" clId="{EF23FE1D-A042-481E-AFD7-2A9FB0847F54}" dt="2026-02-04T20:33:48.054" v="4061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6-02-04T20:33:48.054" v="4061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addSp delSp modSp mod">
        <pc:chgData name="Michael Hill" userId="41dba03d-e58d-4389-9894-554c10310ba4" providerId="ADAL" clId="{EF23FE1D-A042-481E-AFD7-2A9FB0847F54}" dt="2026-02-04T15:38:18.215" v="554" actId="1076"/>
        <pc:sldMkLst>
          <pc:docMk/>
          <pc:sldMk cId="978586516" sldId="417"/>
        </pc:sldMkLst>
        <pc:spChg chg="mod">
          <ac:chgData name="Michael Hill" userId="41dba03d-e58d-4389-9894-554c10310ba4" providerId="ADAL" clId="{EF23FE1D-A042-481E-AFD7-2A9FB0847F54}" dt="2026-02-04T15:37:55.367" v="550" actId="20577"/>
          <ac:spMkLst>
            <pc:docMk/>
            <pc:sldMk cId="978586516" sldId="417"/>
            <ac:spMk id="3" creationId="{9CB4AEFE-ACDF-9249-68E8-563C3BA47C5E}"/>
          </ac:spMkLst>
        </pc:spChg>
        <pc:spChg chg="mod">
          <ac:chgData name="Michael Hill" userId="41dba03d-e58d-4389-9894-554c10310ba4" providerId="ADAL" clId="{EF23FE1D-A042-481E-AFD7-2A9FB0847F54}" dt="2026-02-04T15:37:01.852" v="305" actId="14100"/>
          <ac:spMkLst>
            <pc:docMk/>
            <pc:sldMk cId="978586516" sldId="417"/>
            <ac:spMk id="5" creationId="{1E11D907-A331-3354-9F65-8614C2BA07F0}"/>
          </ac:spMkLst>
        </pc:spChg>
        <pc:picChg chg="add mod">
          <ac:chgData name="Michael Hill" userId="41dba03d-e58d-4389-9894-554c10310ba4" providerId="ADAL" clId="{EF23FE1D-A042-481E-AFD7-2A9FB0847F54}" dt="2026-02-04T15:38:18.215" v="554" actId="1076"/>
          <ac:picMkLst>
            <pc:docMk/>
            <pc:sldMk cId="978586516" sldId="417"/>
            <ac:picMk id="2" creationId="{E6FDED71-668B-793E-5826-BAE8AA025A41}"/>
          </ac:picMkLst>
        </pc:picChg>
        <pc:picChg chg="del">
          <ac:chgData name="Michael Hill" userId="41dba03d-e58d-4389-9894-554c10310ba4" providerId="ADAL" clId="{EF23FE1D-A042-481E-AFD7-2A9FB0847F54}" dt="2026-02-04T15:38:10.892" v="551" actId="478"/>
          <ac:picMkLst>
            <pc:docMk/>
            <pc:sldMk cId="978586516" sldId="417"/>
            <ac:picMk id="1026" creationId="{8B4E4570-B9BA-BD0A-3892-FF97032BF4B2}"/>
          </ac:picMkLst>
        </pc:picChg>
      </pc:sldChg>
      <pc:sldChg chg="addSp delSp modSp mod">
        <pc:chgData name="Michael Hill" userId="41dba03d-e58d-4389-9894-554c10310ba4" providerId="ADAL" clId="{EF23FE1D-A042-481E-AFD7-2A9FB0847F54}" dt="2026-02-04T15:39:21.204" v="644" actId="1076"/>
        <pc:sldMkLst>
          <pc:docMk/>
          <pc:sldMk cId="3776571737" sldId="419"/>
        </pc:sldMkLst>
        <pc:spChg chg="mod">
          <ac:chgData name="Michael Hill" userId="41dba03d-e58d-4389-9894-554c10310ba4" providerId="ADAL" clId="{EF23FE1D-A042-481E-AFD7-2A9FB0847F54}" dt="2026-02-04T15:39:05.181" v="641" actId="114"/>
          <ac:spMkLst>
            <pc:docMk/>
            <pc:sldMk cId="3776571737" sldId="419"/>
            <ac:spMk id="3" creationId="{B9DD9147-DE84-CA00-8AB9-7E4111A7CB09}"/>
          </ac:spMkLst>
        </pc:spChg>
        <pc:spChg chg="mod">
          <ac:chgData name="Michael Hill" userId="41dba03d-e58d-4389-9894-554c10310ba4" providerId="ADAL" clId="{EF23FE1D-A042-481E-AFD7-2A9FB0847F54}" dt="2026-02-04T15:38:41.969" v="572" actId="14100"/>
          <ac:spMkLst>
            <pc:docMk/>
            <pc:sldMk cId="3776571737" sldId="419"/>
            <ac:spMk id="5" creationId="{F83F8923-6E80-0364-BDDD-C825DB0CD0E2}"/>
          </ac:spMkLst>
        </pc:spChg>
        <pc:picChg chg="add mod">
          <ac:chgData name="Michael Hill" userId="41dba03d-e58d-4389-9894-554c10310ba4" providerId="ADAL" clId="{EF23FE1D-A042-481E-AFD7-2A9FB0847F54}" dt="2026-02-04T15:39:21.204" v="644" actId="1076"/>
          <ac:picMkLst>
            <pc:docMk/>
            <pc:sldMk cId="3776571737" sldId="419"/>
            <ac:picMk id="2" creationId="{C8B606F9-FE25-F447-2230-BDC071F9DC14}"/>
          </ac:picMkLst>
        </pc:picChg>
        <pc:picChg chg="del">
          <ac:chgData name="Michael Hill" userId="41dba03d-e58d-4389-9894-554c10310ba4" providerId="ADAL" clId="{EF23FE1D-A042-481E-AFD7-2A9FB0847F54}" dt="2026-02-04T15:38:43.176" v="573" actId="478"/>
          <ac:picMkLst>
            <pc:docMk/>
            <pc:sldMk cId="3776571737" sldId="419"/>
            <ac:picMk id="2050" creationId="{CEA87DBC-CF83-AEFC-598C-BE25CFF6CC98}"/>
          </ac:picMkLst>
        </pc:picChg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1082294322" sldId="420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2734481909" sldId="421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3379034062" sldId="422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3927522581" sldId="423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1521801941" sldId="424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2647469853" sldId="425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3310518805" sldId="426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3839882874" sldId="427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1030198998" sldId="428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694403243" sldId="429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2556146624" sldId="430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3094677655" sldId="431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2276030545" sldId="432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3317586765" sldId="433"/>
        </pc:sldMkLst>
      </pc:sldChg>
      <pc:sldChg chg="del">
        <pc:chgData name="Michael Hill" userId="41dba03d-e58d-4389-9894-554c10310ba4" providerId="ADAL" clId="{EF23FE1D-A042-481E-AFD7-2A9FB0847F54}" dt="2026-02-04T15:38:38.130" v="571" actId="47"/>
        <pc:sldMkLst>
          <pc:docMk/>
          <pc:sldMk cId="2388601664" sldId="434"/>
        </pc:sldMkLst>
      </pc:sldChg>
      <pc:sldChg chg="modSp mod">
        <pc:chgData name="Michael Hill" userId="41dba03d-e58d-4389-9894-554c10310ba4" providerId="ADAL" clId="{EF23FE1D-A042-481E-AFD7-2A9FB0847F54}" dt="2026-02-04T20:33:35.578" v="4031" actId="20577"/>
        <pc:sldMkLst>
          <pc:docMk/>
          <pc:sldMk cId="1540435510" sldId="435"/>
        </pc:sldMkLst>
        <pc:spChg chg="mod">
          <ac:chgData name="Michael Hill" userId="41dba03d-e58d-4389-9894-554c10310ba4" providerId="ADAL" clId="{EF23FE1D-A042-481E-AFD7-2A9FB0847F54}" dt="2026-02-04T20:33:35.578" v="4031" actId="20577"/>
          <ac:spMkLst>
            <pc:docMk/>
            <pc:sldMk cId="1540435510" sldId="435"/>
            <ac:spMk id="3" creationId="{D56A02DD-DFFB-92EA-D271-E4C6CD43093C}"/>
          </ac:spMkLst>
        </pc:spChg>
        <pc:spChg chg="mod">
          <ac:chgData name="Michael Hill" userId="41dba03d-e58d-4389-9894-554c10310ba4" providerId="ADAL" clId="{EF23FE1D-A042-481E-AFD7-2A9FB0847F54}" dt="2026-02-04T20:33:17.131" v="3948" actId="1076"/>
          <ac:spMkLst>
            <pc:docMk/>
            <pc:sldMk cId="1540435510" sldId="435"/>
            <ac:spMk id="5" creationId="{394F88F0-FA71-144A-4ED7-89A1A201B28E}"/>
          </ac:spMkLst>
        </pc:spChg>
      </pc:sldChg>
      <pc:sldChg chg="addSp delSp modSp add mod">
        <pc:chgData name="Michael Hill" userId="41dba03d-e58d-4389-9894-554c10310ba4" providerId="ADAL" clId="{EF23FE1D-A042-481E-AFD7-2A9FB0847F54}" dt="2026-02-04T15:40:31.596" v="790" actId="1076"/>
        <pc:sldMkLst>
          <pc:docMk/>
          <pc:sldMk cId="4144619083" sldId="436"/>
        </pc:sldMkLst>
        <pc:spChg chg="mod">
          <ac:chgData name="Michael Hill" userId="41dba03d-e58d-4389-9894-554c10310ba4" providerId="ADAL" clId="{EF23FE1D-A042-481E-AFD7-2A9FB0847F54}" dt="2026-02-04T15:40:01.180" v="786" actId="20577"/>
          <ac:spMkLst>
            <pc:docMk/>
            <pc:sldMk cId="4144619083" sldId="436"/>
            <ac:spMk id="3" creationId="{CA5C929D-9A93-638A-F50D-D5F47E4167E9}"/>
          </ac:spMkLst>
        </pc:spChg>
        <pc:spChg chg="mod">
          <ac:chgData name="Michael Hill" userId="41dba03d-e58d-4389-9894-554c10310ba4" providerId="ADAL" clId="{EF23FE1D-A042-481E-AFD7-2A9FB0847F54}" dt="2026-02-04T15:39:26.907" v="651" actId="20577"/>
          <ac:spMkLst>
            <pc:docMk/>
            <pc:sldMk cId="4144619083" sldId="436"/>
            <ac:spMk id="5" creationId="{C9D7936D-56DF-A17A-E702-D7E3DCA58B6F}"/>
          </ac:spMkLst>
        </pc:spChg>
        <pc:picChg chg="del">
          <ac:chgData name="Michael Hill" userId="41dba03d-e58d-4389-9894-554c10310ba4" providerId="ADAL" clId="{EF23FE1D-A042-481E-AFD7-2A9FB0847F54}" dt="2026-02-04T15:40:02.826" v="787" actId="478"/>
          <ac:picMkLst>
            <pc:docMk/>
            <pc:sldMk cId="4144619083" sldId="436"/>
            <ac:picMk id="2" creationId="{07DFC457-D24F-65FA-BEAB-29BDEE7E5A18}"/>
          </ac:picMkLst>
        </pc:picChg>
        <pc:picChg chg="add mod">
          <ac:chgData name="Michael Hill" userId="41dba03d-e58d-4389-9894-554c10310ba4" providerId="ADAL" clId="{EF23FE1D-A042-481E-AFD7-2A9FB0847F54}" dt="2026-02-04T15:40:31.596" v="790" actId="1076"/>
          <ac:picMkLst>
            <pc:docMk/>
            <pc:sldMk cId="4144619083" sldId="436"/>
            <ac:picMk id="3074" creationId="{328874F7-669E-62C1-152D-449D8D8357A4}"/>
          </ac:picMkLst>
        </pc:picChg>
      </pc:sldChg>
      <pc:sldChg chg="addSp delSp modSp add mod ord">
        <pc:chgData name="Michael Hill" userId="41dba03d-e58d-4389-9894-554c10310ba4" providerId="ADAL" clId="{EF23FE1D-A042-481E-AFD7-2A9FB0847F54}" dt="2026-02-04T15:41:59.331" v="1041"/>
        <pc:sldMkLst>
          <pc:docMk/>
          <pc:sldMk cId="4098465139" sldId="437"/>
        </pc:sldMkLst>
        <pc:spChg chg="mod">
          <ac:chgData name="Michael Hill" userId="41dba03d-e58d-4389-9894-554c10310ba4" providerId="ADAL" clId="{EF23FE1D-A042-481E-AFD7-2A9FB0847F54}" dt="2026-02-04T15:41:48.801" v="1035" actId="20577"/>
          <ac:spMkLst>
            <pc:docMk/>
            <pc:sldMk cId="4098465139" sldId="437"/>
            <ac:spMk id="3" creationId="{C1910E6F-924B-8908-83C1-FB9037FF6DE5}"/>
          </ac:spMkLst>
        </pc:spChg>
        <pc:spChg chg="mod">
          <ac:chgData name="Michael Hill" userId="41dba03d-e58d-4389-9894-554c10310ba4" providerId="ADAL" clId="{EF23FE1D-A042-481E-AFD7-2A9FB0847F54}" dt="2026-02-04T15:40:43.165" v="801" actId="14100"/>
          <ac:spMkLst>
            <pc:docMk/>
            <pc:sldMk cId="4098465139" sldId="437"/>
            <ac:spMk id="5" creationId="{8C343B43-70AA-D842-BA6E-1D0BE08F3A08}"/>
          </ac:spMkLst>
        </pc:spChg>
        <pc:picChg chg="del">
          <ac:chgData name="Michael Hill" userId="41dba03d-e58d-4389-9894-554c10310ba4" providerId="ADAL" clId="{EF23FE1D-A042-481E-AFD7-2A9FB0847F54}" dt="2026-02-04T15:40:59.501" v="811" actId="478"/>
          <ac:picMkLst>
            <pc:docMk/>
            <pc:sldMk cId="4098465139" sldId="437"/>
            <ac:picMk id="3074" creationId="{A9538CAA-A595-EB72-0F9D-6493E9FE2EDB}"/>
          </ac:picMkLst>
        </pc:picChg>
        <pc:picChg chg="add del mod">
          <ac:chgData name="Michael Hill" userId="41dba03d-e58d-4389-9894-554c10310ba4" providerId="ADAL" clId="{EF23FE1D-A042-481E-AFD7-2A9FB0847F54}" dt="2026-02-04T15:41:52.885" v="1037" actId="478"/>
          <ac:picMkLst>
            <pc:docMk/>
            <pc:sldMk cId="4098465139" sldId="437"/>
            <ac:picMk id="4098" creationId="{52C029E9-A4DF-94E2-E3C0-538758AE3DB2}"/>
          </ac:picMkLst>
        </pc:picChg>
      </pc:sldChg>
      <pc:sldChg chg="addSp delSp modSp add mod ord">
        <pc:chgData name="Michael Hill" userId="41dba03d-e58d-4389-9894-554c10310ba4" providerId="ADAL" clId="{EF23FE1D-A042-481E-AFD7-2A9FB0847F54}" dt="2026-02-04T15:44:38.390" v="1540" actId="14100"/>
        <pc:sldMkLst>
          <pc:docMk/>
          <pc:sldMk cId="675286882" sldId="438"/>
        </pc:sldMkLst>
        <pc:spChg chg="mod">
          <ac:chgData name="Michael Hill" userId="41dba03d-e58d-4389-9894-554c10310ba4" providerId="ADAL" clId="{EF23FE1D-A042-481E-AFD7-2A9FB0847F54}" dt="2026-02-04T15:44:38.390" v="1540" actId="14100"/>
          <ac:spMkLst>
            <pc:docMk/>
            <pc:sldMk cId="675286882" sldId="438"/>
            <ac:spMk id="3" creationId="{ABC7F9BE-87BB-7BF5-D6AE-51C52D177737}"/>
          </ac:spMkLst>
        </pc:spChg>
        <pc:spChg chg="mod">
          <ac:chgData name="Michael Hill" userId="41dba03d-e58d-4389-9894-554c10310ba4" providerId="ADAL" clId="{EF23FE1D-A042-481E-AFD7-2A9FB0847F54}" dt="2026-02-04T15:42:11.018" v="1057" actId="14100"/>
          <ac:spMkLst>
            <pc:docMk/>
            <pc:sldMk cId="675286882" sldId="438"/>
            <ac:spMk id="5" creationId="{A2864816-EEBE-FFC6-E373-AD76A03E7D5E}"/>
          </ac:spMkLst>
        </pc:spChg>
        <pc:picChg chg="del">
          <ac:chgData name="Michael Hill" userId="41dba03d-e58d-4389-9894-554c10310ba4" providerId="ADAL" clId="{EF23FE1D-A042-481E-AFD7-2A9FB0847F54}" dt="2026-02-04T15:42:29.423" v="1058" actId="478"/>
          <ac:picMkLst>
            <pc:docMk/>
            <pc:sldMk cId="675286882" sldId="438"/>
            <ac:picMk id="4098" creationId="{2AEBCAB0-1D5F-3296-F788-5E9C49007D22}"/>
          </ac:picMkLst>
        </pc:picChg>
        <pc:picChg chg="add mod">
          <ac:chgData name="Michael Hill" userId="41dba03d-e58d-4389-9894-554c10310ba4" providerId="ADAL" clId="{EF23FE1D-A042-481E-AFD7-2A9FB0847F54}" dt="2026-02-04T15:44:36.582" v="1539" actId="1076"/>
          <ac:picMkLst>
            <pc:docMk/>
            <pc:sldMk cId="675286882" sldId="438"/>
            <ac:picMk id="5122" creationId="{37D23DC7-2DED-14B5-38DA-F6D05B169AF1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4T15:46:01.451" v="1727" actId="1076"/>
        <pc:sldMkLst>
          <pc:docMk/>
          <pc:sldMk cId="1986375129" sldId="439"/>
        </pc:sldMkLst>
        <pc:spChg chg="mod">
          <ac:chgData name="Michael Hill" userId="41dba03d-e58d-4389-9894-554c10310ba4" providerId="ADAL" clId="{EF23FE1D-A042-481E-AFD7-2A9FB0847F54}" dt="2026-02-04T15:45:40.858" v="1722" actId="15"/>
          <ac:spMkLst>
            <pc:docMk/>
            <pc:sldMk cId="1986375129" sldId="439"/>
            <ac:spMk id="3" creationId="{A1FA335E-F081-49FC-C943-E8AA08B9F63F}"/>
          </ac:spMkLst>
        </pc:spChg>
        <pc:spChg chg="mod">
          <ac:chgData name="Michael Hill" userId="41dba03d-e58d-4389-9894-554c10310ba4" providerId="ADAL" clId="{EF23FE1D-A042-481E-AFD7-2A9FB0847F54}" dt="2026-02-04T15:44:49.008" v="1552" actId="14100"/>
          <ac:spMkLst>
            <pc:docMk/>
            <pc:sldMk cId="1986375129" sldId="439"/>
            <ac:spMk id="5" creationId="{8653A75A-6CC3-7892-C689-598F63C02B7B}"/>
          </ac:spMkLst>
        </pc:spChg>
        <pc:picChg chg="del mod">
          <ac:chgData name="Michael Hill" userId="41dba03d-e58d-4389-9894-554c10310ba4" providerId="ADAL" clId="{EF23FE1D-A042-481E-AFD7-2A9FB0847F54}" dt="2026-02-04T15:45:42.391" v="1724" actId="478"/>
          <ac:picMkLst>
            <pc:docMk/>
            <pc:sldMk cId="1986375129" sldId="439"/>
            <ac:picMk id="5122" creationId="{39752E2A-5344-7A8F-D79A-40C054130B3E}"/>
          </ac:picMkLst>
        </pc:picChg>
        <pc:picChg chg="add mod">
          <ac:chgData name="Michael Hill" userId="41dba03d-e58d-4389-9894-554c10310ba4" providerId="ADAL" clId="{EF23FE1D-A042-481E-AFD7-2A9FB0847F54}" dt="2026-02-04T15:46:01.451" v="1727" actId="1076"/>
          <ac:picMkLst>
            <pc:docMk/>
            <pc:sldMk cId="1986375129" sldId="439"/>
            <ac:picMk id="6146" creationId="{EF066AA0-E121-D7E4-59CB-5D607DA430BD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4T15:47:00.204" v="1836" actId="1076"/>
        <pc:sldMkLst>
          <pc:docMk/>
          <pc:sldMk cId="2600675598" sldId="440"/>
        </pc:sldMkLst>
        <pc:spChg chg="mod">
          <ac:chgData name="Michael Hill" userId="41dba03d-e58d-4389-9894-554c10310ba4" providerId="ADAL" clId="{EF23FE1D-A042-481E-AFD7-2A9FB0847F54}" dt="2026-02-04T15:46:35.996" v="1832" actId="20577"/>
          <ac:spMkLst>
            <pc:docMk/>
            <pc:sldMk cId="2600675598" sldId="440"/>
            <ac:spMk id="3" creationId="{FBAE1411-AA6A-0D9C-17FD-79067EDEC2C4}"/>
          </ac:spMkLst>
        </pc:spChg>
        <pc:spChg chg="mod">
          <ac:chgData name="Michael Hill" userId="41dba03d-e58d-4389-9894-554c10310ba4" providerId="ADAL" clId="{EF23FE1D-A042-481E-AFD7-2A9FB0847F54}" dt="2026-02-04T15:46:13.091" v="1745" actId="14100"/>
          <ac:spMkLst>
            <pc:docMk/>
            <pc:sldMk cId="2600675598" sldId="440"/>
            <ac:spMk id="5" creationId="{B9A2DB30-FD94-BC4E-50B2-359E983496B5}"/>
          </ac:spMkLst>
        </pc:spChg>
        <pc:picChg chg="del">
          <ac:chgData name="Michael Hill" userId="41dba03d-e58d-4389-9894-554c10310ba4" providerId="ADAL" clId="{EF23FE1D-A042-481E-AFD7-2A9FB0847F54}" dt="2026-02-04T15:46:37.977" v="1833" actId="478"/>
          <ac:picMkLst>
            <pc:docMk/>
            <pc:sldMk cId="2600675598" sldId="440"/>
            <ac:picMk id="6146" creationId="{AE874001-57F5-59B1-9635-B96A088C8B4E}"/>
          </ac:picMkLst>
        </pc:picChg>
        <pc:picChg chg="add mod">
          <ac:chgData name="Michael Hill" userId="41dba03d-e58d-4389-9894-554c10310ba4" providerId="ADAL" clId="{EF23FE1D-A042-481E-AFD7-2A9FB0847F54}" dt="2026-02-04T15:47:00.204" v="1836" actId="1076"/>
          <ac:picMkLst>
            <pc:docMk/>
            <pc:sldMk cId="2600675598" sldId="440"/>
            <ac:picMk id="7170" creationId="{4600590D-E027-B97B-63D9-11BD3F3F45BB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4T15:48:18.046" v="2017" actId="1076"/>
        <pc:sldMkLst>
          <pc:docMk/>
          <pc:sldMk cId="2442491967" sldId="441"/>
        </pc:sldMkLst>
        <pc:spChg chg="mod">
          <ac:chgData name="Michael Hill" userId="41dba03d-e58d-4389-9894-554c10310ba4" providerId="ADAL" clId="{EF23FE1D-A042-481E-AFD7-2A9FB0847F54}" dt="2026-02-04T15:47:57.536" v="2011" actId="20577"/>
          <ac:spMkLst>
            <pc:docMk/>
            <pc:sldMk cId="2442491967" sldId="441"/>
            <ac:spMk id="3" creationId="{8E1674D7-92D9-BDD3-7AAB-3BE310372221}"/>
          </ac:spMkLst>
        </pc:spChg>
        <pc:spChg chg="mod">
          <ac:chgData name="Michael Hill" userId="41dba03d-e58d-4389-9894-554c10310ba4" providerId="ADAL" clId="{EF23FE1D-A042-481E-AFD7-2A9FB0847F54}" dt="2026-02-04T15:47:16.679" v="1855" actId="14100"/>
          <ac:spMkLst>
            <pc:docMk/>
            <pc:sldMk cId="2442491967" sldId="441"/>
            <ac:spMk id="5" creationId="{9D481BBD-FE7F-0529-8871-449A94D07DEB}"/>
          </ac:spMkLst>
        </pc:spChg>
        <pc:picChg chg="del">
          <ac:chgData name="Michael Hill" userId="41dba03d-e58d-4389-9894-554c10310ba4" providerId="ADAL" clId="{EF23FE1D-A042-481E-AFD7-2A9FB0847F54}" dt="2026-02-04T15:47:45.037" v="1947" actId="478"/>
          <ac:picMkLst>
            <pc:docMk/>
            <pc:sldMk cId="2442491967" sldId="441"/>
            <ac:picMk id="7170" creationId="{01A9C016-6C25-7FD1-72CC-DD2059BD08DB}"/>
          </ac:picMkLst>
        </pc:picChg>
        <pc:picChg chg="add mod">
          <ac:chgData name="Michael Hill" userId="41dba03d-e58d-4389-9894-554c10310ba4" providerId="ADAL" clId="{EF23FE1D-A042-481E-AFD7-2A9FB0847F54}" dt="2026-02-04T15:48:18.046" v="2017" actId="1076"/>
          <ac:picMkLst>
            <pc:docMk/>
            <pc:sldMk cId="2442491967" sldId="441"/>
            <ac:picMk id="8194" creationId="{E959CE3C-8AEA-C161-51C4-CF54D446AD06}"/>
          </ac:picMkLst>
        </pc:picChg>
      </pc:sldChg>
      <pc:sldChg chg="delSp modSp add mod">
        <pc:chgData name="Michael Hill" userId="41dba03d-e58d-4389-9894-554c10310ba4" providerId="ADAL" clId="{EF23FE1D-A042-481E-AFD7-2A9FB0847F54}" dt="2026-02-04T15:49:15.456" v="2126" actId="478"/>
        <pc:sldMkLst>
          <pc:docMk/>
          <pc:sldMk cId="57396536" sldId="442"/>
        </pc:sldMkLst>
        <pc:spChg chg="mod">
          <ac:chgData name="Michael Hill" userId="41dba03d-e58d-4389-9894-554c10310ba4" providerId="ADAL" clId="{EF23FE1D-A042-481E-AFD7-2A9FB0847F54}" dt="2026-02-04T15:49:13.778" v="2125" actId="20577"/>
          <ac:spMkLst>
            <pc:docMk/>
            <pc:sldMk cId="57396536" sldId="442"/>
            <ac:spMk id="3" creationId="{92CDDB8A-3D04-0081-C387-3BF065605A8B}"/>
          </ac:spMkLst>
        </pc:spChg>
        <pc:spChg chg="mod">
          <ac:chgData name="Michael Hill" userId="41dba03d-e58d-4389-9894-554c10310ba4" providerId="ADAL" clId="{EF23FE1D-A042-481E-AFD7-2A9FB0847F54}" dt="2026-02-04T15:48:47.930" v="2030" actId="14100"/>
          <ac:spMkLst>
            <pc:docMk/>
            <pc:sldMk cId="57396536" sldId="442"/>
            <ac:spMk id="5" creationId="{6853B85D-00BC-62DF-B03E-D306E1ED8978}"/>
          </ac:spMkLst>
        </pc:spChg>
        <pc:picChg chg="del">
          <ac:chgData name="Michael Hill" userId="41dba03d-e58d-4389-9894-554c10310ba4" providerId="ADAL" clId="{EF23FE1D-A042-481E-AFD7-2A9FB0847F54}" dt="2026-02-04T15:49:15.456" v="2126" actId="478"/>
          <ac:picMkLst>
            <pc:docMk/>
            <pc:sldMk cId="57396536" sldId="442"/>
            <ac:picMk id="8194" creationId="{7F5BA4C9-B5FF-69ED-7A97-8D1972BB95CF}"/>
          </ac:picMkLst>
        </pc:picChg>
      </pc:sldChg>
      <pc:sldChg chg="addSp modSp add mod">
        <pc:chgData name="Michael Hill" userId="41dba03d-e58d-4389-9894-554c10310ba4" providerId="ADAL" clId="{EF23FE1D-A042-481E-AFD7-2A9FB0847F54}" dt="2026-02-04T15:51:53.607" v="2600" actId="1076"/>
        <pc:sldMkLst>
          <pc:docMk/>
          <pc:sldMk cId="30977526" sldId="443"/>
        </pc:sldMkLst>
        <pc:spChg chg="mod">
          <ac:chgData name="Michael Hill" userId="41dba03d-e58d-4389-9894-554c10310ba4" providerId="ADAL" clId="{EF23FE1D-A042-481E-AFD7-2A9FB0847F54}" dt="2026-02-04T15:51:24.423" v="2596" actId="20577"/>
          <ac:spMkLst>
            <pc:docMk/>
            <pc:sldMk cId="30977526" sldId="443"/>
            <ac:spMk id="3" creationId="{05ABA5E8-AC3A-D038-AABE-AFB7F7EBC465}"/>
          </ac:spMkLst>
        </pc:spChg>
        <pc:picChg chg="add mod">
          <ac:chgData name="Michael Hill" userId="41dba03d-e58d-4389-9894-554c10310ba4" providerId="ADAL" clId="{EF23FE1D-A042-481E-AFD7-2A9FB0847F54}" dt="2026-02-04T15:51:53.607" v="2600" actId="1076"/>
          <ac:picMkLst>
            <pc:docMk/>
            <pc:sldMk cId="30977526" sldId="443"/>
            <ac:picMk id="9218" creationId="{002FB6BA-B258-00DA-B7C7-963BB087B716}"/>
          </ac:picMkLst>
        </pc:picChg>
      </pc:sldChg>
      <pc:sldChg chg="modSp add mod">
        <pc:chgData name="Michael Hill" userId="41dba03d-e58d-4389-9894-554c10310ba4" providerId="ADAL" clId="{EF23FE1D-A042-481E-AFD7-2A9FB0847F54}" dt="2026-02-04T15:54:14.944" v="2990" actId="20577"/>
        <pc:sldMkLst>
          <pc:docMk/>
          <pc:sldMk cId="2425119327" sldId="444"/>
        </pc:sldMkLst>
        <pc:spChg chg="mod">
          <ac:chgData name="Michael Hill" userId="41dba03d-e58d-4389-9894-554c10310ba4" providerId="ADAL" clId="{EF23FE1D-A042-481E-AFD7-2A9FB0847F54}" dt="2026-02-04T15:54:14.944" v="2990" actId="20577"/>
          <ac:spMkLst>
            <pc:docMk/>
            <pc:sldMk cId="2425119327" sldId="444"/>
            <ac:spMk id="3" creationId="{50CB9E20-9E05-3EE8-C743-825DA2BE04FD}"/>
          </ac:spMkLst>
        </pc:spChg>
        <pc:spChg chg="mod">
          <ac:chgData name="Michael Hill" userId="41dba03d-e58d-4389-9894-554c10310ba4" providerId="ADAL" clId="{EF23FE1D-A042-481E-AFD7-2A9FB0847F54}" dt="2026-02-04T15:52:16.506" v="2617" actId="14100"/>
          <ac:spMkLst>
            <pc:docMk/>
            <pc:sldMk cId="2425119327" sldId="444"/>
            <ac:spMk id="5" creationId="{C675E9FB-EC83-55A5-9314-D1B49247ED2D}"/>
          </ac:spMkLst>
        </pc:spChg>
      </pc:sldChg>
      <pc:sldChg chg="addSp delSp modSp add mod">
        <pc:chgData name="Michael Hill" userId="41dba03d-e58d-4389-9894-554c10310ba4" providerId="ADAL" clId="{EF23FE1D-A042-481E-AFD7-2A9FB0847F54}" dt="2026-02-04T15:57:11.654" v="3383" actId="1076"/>
        <pc:sldMkLst>
          <pc:docMk/>
          <pc:sldMk cId="1819174154" sldId="445"/>
        </pc:sldMkLst>
        <pc:spChg chg="mod">
          <ac:chgData name="Michael Hill" userId="41dba03d-e58d-4389-9894-554c10310ba4" providerId="ADAL" clId="{EF23FE1D-A042-481E-AFD7-2A9FB0847F54}" dt="2026-02-04T15:57:04.733" v="3378" actId="14100"/>
          <ac:spMkLst>
            <pc:docMk/>
            <pc:sldMk cId="1819174154" sldId="445"/>
            <ac:spMk id="3" creationId="{C9E9A9E9-5485-2A95-0701-84104E4C553D}"/>
          </ac:spMkLst>
        </pc:spChg>
        <pc:picChg chg="add mod">
          <ac:chgData name="Michael Hill" userId="41dba03d-e58d-4389-9894-554c10310ba4" providerId="ADAL" clId="{EF23FE1D-A042-481E-AFD7-2A9FB0847F54}" dt="2026-02-04T15:57:11.654" v="3383" actId="1076"/>
          <ac:picMkLst>
            <pc:docMk/>
            <pc:sldMk cId="1819174154" sldId="445"/>
            <ac:picMk id="4" creationId="{50B54225-C940-074D-17C6-F3235E999714}"/>
          </ac:picMkLst>
        </pc:picChg>
        <pc:picChg chg="del">
          <ac:chgData name="Michael Hill" userId="41dba03d-e58d-4389-9894-554c10310ba4" providerId="ADAL" clId="{EF23FE1D-A042-481E-AFD7-2A9FB0847F54}" dt="2026-02-04T15:57:02.259" v="3377" actId="478"/>
          <ac:picMkLst>
            <pc:docMk/>
            <pc:sldMk cId="1819174154" sldId="445"/>
            <ac:picMk id="9218" creationId="{9FB98F59-DE02-7FA2-29EE-4EDEABCAF899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4T16:08:08.142" v="3931" actId="1037"/>
        <pc:sldMkLst>
          <pc:docMk/>
          <pc:sldMk cId="3855808189" sldId="446"/>
        </pc:sldMkLst>
        <pc:spChg chg="mod">
          <ac:chgData name="Michael Hill" userId="41dba03d-e58d-4389-9894-554c10310ba4" providerId="ADAL" clId="{EF23FE1D-A042-481E-AFD7-2A9FB0847F54}" dt="2026-02-04T15:59:27.935" v="3919" actId="207"/>
          <ac:spMkLst>
            <pc:docMk/>
            <pc:sldMk cId="3855808189" sldId="446"/>
            <ac:spMk id="3" creationId="{5C0D6EA1-371D-CD4C-68D3-78BB612E206C}"/>
          </ac:spMkLst>
        </pc:spChg>
        <pc:spChg chg="mod">
          <ac:chgData name="Michael Hill" userId="41dba03d-e58d-4389-9894-554c10310ba4" providerId="ADAL" clId="{EF23FE1D-A042-481E-AFD7-2A9FB0847F54}" dt="2026-02-04T15:57:23.453" v="3401" actId="14100"/>
          <ac:spMkLst>
            <pc:docMk/>
            <pc:sldMk cId="3855808189" sldId="446"/>
            <ac:spMk id="5" creationId="{847D47C3-FF31-4395-13D0-2BA6BD77A40D}"/>
          </ac:spMkLst>
        </pc:spChg>
        <pc:picChg chg="del">
          <ac:chgData name="Michael Hill" userId="41dba03d-e58d-4389-9894-554c10310ba4" providerId="ADAL" clId="{EF23FE1D-A042-481E-AFD7-2A9FB0847F54}" dt="2026-02-04T15:59:21.658" v="3916" actId="478"/>
          <ac:picMkLst>
            <pc:docMk/>
            <pc:sldMk cId="3855808189" sldId="446"/>
            <ac:picMk id="4" creationId="{981C1AC5-04F0-AF58-A5F3-8D286EF67A91}"/>
          </ac:picMkLst>
        </pc:picChg>
        <pc:picChg chg="add mod">
          <ac:chgData name="Michael Hill" userId="41dba03d-e58d-4389-9894-554c10310ba4" providerId="ADAL" clId="{EF23FE1D-A042-481E-AFD7-2A9FB0847F54}" dt="2026-02-04T16:08:08.142" v="3931" actId="1037"/>
          <ac:picMkLst>
            <pc:docMk/>
            <pc:sldMk cId="3855808189" sldId="446"/>
            <ac:picMk id="10242" creationId="{83876C28-7232-05BA-5355-C749B86ABC3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007EC-7779-4BAC-8F03-814B556CCD3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DB48C-FCC8-4682-A5C6-34BDEF33D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269359" y="1564080"/>
            <a:ext cx="7010399" cy="23015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7: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CONTROL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7-2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-288758" y="3695603"/>
            <a:ext cx="11550316" cy="98075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INPUT &amp; OUTPUT IN CONTROL SYSTEMS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785627" cy="22556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Sensor Types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Output Transducer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Feedback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160867"/>
            <a:ext cx="2903431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419726" y="1244356"/>
            <a:ext cx="9379779" cy="428268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Explain how GPS works.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2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613153" y="-1528902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D819EC-F1E2-670B-A66D-1BF9366A5C98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Bahnschrift" panose="020B0502040204020203" pitchFamily="34" charset="0"/>
              </a:rPr>
              <a:t>Award [4 max] 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Bahnschrift" panose="020B0502040204020203" pitchFamily="34" charset="0"/>
              </a:rPr>
              <a:t>The GPS receiver in a train takes the information from the satellite/ picks up the signals from (at least) 3 satellites;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Bahnschrift" panose="020B0502040204020203" pitchFamily="34" charset="0"/>
              </a:rPr>
              <a:t>The signals transmitted are: time of transmission, coordinates of the satellite;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Bahnschrift" panose="020B0502040204020203" pitchFamily="34" charset="0"/>
              </a:rPr>
              <a:t>The difference between the (atomic) time of transmission and (atomic) time of receiving the signal is used to calculate the distance;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Bahnschrift" panose="020B0502040204020203" pitchFamily="34" charset="0"/>
              </a:rPr>
              <a:t>The method of trilateration is used to determine position from the distance to satellites/ is used to determine the train’s exact position/ is used to calculate position of the train through equation resolution on a sphere;</a:t>
            </a: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F4C78-06C3-CCBE-A6E4-DAB02567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587266C-0C7C-0587-AD50-4D73254B565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970333-9DDE-AD61-19CC-D231894BC45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D7C3BF-8F6B-77C2-092F-14C855F6C91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1D907-A331-3354-9F65-8614C2BA07F0}"/>
              </a:ext>
            </a:extLst>
          </p:cNvPr>
          <p:cNvSpPr/>
          <p:nvPr/>
        </p:nvSpPr>
        <p:spPr>
          <a:xfrm>
            <a:off x="0" y="233565"/>
            <a:ext cx="2823411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SENSORS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B4AEFE-ACDF-9249-68E8-563C3BA47C5E}"/>
              </a:ext>
            </a:extLst>
          </p:cNvPr>
          <p:cNvSpPr/>
          <p:nvPr/>
        </p:nvSpPr>
        <p:spPr>
          <a:xfrm>
            <a:off x="821437" y="1197864"/>
            <a:ext cx="5900206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Sensors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sense a physical property then transform it into an electrical signal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previously discussed sensors in control systems that serve as input devices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a large number of sensor types, and we continue to invent more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2" name="Picture 2" descr="What are the different types of Sensors and their Applications?">
            <a:extLst>
              <a:ext uri="{FF2B5EF4-FFF2-40B4-BE49-F238E27FC236}">
                <a16:creationId xmlns:a16="http://schemas.microsoft.com/office/drawing/2014/main" id="{E6FDED71-668B-793E-5826-BAE8AA025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643" y="3169758"/>
            <a:ext cx="5238751" cy="294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58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594AB-5C28-A439-B5A0-E4AE1757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046FA1F-45FB-DBC1-C336-9ADE2D3883D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D467D8-ACE6-6C8E-F617-D95BE7D9627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6BB736-8216-B611-64B2-EF91BF2BFC47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0B1093-67EF-79CA-C844-DA18C4180E88}"/>
              </a:ext>
            </a:extLst>
          </p:cNvPr>
          <p:cNvSpPr/>
          <p:nvPr/>
        </p:nvSpPr>
        <p:spPr>
          <a:xfrm>
            <a:off x="0" y="233565"/>
            <a:ext cx="544263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CONTROL SYSTEMS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9E9616-E566-F9BB-0899-7E844AC9864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9E9616-E566-F9BB-0899-7E844AC986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C8F806C-1D14-7FAA-B8F1-ACB25C95198F}"/>
              </a:ext>
            </a:extLst>
          </p:cNvPr>
          <p:cNvSpPr/>
          <p:nvPr/>
        </p:nvSpPr>
        <p:spPr>
          <a:xfrm>
            <a:off x="821437" y="1197864"/>
            <a:ext cx="10600542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Control System Example: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be looking at some examples of control systems in today’s lesson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Strap in, and be thinking about other types of control systems you might encounter</a:t>
            </a:r>
          </a:p>
        </p:txBody>
      </p:sp>
    </p:spTree>
    <p:extLst>
      <p:ext uri="{BB962C8B-B14F-4D97-AF65-F5344CB8AC3E}">
        <p14:creationId xmlns:p14="http://schemas.microsoft.com/office/powerpoint/2010/main" val="252666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E0CFE-4DC6-A5B9-1081-5B4E2695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4B69D37-CAF6-B5E5-C56F-C69C19CC435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591ACF-8E84-94AD-AC22-7094EFE7F248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D46111-E34B-0828-C898-451C4CD70A7F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3F8923-6E80-0364-BDDD-C825DB0CD0E2}"/>
              </a:ext>
            </a:extLst>
          </p:cNvPr>
          <p:cNvSpPr/>
          <p:nvPr/>
        </p:nvSpPr>
        <p:spPr>
          <a:xfrm>
            <a:off x="0" y="233565"/>
            <a:ext cx="479485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SOUND SENSORS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4CFD688-0933-6754-42EC-2A052F6DE142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4CFD688-0933-6754-42EC-2A052F6DE1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9DD9147-DE84-CA00-8AB9-7E4111A7CB09}"/>
              </a:ext>
            </a:extLst>
          </p:cNvPr>
          <p:cNvSpPr/>
          <p:nvPr/>
        </p:nvSpPr>
        <p:spPr>
          <a:xfrm>
            <a:off x="821437" y="1197864"/>
            <a:ext cx="852887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Sound sensors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detect sound waves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widely in microphones</a:t>
            </a:r>
          </a:p>
        </p:txBody>
      </p:sp>
      <p:pic>
        <p:nvPicPr>
          <p:cNvPr id="2" name="Picture 2" descr="KY-038 Sound Sensor – Arduino and AI">
            <a:extLst>
              <a:ext uri="{FF2B5EF4-FFF2-40B4-BE49-F238E27FC236}">
                <a16:creationId xmlns:a16="http://schemas.microsoft.com/office/drawing/2014/main" id="{C8B606F9-FE25-F447-2230-BDC071F9D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867" y="2865159"/>
            <a:ext cx="4929188" cy="338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57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516E8-8CD7-3A2C-354F-EFE08E24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4514127-504A-7F64-71B9-E1682C8628D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1CB31A-024F-4E93-8B24-9A10116DE0F1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38EC3D-0D74-10E3-F30E-FD11E425C2D4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D7936D-56DF-A17A-E702-D7E3DCA58B6F}"/>
              </a:ext>
            </a:extLst>
          </p:cNvPr>
          <p:cNvSpPr/>
          <p:nvPr/>
        </p:nvSpPr>
        <p:spPr>
          <a:xfrm>
            <a:off x="0" y="233565"/>
            <a:ext cx="479485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MOTION SENSORS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EA57C53-9620-038F-9411-1D3FEF70416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EA57C53-9620-038F-9411-1D3FEF7041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A5C929D-9A93-638A-F50D-D5F47E4167E9}"/>
              </a:ext>
            </a:extLst>
          </p:cNvPr>
          <p:cNvSpPr/>
          <p:nvPr/>
        </p:nvSpPr>
        <p:spPr>
          <a:xfrm>
            <a:off x="821437" y="1197864"/>
            <a:ext cx="852887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Motion sensors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detect moving objects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in security/alarm systems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in automated lighting (like here at Alcuin) to conserve energy</a:t>
            </a:r>
          </a:p>
        </p:txBody>
      </p:sp>
      <p:pic>
        <p:nvPicPr>
          <p:cNvPr id="3074" name="Picture 2" descr="PIR Motion Detector Sensor Module">
            <a:extLst>
              <a:ext uri="{FF2B5EF4-FFF2-40B4-BE49-F238E27FC236}">
                <a16:creationId xmlns:a16="http://schemas.microsoft.com/office/drawing/2014/main" id="{328874F7-669E-62C1-152D-449D8D835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618" y="3232809"/>
            <a:ext cx="3236512" cy="323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619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A8FF99-A518-F608-0E4B-F3AC7E36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B9B9EB7-5698-6861-2AE9-0431D83CB40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5FB05A-E2AC-EBAC-484C-948B059B8EDB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35C710-DC4B-A95F-2FFB-133DA7DECA0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43B43-70AA-D842-BA6E-1D0BE08F3A08}"/>
              </a:ext>
            </a:extLst>
          </p:cNvPr>
          <p:cNvSpPr/>
          <p:nvPr/>
        </p:nvSpPr>
        <p:spPr>
          <a:xfrm>
            <a:off x="0" y="233565"/>
            <a:ext cx="5662863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VIBRATION SENSORS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DB04E5F-4B4A-2BE0-AC25-3E33852BD793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DB04E5F-4B4A-2BE0-AC25-3E33852BD7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1910E6F-924B-8908-83C1-FB9037FF6DE5}"/>
              </a:ext>
            </a:extLst>
          </p:cNvPr>
          <p:cNvSpPr/>
          <p:nvPr/>
        </p:nvSpPr>
        <p:spPr>
          <a:xfrm>
            <a:off x="821437" y="1197864"/>
            <a:ext cx="852887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Vibration sensors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detect vibrations – placed on surfaces that can vibrate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in security/alarm systems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in acoustic musical instruments (instead of microphones)</a:t>
            </a:r>
          </a:p>
        </p:txBody>
      </p:sp>
      <p:pic>
        <p:nvPicPr>
          <p:cNvPr id="4098" name="Picture 2" descr="Types Of Vibration And Shock Sensor at Bennie Jones blog">
            <a:extLst>
              <a:ext uri="{FF2B5EF4-FFF2-40B4-BE49-F238E27FC236}">
                <a16:creationId xmlns:a16="http://schemas.microsoft.com/office/drawing/2014/main" id="{52C029E9-A4DF-94E2-E3C0-538758AE3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89" y="3429000"/>
            <a:ext cx="5775157" cy="324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465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C47E24-FA78-BDB5-6032-B551CF2C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48D83F0-AC9A-67D3-D70B-583A3882250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39D876-6521-D188-F3CC-C94885E22FBE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0FE322-8AD4-B1BA-5E2E-510990F25E74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864816-EEBE-FFC6-E373-AD76A03E7D5E}"/>
              </a:ext>
            </a:extLst>
          </p:cNvPr>
          <p:cNvSpPr/>
          <p:nvPr/>
        </p:nvSpPr>
        <p:spPr>
          <a:xfrm>
            <a:off x="0" y="233565"/>
            <a:ext cx="6801853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OPTICAL/IMAGE SENSORS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97C69E4-977D-6BF4-DDF9-D52D347C943D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97C69E4-977D-6BF4-DDF9-D52D347C94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BC7F9BE-87BB-7BF5-D6AE-51C52D177737}"/>
              </a:ext>
            </a:extLst>
          </p:cNvPr>
          <p:cNvSpPr/>
          <p:nvPr/>
        </p:nvSpPr>
        <p:spPr>
          <a:xfrm>
            <a:off x="821437" y="1197864"/>
            <a:ext cx="695898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Optical/Image Sensors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two kinds exist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Active Pixel Sensor (APS) – used in digital camera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Contain an array of pixel sensors that can imprint light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Infrared (IR) – used to sense infrared light, typically invisible.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in security/alarm systems to detect motion at night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in night-vision cameras</a:t>
            </a:r>
          </a:p>
        </p:txBody>
      </p:sp>
      <p:pic>
        <p:nvPicPr>
          <p:cNvPr id="5122" name="Picture 2" descr="Definition Of Optical Sensor at Elmer Pritchard blog">
            <a:extLst>
              <a:ext uri="{FF2B5EF4-FFF2-40B4-BE49-F238E27FC236}">
                <a16:creationId xmlns:a16="http://schemas.microsoft.com/office/drawing/2014/main" id="{37D23DC7-2DED-14B5-38DA-F6D05B169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723" y="2809782"/>
            <a:ext cx="3341504" cy="250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28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A4B6D-EC22-4E70-5352-1157E08ED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CC303F7-B36E-56CD-1884-D2DD9722EC3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623E14-70A3-1E1C-D88E-A55DF94B0770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517320-134C-D7A4-8665-56FA619E3A6C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53A75A-6CC3-7892-C689-598F63C02B7B}"/>
              </a:ext>
            </a:extLst>
          </p:cNvPr>
          <p:cNvSpPr/>
          <p:nvPr/>
        </p:nvSpPr>
        <p:spPr>
          <a:xfrm>
            <a:off x="1" y="233565"/>
            <a:ext cx="5566610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PRESSURE SENSORS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1D04C4F-AE7A-CEB4-EDC0-9C705D4BFCE1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1D04C4F-AE7A-CEB4-EDC0-9C705D4BFC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1FA335E-F081-49FC-C943-E8AA08B9F63F}"/>
              </a:ext>
            </a:extLst>
          </p:cNvPr>
          <p:cNvSpPr/>
          <p:nvPr/>
        </p:nvSpPr>
        <p:spPr>
          <a:xfrm>
            <a:off x="821437" y="1197864"/>
            <a:ext cx="695898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Pressure Sensors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detect pressure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in touch-screen devices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in cars to detect how far down a pedal is pressed</a:t>
            </a:r>
          </a:p>
        </p:txBody>
      </p:sp>
      <p:pic>
        <p:nvPicPr>
          <p:cNvPr id="6146" name="Picture 2" descr="7 Types Of Pressure Sensors | Atlas Scientific">
            <a:extLst>
              <a:ext uri="{FF2B5EF4-FFF2-40B4-BE49-F238E27FC236}">
                <a16:creationId xmlns:a16="http://schemas.microsoft.com/office/drawing/2014/main" id="{EF066AA0-E121-D7E4-59CB-5D607DA43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929" y="3036208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37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AC4E8-F87B-06CD-695D-B7E4B7FD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1887148-00C5-863A-E216-70A99B25809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4F0870-0DB8-2BA5-ACB0-FAFD33760931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A17328-33C4-1616-BC83-5EA0E2DB7551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A2DB30-FD94-BC4E-50B2-359E983496B5}"/>
              </a:ext>
            </a:extLst>
          </p:cNvPr>
          <p:cNvSpPr/>
          <p:nvPr/>
        </p:nvSpPr>
        <p:spPr>
          <a:xfrm>
            <a:off x="1" y="233565"/>
            <a:ext cx="695898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TEMPERATURE SENSORS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BC45086-3C6C-EAF0-4237-38B63997338C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BC45086-3C6C-EAF0-4237-38B6399733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AE1411-AA6A-0D9C-17FD-79067EDEC2C4}"/>
              </a:ext>
            </a:extLst>
          </p:cNvPr>
          <p:cNvSpPr/>
          <p:nvPr/>
        </p:nvSpPr>
        <p:spPr>
          <a:xfrm>
            <a:off x="821437" y="1197864"/>
            <a:ext cx="695898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Temperature Sensors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detect temperature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Widely used in thermostats to control temperature settings</a:t>
            </a:r>
          </a:p>
        </p:txBody>
      </p:sp>
      <p:pic>
        <p:nvPicPr>
          <p:cNvPr id="7170" name="Picture 2" descr="Temperature Sensor">
            <a:extLst>
              <a:ext uri="{FF2B5EF4-FFF2-40B4-BE49-F238E27FC236}">
                <a16:creationId xmlns:a16="http://schemas.microsoft.com/office/drawing/2014/main" id="{4600590D-E027-B97B-63D9-11BD3F3F4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900" y="2229853"/>
            <a:ext cx="4628147" cy="462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675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3FB49-9A14-D038-96FE-ABD0E1D5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B4D18C9-C9CB-4317-AF67-A4C16182587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44DE6A-3B75-BC01-F659-D820E651D2C1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D39A2B-FB2E-BF3E-7982-DE752B2ACCD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481BBD-FE7F-0529-8871-449A94D07DEB}"/>
              </a:ext>
            </a:extLst>
          </p:cNvPr>
          <p:cNvSpPr/>
          <p:nvPr/>
        </p:nvSpPr>
        <p:spPr>
          <a:xfrm>
            <a:off x="1" y="233565"/>
            <a:ext cx="5839325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PROXIMITY SENSORS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378CAC2-6218-D459-B68F-F9AC7FA5698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378CAC2-6218-D459-B68F-F9AC7FA569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E1674D7-92D9-BDD3-7AAB-3BE310372221}"/>
              </a:ext>
            </a:extLst>
          </p:cNvPr>
          <p:cNvSpPr/>
          <p:nvPr/>
        </p:nvSpPr>
        <p:spPr>
          <a:xfrm>
            <a:off x="821437" y="1197864"/>
            <a:ext cx="695898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Proximity Sensors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detect presence of nearby objects without any physical contact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in cars to detect if cars are in your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blindspot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or how close you are to a wall</a:t>
            </a:r>
          </a:p>
        </p:txBody>
      </p:sp>
      <p:pic>
        <p:nvPicPr>
          <p:cNvPr id="8194" name="Picture 2" descr="Proximity Sensor Overview: Types, Working, and Applications">
            <a:extLst>
              <a:ext uri="{FF2B5EF4-FFF2-40B4-BE49-F238E27FC236}">
                <a16:creationId xmlns:a16="http://schemas.microsoft.com/office/drawing/2014/main" id="{E959CE3C-8AEA-C161-51C4-CF54D446A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209" y="3265717"/>
            <a:ext cx="5695296" cy="320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491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E9926-B4FC-4C0F-AD00-FA2A444B3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CA80BC9-AF64-CD13-79A9-B2C8E0DD88A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69FD43-7AB8-F399-A29D-A61FBEE4734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BB11DD-D72F-3794-A0C7-AC61711A5F57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53B85D-00BC-62DF-B03E-D306E1ED8978}"/>
              </a:ext>
            </a:extLst>
          </p:cNvPr>
          <p:cNvSpPr/>
          <p:nvPr/>
        </p:nvSpPr>
        <p:spPr>
          <a:xfrm>
            <a:off x="1" y="233565"/>
            <a:ext cx="3962399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SENSOR DATA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6B2ED8-9A78-4BC1-2D4E-4332A43D334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D6B2ED8-9A78-4BC1-2D4E-4332A43D33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2CDDB8A-3D04-0081-C387-3BF065605A8B}"/>
              </a:ext>
            </a:extLst>
          </p:cNvPr>
          <p:cNvSpPr/>
          <p:nvPr/>
        </p:nvSpPr>
        <p:spPr>
          <a:xfrm>
            <a:off x="821437" y="1197864"/>
            <a:ext cx="695898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Is temperature an analog or digital value?</a:t>
            </a:r>
          </a:p>
        </p:txBody>
      </p:sp>
    </p:spTree>
    <p:extLst>
      <p:ext uri="{BB962C8B-B14F-4D97-AF65-F5344CB8AC3E}">
        <p14:creationId xmlns:p14="http://schemas.microsoft.com/office/powerpoint/2010/main" val="57396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9DE43-23A0-52BB-8C61-934302996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11AA3AE-DB6C-0432-56D2-577D1593248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B488E7-5595-9674-8C7F-461CB570E99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53C52E-B993-B25E-33E9-456BCCB92E6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94294E-24D1-567E-417B-5F84196D8DBD}"/>
              </a:ext>
            </a:extLst>
          </p:cNvPr>
          <p:cNvSpPr/>
          <p:nvPr/>
        </p:nvSpPr>
        <p:spPr>
          <a:xfrm>
            <a:off x="1" y="233565"/>
            <a:ext cx="3962399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SENSOR DATA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AC6CF07-2DD3-6613-5485-201F505F64A6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AC6CF07-2DD3-6613-5485-201F505F64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5ABA5E8-AC3A-D038-AABE-AFB7F7EBC465}"/>
              </a:ext>
            </a:extLst>
          </p:cNvPr>
          <p:cNvSpPr/>
          <p:nvPr/>
        </p:nvSpPr>
        <p:spPr>
          <a:xfrm>
            <a:off x="821437" y="1197864"/>
            <a:ext cx="695898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Because a temperature sensor is taking an analog value, it will need to convert it to a digital value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 an </a:t>
            </a: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analog to digital converter (ADC)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input can then be read by processors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input is processed and output is delivered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Recall the input -&gt; process -&gt; output pipeline that every algorithm has</a:t>
            </a:r>
          </a:p>
        </p:txBody>
      </p:sp>
      <p:pic>
        <p:nvPicPr>
          <p:cNvPr id="9218" name="Picture 2" descr="Input Process Output Model">
            <a:extLst>
              <a:ext uri="{FF2B5EF4-FFF2-40B4-BE49-F238E27FC236}">
                <a16:creationId xmlns:a16="http://schemas.microsoft.com/office/drawing/2014/main" id="{002FB6BA-B258-00DA-B7C7-963BB087B7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5" r="61077"/>
          <a:stretch>
            <a:fillRect/>
          </a:stretch>
        </p:blipFill>
        <p:spPr bwMode="auto">
          <a:xfrm>
            <a:off x="8032648" y="805002"/>
            <a:ext cx="3776579" cy="544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7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7023E-BE2F-8CFB-9A86-E39CF4237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DBC01DE-7841-6973-E3CD-7383F756D69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572EF7-1A90-E715-3D1A-BF3C5C40B12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32D8D5-F8D7-F838-AAEA-7D1242579BDF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75E9FB-EC83-55A5-9314-D1B49247ED2D}"/>
              </a:ext>
            </a:extLst>
          </p:cNvPr>
          <p:cNvSpPr/>
          <p:nvPr/>
        </p:nvSpPr>
        <p:spPr>
          <a:xfrm>
            <a:off x="1" y="233565"/>
            <a:ext cx="4159352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TRANSDUCERS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C1205F5-335C-11AF-30AD-78AA442C212B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C1205F5-335C-11AF-30AD-78AA442C21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0CB9E20-9E05-3EE8-C743-825DA2BE04FD}"/>
              </a:ext>
            </a:extLst>
          </p:cNvPr>
          <p:cNvSpPr/>
          <p:nvPr/>
        </p:nvSpPr>
        <p:spPr>
          <a:xfrm>
            <a:off x="821437" y="1197864"/>
            <a:ext cx="695898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Transducers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convert physical quantities (speed, temperature, humidity, pressure, etc.) into electrical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singlas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conversion from one type of energy to another is called </a:t>
            </a: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transduction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ALL sensors are categorized as transducers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But, sensors only do the input side of things</a:t>
            </a:r>
          </a:p>
        </p:txBody>
      </p:sp>
      <p:pic>
        <p:nvPicPr>
          <p:cNvPr id="9218" name="Picture 2" descr="Input Process Output Model">
            <a:extLst>
              <a:ext uri="{FF2B5EF4-FFF2-40B4-BE49-F238E27FC236}">
                <a16:creationId xmlns:a16="http://schemas.microsoft.com/office/drawing/2014/main" id="{4105A7D4-9C5C-4496-02B0-AE03DBD0DC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5" r="61077"/>
          <a:stretch>
            <a:fillRect/>
          </a:stretch>
        </p:blipFill>
        <p:spPr bwMode="auto">
          <a:xfrm>
            <a:off x="8032648" y="805002"/>
            <a:ext cx="3776579" cy="544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119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EDD02-49E6-5A57-EA57-3C925E8F4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9BA3684-A4BD-A50E-6188-2D80D4BF2E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B5227D-4566-7BDE-A7C8-BEA9F8E86C20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2D4C32-EA2E-2885-1BA3-3EFC668DDA7B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F888E4-8D74-3B5D-7D85-717B8485FC36}"/>
              </a:ext>
            </a:extLst>
          </p:cNvPr>
          <p:cNvSpPr/>
          <p:nvPr/>
        </p:nvSpPr>
        <p:spPr>
          <a:xfrm>
            <a:off x="1" y="233565"/>
            <a:ext cx="4159352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TRANSDUCERS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CFDCA94-3338-CCB2-29AA-B589840080FA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CFDCA94-3338-CCB2-29AA-B589840080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9E9A9E9-5485-2A95-0701-84104E4C553D}"/>
              </a:ext>
            </a:extLst>
          </p:cNvPr>
          <p:cNvSpPr/>
          <p:nvPr/>
        </p:nvSpPr>
        <p:spPr>
          <a:xfrm>
            <a:off x="821436" y="1197864"/>
            <a:ext cx="10183447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other type of transducer is the actuator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Actuators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are responsible for moving some kind of mechanism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They typically receive energy and convert it into motion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RECAP: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Sensors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get input, send it to a </a:t>
            </a: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microprocessor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for processing, and convert that signal to motion using an </a:t>
            </a: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actuator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Both actuators and sensors are </a:t>
            </a: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transducers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B54225-C940-074D-17C6-F3235E999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578" y="4811693"/>
            <a:ext cx="7953161" cy="202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74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9D357-0292-5CED-38CB-05451E1B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0578455-DEA6-F804-5848-C24A711AD10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AD31CD-1BFE-B04E-6007-0C2570ED12A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AE69AD-EA3C-4136-FA3F-A8542E25902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7D47C3-FF31-4395-13D0-2BA6BD77A40D}"/>
              </a:ext>
            </a:extLst>
          </p:cNvPr>
          <p:cNvSpPr/>
          <p:nvPr/>
        </p:nvSpPr>
        <p:spPr>
          <a:xfrm>
            <a:off x="0" y="233565"/>
            <a:ext cx="555056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FEEDBACK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C7420B4-7C4F-ECE2-9805-3DD8F9211C3A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C7420B4-7C4F-ECE2-9805-3DD8F9211C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C0D6EA1-371D-CD4C-68D3-78BB612E206C}"/>
              </a:ext>
            </a:extLst>
          </p:cNvPr>
          <p:cNvSpPr/>
          <p:nvPr/>
        </p:nvSpPr>
        <p:spPr>
          <a:xfrm>
            <a:off x="821436" y="1197864"/>
            <a:ext cx="10183447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Some systems are designed to have feedback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 a </a:t>
            </a: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feedback system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, the result of an output is used as part of the new input to the control system to determine the best course of action for the next output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Example: traffic lights that use sensors to detect how many cars are there to decide how to change lights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number of cars there depends on the previous output of the lights, in part, but also on how much other traffic there is</a:t>
            </a:r>
          </a:p>
        </p:txBody>
      </p:sp>
      <p:pic>
        <p:nvPicPr>
          <p:cNvPr id="10242" name="Picture 2" descr="Input/Output - Systems">
            <a:extLst>
              <a:ext uri="{FF2B5EF4-FFF2-40B4-BE49-F238E27FC236}">
                <a16:creationId xmlns:a16="http://schemas.microsoft.com/office/drawing/2014/main" id="{83876C28-7232-05BA-5355-C749B86AB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132" y="4785117"/>
            <a:ext cx="571500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808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623B5-9EBC-3ABA-5C12-E4E7A9D0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2C0D5CE-4245-2220-AAA2-BA44EE529D6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02D5B1-FFE4-3F0F-B6A6-F3095DF58BCE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3E9DD8-436B-A035-1ED4-9239F2C86974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F88F0-FA71-144A-4ED7-89A1A201B28E}"/>
              </a:ext>
            </a:extLst>
          </p:cNvPr>
          <p:cNvSpPr/>
          <p:nvPr/>
        </p:nvSpPr>
        <p:spPr>
          <a:xfrm>
            <a:off x="-176947" y="233565"/>
            <a:ext cx="5262295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SHORT WORKSHEET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AE9FA3F-9268-6AAE-AF0D-70A7F58F7701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AE9FA3F-9268-6AAE-AF0D-70A7F58F77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56A02DD-DFFB-92EA-D271-E4C6CD43093C}"/>
              </a:ext>
            </a:extLst>
          </p:cNvPr>
          <p:cNvSpPr/>
          <p:nvPr/>
        </p:nvSpPr>
        <p:spPr>
          <a:xfrm>
            <a:off x="821436" y="1197864"/>
            <a:ext cx="9301131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Pull up the WS 7-1, it’s a short worksheet where you map out a system.</a:t>
            </a:r>
          </a:p>
        </p:txBody>
      </p:sp>
    </p:spTree>
    <p:extLst>
      <p:ext uri="{BB962C8B-B14F-4D97-AF65-F5344CB8AC3E}">
        <p14:creationId xmlns:p14="http://schemas.microsoft.com/office/powerpoint/2010/main" val="1540435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837227" cy="55984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Actuator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Microprocessor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Sensor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27779</TotalTime>
  <Words>715</Words>
  <Application>Microsoft Office PowerPoint</Application>
  <PresentationFormat>Widescreen</PresentationFormat>
  <Paragraphs>86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23</cp:revision>
  <dcterms:created xsi:type="dcterms:W3CDTF">2025-08-11T14:07:39Z</dcterms:created>
  <dcterms:modified xsi:type="dcterms:W3CDTF">2026-02-04T20:33:57Z</dcterms:modified>
</cp:coreProperties>
</file>