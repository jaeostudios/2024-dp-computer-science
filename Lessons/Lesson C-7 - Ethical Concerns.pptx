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37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3D32"/>
    <a:srgbClr val="785238"/>
    <a:srgbClr val="274F3F"/>
    <a:srgbClr val="326648"/>
    <a:srgbClr val="388049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89CF6A-0718-4E42-9E46-BC75A7099A1A}" v="2" dt="2025-11-17T19:12:35.6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">
      <pc:chgData name="Michael Hill" userId="41dba03d-e58d-4389-9894-554c10310ba4" providerId="ADAL" clId="{EF23FE1D-A042-481E-AFD7-2A9FB0847F54}" dt="2025-11-17T19:13:31.099" v="5264" actId="20577"/>
      <pc:docMkLst>
        <pc:docMk/>
      </pc:docMkLst>
      <pc:sldChg chg="modSp mod">
        <pc:chgData name="Michael Hill" userId="41dba03d-e58d-4389-9894-554c10310ba4" providerId="ADAL" clId="{EF23FE1D-A042-481E-AFD7-2A9FB0847F54}" dt="2025-11-17T18:52:07.387" v="271" actId="1076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5-11-17T18:51:58.202" v="253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11-17T18:52:07.387" v="271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5-11-17T18:51:34.745" v="223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11-17T18:51:34.745" v="223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5-11-17T18:51:45.530" v="247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5-11-17T18:51:41.786" v="236" actId="20577"/>
          <ac:spMkLst>
            <pc:docMk/>
            <pc:sldMk cId="1910594286" sldId="258"/>
            <ac:spMk id="5" creationId="{3050233D-41DE-6588-7EB0-97A3A19FFCB8}"/>
          </ac:spMkLst>
        </pc:spChg>
        <pc:spChg chg="mod">
          <ac:chgData name="Michael Hill" userId="41dba03d-e58d-4389-9894-554c10310ba4" providerId="ADAL" clId="{EF23FE1D-A042-481E-AFD7-2A9FB0847F54}" dt="2025-11-17T18:51:45.530" v="247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del">
        <pc:chgData name="Michael Hill" userId="41dba03d-e58d-4389-9894-554c10310ba4" providerId="ADAL" clId="{EF23FE1D-A042-481E-AFD7-2A9FB0847F54}" dt="2025-11-17T18:51:49.337" v="248" actId="47"/>
        <pc:sldMkLst>
          <pc:docMk/>
          <pc:sldMk cId="3412771528" sldId="309"/>
        </pc:sldMkLst>
      </pc:sldChg>
      <pc:sldChg chg="modSp mod">
        <pc:chgData name="Michael Hill" userId="41dba03d-e58d-4389-9894-554c10310ba4" providerId="ADAL" clId="{EF23FE1D-A042-481E-AFD7-2A9FB0847F54}" dt="2025-11-17T18:53:04.207" v="361" actId="20577"/>
        <pc:sldMkLst>
          <pc:docMk/>
          <pc:sldMk cId="2339566124" sldId="337"/>
        </pc:sldMkLst>
        <pc:spChg chg="mod">
          <ac:chgData name="Michael Hill" userId="41dba03d-e58d-4389-9894-554c10310ba4" providerId="ADAL" clId="{EF23FE1D-A042-481E-AFD7-2A9FB0847F54}" dt="2025-11-17T18:53:04.207" v="361" actId="20577"/>
          <ac:spMkLst>
            <pc:docMk/>
            <pc:sldMk cId="2339566124" sldId="337"/>
            <ac:spMk id="5" creationId="{1174DF84-9B42-4579-F69C-B77567ADF987}"/>
          </ac:spMkLst>
        </pc:spChg>
        <pc:spChg chg="mod">
          <ac:chgData name="Michael Hill" userId="41dba03d-e58d-4389-9894-554c10310ba4" providerId="ADAL" clId="{EF23FE1D-A042-481E-AFD7-2A9FB0847F54}" dt="2025-11-17T18:52:59.137" v="345" actId="5793"/>
          <ac:spMkLst>
            <pc:docMk/>
            <pc:sldMk cId="2339566124" sldId="337"/>
            <ac:spMk id="8" creationId="{E4C9A6BA-DBB3-3663-566B-C9645458AD1B}"/>
          </ac:spMkLst>
        </pc:spChg>
      </pc:sldChg>
      <pc:sldChg chg="modSp add mod">
        <pc:chgData name="Michael Hill" userId="41dba03d-e58d-4389-9894-554c10310ba4" providerId="ADAL" clId="{EF23FE1D-A042-481E-AFD7-2A9FB0847F54}" dt="2025-11-17T18:53:42.335" v="546" actId="20577"/>
        <pc:sldMkLst>
          <pc:docMk/>
          <pc:sldMk cId="1586187217" sldId="338"/>
        </pc:sldMkLst>
        <pc:spChg chg="mod">
          <ac:chgData name="Michael Hill" userId="41dba03d-e58d-4389-9894-554c10310ba4" providerId="ADAL" clId="{EF23FE1D-A042-481E-AFD7-2A9FB0847F54}" dt="2025-11-17T18:53:42.335" v="546" actId="20577"/>
          <ac:spMkLst>
            <pc:docMk/>
            <pc:sldMk cId="1586187217" sldId="338"/>
            <ac:spMk id="8" creationId="{30A47305-8B33-4AC4-5BF3-49F4E7E28B29}"/>
          </ac:spMkLst>
        </pc:spChg>
      </pc:sldChg>
      <pc:sldChg chg="del">
        <pc:chgData name="Michael Hill" userId="41dba03d-e58d-4389-9894-554c10310ba4" providerId="ADAL" clId="{EF23FE1D-A042-481E-AFD7-2A9FB0847F54}" dt="2025-11-17T18:53:08.562" v="362" actId="47"/>
        <pc:sldMkLst>
          <pc:docMk/>
          <pc:sldMk cId="3533635562" sldId="338"/>
        </pc:sldMkLst>
      </pc:sldChg>
      <pc:sldChg chg="addSp modSp add mod">
        <pc:chgData name="Michael Hill" userId="41dba03d-e58d-4389-9894-554c10310ba4" providerId="ADAL" clId="{EF23FE1D-A042-481E-AFD7-2A9FB0847F54}" dt="2025-11-17T18:55:41.435" v="951" actId="1076"/>
        <pc:sldMkLst>
          <pc:docMk/>
          <pc:sldMk cId="830728341" sldId="339"/>
        </pc:sldMkLst>
        <pc:spChg chg="mod">
          <ac:chgData name="Michael Hill" userId="41dba03d-e58d-4389-9894-554c10310ba4" providerId="ADAL" clId="{EF23FE1D-A042-481E-AFD7-2A9FB0847F54}" dt="2025-11-17T18:53:56.495" v="585" actId="1076"/>
          <ac:spMkLst>
            <pc:docMk/>
            <pc:sldMk cId="830728341" sldId="339"/>
            <ac:spMk id="5" creationId="{2BED8B8D-4DF9-4953-3B08-40C01C1E8F0F}"/>
          </ac:spMkLst>
        </pc:spChg>
        <pc:spChg chg="mod">
          <ac:chgData name="Michael Hill" userId="41dba03d-e58d-4389-9894-554c10310ba4" providerId="ADAL" clId="{EF23FE1D-A042-481E-AFD7-2A9FB0847F54}" dt="2025-11-17T18:55:34.611" v="943" actId="1076"/>
          <ac:spMkLst>
            <pc:docMk/>
            <pc:sldMk cId="830728341" sldId="339"/>
            <ac:spMk id="8" creationId="{3A383475-AEC2-28A5-D4B9-2E270E4E1FA6}"/>
          </ac:spMkLst>
        </pc:spChg>
        <pc:spChg chg="mod">
          <ac:chgData name="Michael Hill" userId="41dba03d-e58d-4389-9894-554c10310ba4" providerId="ADAL" clId="{EF23FE1D-A042-481E-AFD7-2A9FB0847F54}" dt="2025-11-17T18:55:38.597" v="948" actId="208"/>
          <ac:spMkLst>
            <pc:docMk/>
            <pc:sldMk cId="830728341" sldId="339"/>
            <ac:spMk id="12" creationId="{5A9D5E3F-7B1D-2383-2B4F-DEE70BDA3A8C}"/>
          </ac:spMkLst>
        </pc:spChg>
        <pc:picChg chg="add mod">
          <ac:chgData name="Michael Hill" userId="41dba03d-e58d-4389-9894-554c10310ba4" providerId="ADAL" clId="{EF23FE1D-A042-481E-AFD7-2A9FB0847F54}" dt="2025-11-17T18:55:41.435" v="951" actId="1076"/>
          <ac:picMkLst>
            <pc:docMk/>
            <pc:sldMk cId="830728341" sldId="339"/>
            <ac:picMk id="3" creationId="{66FE3C37-D1D6-E208-08AD-D9E02CBAEA17}"/>
          </ac:picMkLst>
        </pc:picChg>
      </pc:sldChg>
      <pc:sldChg chg="del">
        <pc:chgData name="Michael Hill" userId="41dba03d-e58d-4389-9894-554c10310ba4" providerId="ADAL" clId="{EF23FE1D-A042-481E-AFD7-2A9FB0847F54}" dt="2025-11-17T18:53:08.562" v="362" actId="47"/>
        <pc:sldMkLst>
          <pc:docMk/>
          <pc:sldMk cId="2163866789" sldId="339"/>
        </pc:sldMkLst>
      </pc:sldChg>
      <pc:sldChg chg="delSp modSp add mod">
        <pc:chgData name="Michael Hill" userId="41dba03d-e58d-4389-9894-554c10310ba4" providerId="ADAL" clId="{EF23FE1D-A042-481E-AFD7-2A9FB0847F54}" dt="2025-11-17T18:57:24.735" v="1396" actId="14100"/>
        <pc:sldMkLst>
          <pc:docMk/>
          <pc:sldMk cId="439645647" sldId="340"/>
        </pc:sldMkLst>
        <pc:spChg chg="mod">
          <ac:chgData name="Michael Hill" userId="41dba03d-e58d-4389-9894-554c10310ba4" providerId="ADAL" clId="{EF23FE1D-A042-481E-AFD7-2A9FB0847F54}" dt="2025-11-17T18:56:02.170" v="998" actId="1076"/>
          <ac:spMkLst>
            <pc:docMk/>
            <pc:sldMk cId="439645647" sldId="340"/>
            <ac:spMk id="5" creationId="{D0CE158A-DE61-6969-240F-0DEF19584011}"/>
          </ac:spMkLst>
        </pc:spChg>
        <pc:spChg chg="mod">
          <ac:chgData name="Michael Hill" userId="41dba03d-e58d-4389-9894-554c10310ba4" providerId="ADAL" clId="{EF23FE1D-A042-481E-AFD7-2A9FB0847F54}" dt="2025-11-17T18:57:24.735" v="1396" actId="14100"/>
          <ac:spMkLst>
            <pc:docMk/>
            <pc:sldMk cId="439645647" sldId="340"/>
            <ac:spMk id="8" creationId="{CF780079-68BE-B92F-AE7B-E530A9A204DC}"/>
          </ac:spMkLst>
        </pc:spChg>
        <pc:picChg chg="del">
          <ac:chgData name="Michael Hill" userId="41dba03d-e58d-4389-9894-554c10310ba4" providerId="ADAL" clId="{EF23FE1D-A042-481E-AFD7-2A9FB0847F54}" dt="2025-11-17T18:57:05.781" v="1395" actId="478"/>
          <ac:picMkLst>
            <pc:docMk/>
            <pc:sldMk cId="439645647" sldId="340"/>
            <ac:picMk id="3" creationId="{3D2C1AEC-BD8E-7CAA-0777-2EC71C39AB87}"/>
          </ac:picMkLst>
        </pc:picChg>
      </pc:sldChg>
      <pc:sldChg chg="del">
        <pc:chgData name="Michael Hill" userId="41dba03d-e58d-4389-9894-554c10310ba4" providerId="ADAL" clId="{EF23FE1D-A042-481E-AFD7-2A9FB0847F54}" dt="2025-11-17T18:53:08.562" v="362" actId="47"/>
        <pc:sldMkLst>
          <pc:docMk/>
          <pc:sldMk cId="1222316767" sldId="340"/>
        </pc:sldMkLst>
      </pc:sldChg>
      <pc:sldChg chg="del">
        <pc:chgData name="Michael Hill" userId="41dba03d-e58d-4389-9894-554c10310ba4" providerId="ADAL" clId="{EF23FE1D-A042-481E-AFD7-2A9FB0847F54}" dt="2025-11-17T18:53:08.562" v="362" actId="47"/>
        <pc:sldMkLst>
          <pc:docMk/>
          <pc:sldMk cId="60232854" sldId="341"/>
        </pc:sldMkLst>
      </pc:sldChg>
      <pc:sldChg chg="modSp add mod">
        <pc:chgData name="Michael Hill" userId="41dba03d-e58d-4389-9894-554c10310ba4" providerId="ADAL" clId="{EF23FE1D-A042-481E-AFD7-2A9FB0847F54}" dt="2025-11-17T18:58:58.203" v="1767" actId="20577"/>
        <pc:sldMkLst>
          <pc:docMk/>
          <pc:sldMk cId="745346198" sldId="341"/>
        </pc:sldMkLst>
        <pc:spChg chg="mod">
          <ac:chgData name="Michael Hill" userId="41dba03d-e58d-4389-9894-554c10310ba4" providerId="ADAL" clId="{EF23FE1D-A042-481E-AFD7-2A9FB0847F54}" dt="2025-11-17T18:57:59.776" v="1440" actId="1076"/>
          <ac:spMkLst>
            <pc:docMk/>
            <pc:sldMk cId="745346198" sldId="341"/>
            <ac:spMk id="5" creationId="{D102A534-121E-8CCF-1FF7-79ED685F6B6B}"/>
          </ac:spMkLst>
        </pc:spChg>
        <pc:spChg chg="mod">
          <ac:chgData name="Michael Hill" userId="41dba03d-e58d-4389-9894-554c10310ba4" providerId="ADAL" clId="{EF23FE1D-A042-481E-AFD7-2A9FB0847F54}" dt="2025-11-17T18:58:58.203" v="1767" actId="20577"/>
          <ac:spMkLst>
            <pc:docMk/>
            <pc:sldMk cId="745346198" sldId="341"/>
            <ac:spMk id="8" creationId="{37057825-4999-8C3D-15E5-6019F3585E8E}"/>
          </ac:spMkLst>
        </pc:spChg>
      </pc:sldChg>
      <pc:sldChg chg="modSp add mod">
        <pc:chgData name="Michael Hill" userId="41dba03d-e58d-4389-9894-554c10310ba4" providerId="ADAL" clId="{EF23FE1D-A042-481E-AFD7-2A9FB0847F54}" dt="2025-11-17T19:00:38.175" v="2217" actId="20577"/>
        <pc:sldMkLst>
          <pc:docMk/>
          <pc:sldMk cId="2651683470" sldId="342"/>
        </pc:sldMkLst>
        <pc:spChg chg="mod">
          <ac:chgData name="Michael Hill" userId="41dba03d-e58d-4389-9894-554c10310ba4" providerId="ADAL" clId="{EF23FE1D-A042-481E-AFD7-2A9FB0847F54}" dt="2025-11-17T18:59:11.362" v="1801" actId="1076"/>
          <ac:spMkLst>
            <pc:docMk/>
            <pc:sldMk cId="2651683470" sldId="342"/>
            <ac:spMk id="5" creationId="{55860589-E35F-A928-1FEC-F81F0C537F4D}"/>
          </ac:spMkLst>
        </pc:spChg>
        <pc:spChg chg="mod">
          <ac:chgData name="Michael Hill" userId="41dba03d-e58d-4389-9894-554c10310ba4" providerId="ADAL" clId="{EF23FE1D-A042-481E-AFD7-2A9FB0847F54}" dt="2025-11-17T19:00:38.175" v="2217" actId="20577"/>
          <ac:spMkLst>
            <pc:docMk/>
            <pc:sldMk cId="2651683470" sldId="342"/>
            <ac:spMk id="8" creationId="{74048946-6227-8C42-4A75-6C827AB17CA5}"/>
          </ac:spMkLst>
        </pc:spChg>
      </pc:sldChg>
      <pc:sldChg chg="del">
        <pc:chgData name="Michael Hill" userId="41dba03d-e58d-4389-9894-554c10310ba4" providerId="ADAL" clId="{EF23FE1D-A042-481E-AFD7-2A9FB0847F54}" dt="2025-11-17T18:53:08.562" v="362" actId="47"/>
        <pc:sldMkLst>
          <pc:docMk/>
          <pc:sldMk cId="3012194457" sldId="342"/>
        </pc:sldMkLst>
      </pc:sldChg>
      <pc:sldChg chg="del">
        <pc:chgData name="Michael Hill" userId="41dba03d-e58d-4389-9894-554c10310ba4" providerId="ADAL" clId="{EF23FE1D-A042-481E-AFD7-2A9FB0847F54}" dt="2025-11-17T18:53:08.562" v="362" actId="47"/>
        <pc:sldMkLst>
          <pc:docMk/>
          <pc:sldMk cId="1497828829" sldId="343"/>
        </pc:sldMkLst>
      </pc:sldChg>
      <pc:sldChg chg="modSp add mod">
        <pc:chgData name="Michael Hill" userId="41dba03d-e58d-4389-9894-554c10310ba4" providerId="ADAL" clId="{EF23FE1D-A042-481E-AFD7-2A9FB0847F54}" dt="2025-11-17T19:02:05.203" v="2540" actId="20577"/>
        <pc:sldMkLst>
          <pc:docMk/>
          <pc:sldMk cId="3878626053" sldId="343"/>
        </pc:sldMkLst>
        <pc:spChg chg="mod">
          <ac:chgData name="Michael Hill" userId="41dba03d-e58d-4389-9894-554c10310ba4" providerId="ADAL" clId="{EF23FE1D-A042-481E-AFD7-2A9FB0847F54}" dt="2025-11-17T19:01:21.287" v="2292" actId="1076"/>
          <ac:spMkLst>
            <pc:docMk/>
            <pc:sldMk cId="3878626053" sldId="343"/>
            <ac:spMk id="5" creationId="{DB08D684-57BE-D7B8-A049-FF88AF2153AC}"/>
          </ac:spMkLst>
        </pc:spChg>
        <pc:spChg chg="mod">
          <ac:chgData name="Michael Hill" userId="41dba03d-e58d-4389-9894-554c10310ba4" providerId="ADAL" clId="{EF23FE1D-A042-481E-AFD7-2A9FB0847F54}" dt="2025-11-17T19:02:05.203" v="2540" actId="20577"/>
          <ac:spMkLst>
            <pc:docMk/>
            <pc:sldMk cId="3878626053" sldId="343"/>
            <ac:spMk id="8" creationId="{1EEED36E-B82F-7679-0D20-28EB4D84DEAF}"/>
          </ac:spMkLst>
        </pc:spChg>
      </pc:sldChg>
      <pc:sldChg chg="del">
        <pc:chgData name="Michael Hill" userId="41dba03d-e58d-4389-9894-554c10310ba4" providerId="ADAL" clId="{EF23FE1D-A042-481E-AFD7-2A9FB0847F54}" dt="2025-11-17T18:53:08.562" v="362" actId="47"/>
        <pc:sldMkLst>
          <pc:docMk/>
          <pc:sldMk cId="1226605600" sldId="344"/>
        </pc:sldMkLst>
      </pc:sldChg>
      <pc:sldChg chg="modSp add mod">
        <pc:chgData name="Michael Hill" userId="41dba03d-e58d-4389-9894-554c10310ba4" providerId="ADAL" clId="{EF23FE1D-A042-481E-AFD7-2A9FB0847F54}" dt="2025-11-17T19:02:49.491" v="2715" actId="20577"/>
        <pc:sldMkLst>
          <pc:docMk/>
          <pc:sldMk cId="4226686359" sldId="344"/>
        </pc:sldMkLst>
        <pc:spChg chg="mod">
          <ac:chgData name="Michael Hill" userId="41dba03d-e58d-4389-9894-554c10310ba4" providerId="ADAL" clId="{EF23FE1D-A042-481E-AFD7-2A9FB0847F54}" dt="2025-11-17T19:02:27.057" v="2568" actId="1076"/>
          <ac:spMkLst>
            <pc:docMk/>
            <pc:sldMk cId="4226686359" sldId="344"/>
            <ac:spMk id="5" creationId="{94C1ADDF-6617-B4A3-BA97-4A23EFE8FABA}"/>
          </ac:spMkLst>
        </pc:spChg>
        <pc:spChg chg="mod">
          <ac:chgData name="Michael Hill" userId="41dba03d-e58d-4389-9894-554c10310ba4" providerId="ADAL" clId="{EF23FE1D-A042-481E-AFD7-2A9FB0847F54}" dt="2025-11-17T19:02:49.491" v="2715" actId="20577"/>
          <ac:spMkLst>
            <pc:docMk/>
            <pc:sldMk cId="4226686359" sldId="344"/>
            <ac:spMk id="8" creationId="{541F7AEB-387E-49E3-5FE0-7CC0002D58D3}"/>
          </ac:spMkLst>
        </pc:spChg>
      </pc:sldChg>
      <pc:sldChg chg="del">
        <pc:chgData name="Michael Hill" userId="41dba03d-e58d-4389-9894-554c10310ba4" providerId="ADAL" clId="{EF23FE1D-A042-481E-AFD7-2A9FB0847F54}" dt="2025-11-17T18:53:08.562" v="362" actId="47"/>
        <pc:sldMkLst>
          <pc:docMk/>
          <pc:sldMk cId="1454408953" sldId="345"/>
        </pc:sldMkLst>
      </pc:sldChg>
      <pc:sldChg chg="modSp add mod">
        <pc:chgData name="Michael Hill" userId="41dba03d-e58d-4389-9894-554c10310ba4" providerId="ADAL" clId="{EF23FE1D-A042-481E-AFD7-2A9FB0847F54}" dt="2025-11-17T19:03:13.923" v="2871" actId="20577"/>
        <pc:sldMkLst>
          <pc:docMk/>
          <pc:sldMk cId="1969515255" sldId="345"/>
        </pc:sldMkLst>
        <pc:spChg chg="mod">
          <ac:chgData name="Michael Hill" userId="41dba03d-e58d-4389-9894-554c10310ba4" providerId="ADAL" clId="{EF23FE1D-A042-481E-AFD7-2A9FB0847F54}" dt="2025-11-17T19:03:13.923" v="2871" actId="20577"/>
          <ac:spMkLst>
            <pc:docMk/>
            <pc:sldMk cId="1969515255" sldId="345"/>
            <ac:spMk id="8" creationId="{D6ECDFF7-301C-4DF3-60DE-8B0DBFFA3F3C}"/>
          </ac:spMkLst>
        </pc:spChg>
      </pc:sldChg>
      <pc:sldChg chg="modSp add mod">
        <pc:chgData name="Michael Hill" userId="41dba03d-e58d-4389-9894-554c10310ba4" providerId="ADAL" clId="{EF23FE1D-A042-481E-AFD7-2A9FB0847F54}" dt="2025-11-17T19:03:33.669" v="2989" actId="20577"/>
        <pc:sldMkLst>
          <pc:docMk/>
          <pc:sldMk cId="682779282" sldId="346"/>
        </pc:sldMkLst>
        <pc:spChg chg="mod">
          <ac:chgData name="Michael Hill" userId="41dba03d-e58d-4389-9894-554c10310ba4" providerId="ADAL" clId="{EF23FE1D-A042-481E-AFD7-2A9FB0847F54}" dt="2025-11-17T19:03:33.669" v="2989" actId="20577"/>
          <ac:spMkLst>
            <pc:docMk/>
            <pc:sldMk cId="682779282" sldId="346"/>
            <ac:spMk id="8" creationId="{8A6E6282-EB5E-F18F-7B32-E18F32A3FFE5}"/>
          </ac:spMkLst>
        </pc:spChg>
      </pc:sldChg>
      <pc:sldChg chg="del">
        <pc:chgData name="Michael Hill" userId="41dba03d-e58d-4389-9894-554c10310ba4" providerId="ADAL" clId="{EF23FE1D-A042-481E-AFD7-2A9FB0847F54}" dt="2025-11-17T18:53:08.562" v="362" actId="47"/>
        <pc:sldMkLst>
          <pc:docMk/>
          <pc:sldMk cId="2454271887" sldId="346"/>
        </pc:sldMkLst>
      </pc:sldChg>
      <pc:sldChg chg="del">
        <pc:chgData name="Michael Hill" userId="41dba03d-e58d-4389-9894-554c10310ba4" providerId="ADAL" clId="{EF23FE1D-A042-481E-AFD7-2A9FB0847F54}" dt="2025-11-17T18:53:08.562" v="362" actId="47"/>
        <pc:sldMkLst>
          <pc:docMk/>
          <pc:sldMk cId="688070086" sldId="347"/>
        </pc:sldMkLst>
      </pc:sldChg>
      <pc:sldChg chg="modSp add mod">
        <pc:chgData name="Michael Hill" userId="41dba03d-e58d-4389-9894-554c10310ba4" providerId="ADAL" clId="{EF23FE1D-A042-481E-AFD7-2A9FB0847F54}" dt="2025-11-17T19:03:53.110" v="3099" actId="20577"/>
        <pc:sldMkLst>
          <pc:docMk/>
          <pc:sldMk cId="1558566842" sldId="347"/>
        </pc:sldMkLst>
        <pc:spChg chg="mod">
          <ac:chgData name="Michael Hill" userId="41dba03d-e58d-4389-9894-554c10310ba4" providerId="ADAL" clId="{EF23FE1D-A042-481E-AFD7-2A9FB0847F54}" dt="2025-11-17T19:03:53.110" v="3099" actId="20577"/>
          <ac:spMkLst>
            <pc:docMk/>
            <pc:sldMk cId="1558566842" sldId="347"/>
            <ac:spMk id="8" creationId="{2A6002FF-8309-A2D7-A23E-64EC81303D31}"/>
          </ac:spMkLst>
        </pc:spChg>
      </pc:sldChg>
      <pc:sldChg chg="modSp add mod">
        <pc:chgData name="Michael Hill" userId="41dba03d-e58d-4389-9894-554c10310ba4" providerId="ADAL" clId="{EF23FE1D-A042-481E-AFD7-2A9FB0847F54}" dt="2025-11-17T19:04:20.296" v="3240" actId="20577"/>
        <pc:sldMkLst>
          <pc:docMk/>
          <pc:sldMk cId="902848253" sldId="348"/>
        </pc:sldMkLst>
        <pc:spChg chg="mod">
          <ac:chgData name="Michael Hill" userId="41dba03d-e58d-4389-9894-554c10310ba4" providerId="ADAL" clId="{EF23FE1D-A042-481E-AFD7-2A9FB0847F54}" dt="2025-11-17T19:04:20.296" v="3240" actId="20577"/>
          <ac:spMkLst>
            <pc:docMk/>
            <pc:sldMk cId="902848253" sldId="348"/>
            <ac:spMk id="8" creationId="{30749EE3-2488-D159-F3B3-02ABAF8D079F}"/>
          </ac:spMkLst>
        </pc:spChg>
      </pc:sldChg>
      <pc:sldChg chg="del">
        <pc:chgData name="Michael Hill" userId="41dba03d-e58d-4389-9894-554c10310ba4" providerId="ADAL" clId="{EF23FE1D-A042-481E-AFD7-2A9FB0847F54}" dt="2025-11-17T18:53:08.562" v="362" actId="47"/>
        <pc:sldMkLst>
          <pc:docMk/>
          <pc:sldMk cId="3727239451" sldId="348"/>
        </pc:sldMkLst>
      </pc:sldChg>
      <pc:sldChg chg="modSp add mod">
        <pc:chgData name="Michael Hill" userId="41dba03d-e58d-4389-9894-554c10310ba4" providerId="ADAL" clId="{EF23FE1D-A042-481E-AFD7-2A9FB0847F54}" dt="2025-11-17T19:07:56.666" v="3952" actId="14"/>
        <pc:sldMkLst>
          <pc:docMk/>
          <pc:sldMk cId="660022596" sldId="349"/>
        </pc:sldMkLst>
        <pc:spChg chg="mod">
          <ac:chgData name="Michael Hill" userId="41dba03d-e58d-4389-9894-554c10310ba4" providerId="ADAL" clId="{EF23FE1D-A042-481E-AFD7-2A9FB0847F54}" dt="2025-11-17T19:04:35.591" v="3259" actId="20577"/>
          <ac:spMkLst>
            <pc:docMk/>
            <pc:sldMk cId="660022596" sldId="349"/>
            <ac:spMk id="5" creationId="{75EBE8DD-0558-ED21-91E7-EF4E17018F02}"/>
          </ac:spMkLst>
        </pc:spChg>
        <pc:spChg chg="mod">
          <ac:chgData name="Michael Hill" userId="41dba03d-e58d-4389-9894-554c10310ba4" providerId="ADAL" clId="{EF23FE1D-A042-481E-AFD7-2A9FB0847F54}" dt="2025-11-17T19:07:56.666" v="3952" actId="14"/>
          <ac:spMkLst>
            <pc:docMk/>
            <pc:sldMk cId="660022596" sldId="349"/>
            <ac:spMk id="8" creationId="{42D53C11-E326-D7B7-B5AB-62D545915B05}"/>
          </ac:spMkLst>
        </pc:spChg>
      </pc:sldChg>
      <pc:sldChg chg="del">
        <pc:chgData name="Michael Hill" userId="41dba03d-e58d-4389-9894-554c10310ba4" providerId="ADAL" clId="{EF23FE1D-A042-481E-AFD7-2A9FB0847F54}" dt="2025-11-17T18:53:08.562" v="362" actId="47"/>
        <pc:sldMkLst>
          <pc:docMk/>
          <pc:sldMk cId="1239518786" sldId="349"/>
        </pc:sldMkLst>
      </pc:sldChg>
      <pc:sldChg chg="del">
        <pc:chgData name="Michael Hill" userId="41dba03d-e58d-4389-9894-554c10310ba4" providerId="ADAL" clId="{EF23FE1D-A042-481E-AFD7-2A9FB0847F54}" dt="2025-11-17T18:53:08.562" v="362" actId="47"/>
        <pc:sldMkLst>
          <pc:docMk/>
          <pc:sldMk cId="1647242632" sldId="350"/>
        </pc:sldMkLst>
      </pc:sldChg>
      <pc:sldChg chg="modSp add mod">
        <pc:chgData name="Michael Hill" userId="41dba03d-e58d-4389-9894-554c10310ba4" providerId="ADAL" clId="{EF23FE1D-A042-481E-AFD7-2A9FB0847F54}" dt="2025-11-17T19:10:15.398" v="4389" actId="20577"/>
        <pc:sldMkLst>
          <pc:docMk/>
          <pc:sldMk cId="2416900279" sldId="350"/>
        </pc:sldMkLst>
        <pc:spChg chg="mod">
          <ac:chgData name="Michael Hill" userId="41dba03d-e58d-4389-9894-554c10310ba4" providerId="ADAL" clId="{EF23FE1D-A042-481E-AFD7-2A9FB0847F54}" dt="2025-11-17T19:10:15.398" v="4389" actId="20577"/>
          <ac:spMkLst>
            <pc:docMk/>
            <pc:sldMk cId="2416900279" sldId="350"/>
            <ac:spMk id="8" creationId="{64D59F24-AF55-4386-7D4A-A50CA7B1B6C4}"/>
          </ac:spMkLst>
        </pc:spChg>
      </pc:sldChg>
      <pc:sldChg chg="del">
        <pc:chgData name="Michael Hill" userId="41dba03d-e58d-4389-9894-554c10310ba4" providerId="ADAL" clId="{EF23FE1D-A042-481E-AFD7-2A9FB0847F54}" dt="2025-11-17T18:53:08.562" v="362" actId="47"/>
        <pc:sldMkLst>
          <pc:docMk/>
          <pc:sldMk cId="1583334431" sldId="351"/>
        </pc:sldMkLst>
      </pc:sldChg>
      <pc:sldChg chg="modSp add mod">
        <pc:chgData name="Michael Hill" userId="41dba03d-e58d-4389-9894-554c10310ba4" providerId="ADAL" clId="{EF23FE1D-A042-481E-AFD7-2A9FB0847F54}" dt="2025-11-17T19:12:39.137" v="5036" actId="14"/>
        <pc:sldMkLst>
          <pc:docMk/>
          <pc:sldMk cId="2048399338" sldId="351"/>
        </pc:sldMkLst>
        <pc:spChg chg="mod">
          <ac:chgData name="Michael Hill" userId="41dba03d-e58d-4389-9894-554c10310ba4" providerId="ADAL" clId="{EF23FE1D-A042-481E-AFD7-2A9FB0847F54}" dt="2025-11-17T19:12:39.137" v="5036" actId="14"/>
          <ac:spMkLst>
            <pc:docMk/>
            <pc:sldMk cId="2048399338" sldId="351"/>
            <ac:spMk id="8" creationId="{14B7B8F9-5FFE-B5F0-F11F-63ECFE06BB88}"/>
          </ac:spMkLst>
        </pc:spChg>
      </pc:sldChg>
      <pc:sldChg chg="modSp add mod">
        <pc:chgData name="Michael Hill" userId="41dba03d-e58d-4389-9894-554c10310ba4" providerId="ADAL" clId="{EF23FE1D-A042-481E-AFD7-2A9FB0847F54}" dt="2025-11-17T19:13:31.099" v="5264" actId="20577"/>
        <pc:sldMkLst>
          <pc:docMk/>
          <pc:sldMk cId="1228941234" sldId="352"/>
        </pc:sldMkLst>
        <pc:spChg chg="mod">
          <ac:chgData name="Michael Hill" userId="41dba03d-e58d-4389-9894-554c10310ba4" providerId="ADAL" clId="{EF23FE1D-A042-481E-AFD7-2A9FB0847F54}" dt="2025-11-17T19:13:31.099" v="5264" actId="20577"/>
          <ac:spMkLst>
            <pc:docMk/>
            <pc:sldMk cId="1228941234" sldId="352"/>
            <ac:spMk id="8" creationId="{AABB5ACC-14A1-6FB9-8EB6-597366214251}"/>
          </ac:spMkLst>
        </pc:spChg>
      </pc:sldChg>
      <pc:sldChg chg="del">
        <pc:chgData name="Michael Hill" userId="41dba03d-e58d-4389-9894-554c10310ba4" providerId="ADAL" clId="{EF23FE1D-A042-481E-AFD7-2A9FB0847F54}" dt="2025-11-17T18:53:08.562" v="362" actId="47"/>
        <pc:sldMkLst>
          <pc:docMk/>
          <pc:sldMk cId="3985228551" sldId="352"/>
        </pc:sldMkLst>
      </pc:sldChg>
      <pc:sldChg chg="del">
        <pc:chgData name="Michael Hill" userId="41dba03d-e58d-4389-9894-554c10310ba4" providerId="ADAL" clId="{EF23FE1D-A042-481E-AFD7-2A9FB0847F54}" dt="2025-11-17T18:53:08.562" v="362" actId="47"/>
        <pc:sldMkLst>
          <pc:docMk/>
          <pc:sldMk cId="580436908" sldId="35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C: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CASE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C-7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3804603" y="3657853"/>
            <a:ext cx="5830567" cy="94586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ETHICAL CONCERNS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5121637" cy="5391671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Short vocab quiz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Authorization and Scope Compliance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Protection of Sensitive Data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Patient Safety &amp; Operational Continuity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Misuse of Skills &amp; Insider Risk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Transparency, Reporting, &amp; Responsible Disclosure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474132"/>
            <a:ext cx="2903431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733476" y="1244357"/>
            <a:ext cx="9066029" cy="3830500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QUIZ TIME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QUIZ?!?!?!?!?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C10AE4-FB86-12C8-63FD-1A894A75B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F08845E-70A9-CF3F-EB9C-C2F469DDEF2A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A2CE50E-1D08-60D2-1A47-0554080C602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325A4C-5EF4-8E55-DABA-3AE5C7BA129A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C9A6BA-DBB3-3663-566B-C9645458AD1B}"/>
              </a:ext>
            </a:extLst>
          </p:cNvPr>
          <p:cNvSpPr/>
          <p:nvPr/>
        </p:nvSpPr>
        <p:spPr>
          <a:xfrm>
            <a:off x="825243" y="1339273"/>
            <a:ext cx="10296411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a penetration tester makes a mistake – who could be harmed?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74DF84-9B42-4579-F69C-B77567ADF987}"/>
              </a:ext>
            </a:extLst>
          </p:cNvPr>
          <p:cNvSpPr/>
          <p:nvPr/>
        </p:nvSpPr>
        <p:spPr>
          <a:xfrm>
            <a:off x="-114106" y="187053"/>
            <a:ext cx="5572797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ETHICAL CONCERNS</a:t>
            </a:r>
          </a:p>
        </p:txBody>
      </p:sp>
    </p:spTree>
    <p:extLst>
      <p:ext uri="{BB962C8B-B14F-4D97-AF65-F5344CB8AC3E}">
        <p14:creationId xmlns:p14="http://schemas.microsoft.com/office/powerpoint/2010/main" val="2339566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E7DE3-157E-94BF-BE89-D8ED6F6A3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25522B2-351B-F763-094D-83792AEE0D3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249ECC8-23F2-92D9-F086-EF2502259CD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9673DC-ABA9-645E-2A6D-9870D84E2E11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A47305-8B33-4AC4-5BF3-49F4E7E28B29}"/>
              </a:ext>
            </a:extLst>
          </p:cNvPr>
          <p:cNvSpPr/>
          <p:nvPr/>
        </p:nvSpPr>
        <p:spPr>
          <a:xfrm>
            <a:off x="825243" y="1339273"/>
            <a:ext cx="10296411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People/things that may be harmed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Patients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Hospital Staff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Emergency Operations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integrity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Public trust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Our goal here is to reduce harm of course, not cause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258CBE-DE58-A7A6-630D-7B681532296D}"/>
              </a:ext>
            </a:extLst>
          </p:cNvPr>
          <p:cNvSpPr/>
          <p:nvPr/>
        </p:nvSpPr>
        <p:spPr>
          <a:xfrm>
            <a:off x="-114106" y="187053"/>
            <a:ext cx="5572797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ETHICAL CONCERNS</a:t>
            </a:r>
          </a:p>
        </p:txBody>
      </p:sp>
    </p:spTree>
    <p:extLst>
      <p:ext uri="{BB962C8B-B14F-4D97-AF65-F5344CB8AC3E}">
        <p14:creationId xmlns:p14="http://schemas.microsoft.com/office/powerpoint/2010/main" val="1586187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6084ED-4F27-E6A8-CCB0-A285A5B8D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A9D5E3F-7B1D-2383-2B4F-DEE70BDA3A8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7F9BFF-3BDC-F28C-DEB4-731A7D8536C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B46737E-C4AD-7576-AC6C-87BC70CC6AFE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383475-AEC2-28A5-D4B9-2E270E4E1FA6}"/>
              </a:ext>
            </a:extLst>
          </p:cNvPr>
          <p:cNvSpPr/>
          <p:nvPr/>
        </p:nvSpPr>
        <p:spPr>
          <a:xfrm>
            <a:off x="315630" y="1350686"/>
            <a:ext cx="7136502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Recall that early on we discussed scope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extent to which we are testing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may </a:t>
            </a:r>
            <a:r>
              <a:rPr lang="en-US" sz="2800" b="1" i="1" dirty="0">
                <a:solidFill>
                  <a:schemeClr val="bg1"/>
                </a:solidFill>
                <a:latin typeface="Bahnschrift" panose="020B0502040204020203" pitchFamily="34" charset="0"/>
              </a:rPr>
              <a:t>only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act within the agreed scope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Anything else may be illegal entirely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scope helps us to protect system availability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Ex: Port scanning active hardware outside of approved range could disrupt equipment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ED8B8D-4DF9-4953-3B08-40C01C1E8F0F}"/>
              </a:ext>
            </a:extLst>
          </p:cNvPr>
          <p:cNvSpPr/>
          <p:nvPr/>
        </p:nvSpPr>
        <p:spPr>
          <a:xfrm>
            <a:off x="-640578" y="175640"/>
            <a:ext cx="10296411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AUTHORIZATION &amp; SCOPE COMPLIANCE</a:t>
            </a:r>
          </a:p>
        </p:txBody>
      </p:sp>
      <p:pic>
        <p:nvPicPr>
          <p:cNvPr id="3" name="Picture 2" descr="A prison cell with a bed and a table&#10;&#10;AI-generated content may be incorrect.">
            <a:extLst>
              <a:ext uri="{FF2B5EF4-FFF2-40B4-BE49-F238E27FC236}">
                <a16:creationId xmlns:a16="http://schemas.microsoft.com/office/drawing/2014/main" id="{66FE3C37-D1D6-E208-08AD-D9E02CBAE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752" y="2281381"/>
            <a:ext cx="4036618" cy="268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728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9136B0-1054-2B47-8F59-92A97BAE6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D686EF0-CE90-909A-E5D3-12DAD8D71366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1C36F87-4683-C69D-45A5-9608DD616CE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115940-22F0-9928-745F-D70786FB2286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780079-68BE-B92F-AE7B-E530A9A204DC}"/>
              </a:ext>
            </a:extLst>
          </p:cNvPr>
          <p:cNvSpPr/>
          <p:nvPr/>
        </p:nvSpPr>
        <p:spPr>
          <a:xfrm>
            <a:off x="315630" y="1350686"/>
            <a:ext cx="11276006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Healthcare data is extremely sensitive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As ethical testers we must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Avoid collecting unnecessary data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Avoid viewing identifiable patient info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 test datasets whenever possible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Store evidence securely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we got hacked trying to prevent hacking it would be embarrassing (and also objectively bad)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CE158A-DE61-6969-240F-0DEF19584011}"/>
              </a:ext>
            </a:extLst>
          </p:cNvPr>
          <p:cNvSpPr/>
          <p:nvPr/>
        </p:nvSpPr>
        <p:spPr>
          <a:xfrm>
            <a:off x="-421899" y="187053"/>
            <a:ext cx="8611560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PROTECTION OF SENSITIVE DATA</a:t>
            </a:r>
          </a:p>
        </p:txBody>
      </p:sp>
    </p:spTree>
    <p:extLst>
      <p:ext uri="{BB962C8B-B14F-4D97-AF65-F5344CB8AC3E}">
        <p14:creationId xmlns:p14="http://schemas.microsoft.com/office/powerpoint/2010/main" val="439645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124EA3-C803-7D2D-0275-A159AB23B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3CD8980F-240F-8FD0-0D11-7C0F056286C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BAE79E-A35E-BA1F-97E3-CDF63D1CA4B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57B95F0-481B-D276-56F8-EFCBC50854CB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057825-4999-8C3D-15E5-6019F3585E8E}"/>
              </a:ext>
            </a:extLst>
          </p:cNvPr>
          <p:cNvSpPr/>
          <p:nvPr/>
        </p:nvSpPr>
        <p:spPr>
          <a:xfrm>
            <a:off x="315630" y="1350686"/>
            <a:ext cx="11276006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Hospitals are life or death environments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Us, as testers, must avoid actions that may: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Shut down an EHR (Electronic Health Records) Server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Crash a medical device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Delay lab results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Interrupt emergency communications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Even a momentary halt to some hardware could endanger and end lives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02A534-121E-8CCF-1FF7-79ED685F6B6B}"/>
              </a:ext>
            </a:extLst>
          </p:cNvPr>
          <p:cNvSpPr/>
          <p:nvPr/>
        </p:nvSpPr>
        <p:spPr>
          <a:xfrm>
            <a:off x="-957609" y="175640"/>
            <a:ext cx="12013535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PATIENT SAFETY &amp; OPERATIONAL CONTINUITY</a:t>
            </a:r>
          </a:p>
        </p:txBody>
      </p:sp>
    </p:spTree>
    <p:extLst>
      <p:ext uri="{BB962C8B-B14F-4D97-AF65-F5344CB8AC3E}">
        <p14:creationId xmlns:p14="http://schemas.microsoft.com/office/powerpoint/2010/main" val="745346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1272C0-A62B-BA45-7501-8B22ED02F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DEDEFE8A-67A8-9848-075A-7DA00F9F58D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4B57563-7C81-218F-9E41-FC61AC5E56A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8EC0D1-7D0D-385F-0169-1B680613C35D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048946-6227-8C42-4A75-6C827AB17CA5}"/>
              </a:ext>
            </a:extLst>
          </p:cNvPr>
          <p:cNvSpPr/>
          <p:nvPr/>
        </p:nvSpPr>
        <p:spPr>
          <a:xfrm>
            <a:off x="315630" y="1350686"/>
            <a:ext cx="11276006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is important to make sure that we behave ethically as professionals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Only authorized professionals should conduct tests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Skills gained in testing must never be used maliciously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Organizations must guard against rogue insiders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involves the use of our time outside of work as well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use the same tools that unethical hackers use, we just have accountability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860589-E35F-A928-1FEC-F81F0C537F4D}"/>
              </a:ext>
            </a:extLst>
          </p:cNvPr>
          <p:cNvSpPr/>
          <p:nvPr/>
        </p:nvSpPr>
        <p:spPr>
          <a:xfrm>
            <a:off x="-615864" y="175640"/>
            <a:ext cx="9399645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MISUSE OF SKILLS &amp; INSIDER RISK</a:t>
            </a:r>
          </a:p>
        </p:txBody>
      </p:sp>
    </p:spTree>
    <p:extLst>
      <p:ext uri="{BB962C8B-B14F-4D97-AF65-F5344CB8AC3E}">
        <p14:creationId xmlns:p14="http://schemas.microsoft.com/office/powerpoint/2010/main" val="2651683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B8B4F-030E-EB01-B0C2-4914F8C8B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03CF227-3065-3869-8443-592727FFC1B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E2AA29-01F6-F244-97B8-34E5FCE7CA2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3C003AD-8EF5-8DE9-D029-6D824DE51109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EED36E-B82F-7679-0D20-28EB4D84DEAF}"/>
              </a:ext>
            </a:extLst>
          </p:cNvPr>
          <p:cNvSpPr/>
          <p:nvPr/>
        </p:nvSpPr>
        <p:spPr>
          <a:xfrm>
            <a:off x="315630" y="1350686"/>
            <a:ext cx="11276006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Transparent reporting should occur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 information hidden or altered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Honest representations of findings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 not try to glaze the hospital or us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Clear evidence without exaggeration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both for hospital safety and our reputation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08D684-57BE-D7B8-A049-FF88AF2153AC}"/>
              </a:ext>
            </a:extLst>
          </p:cNvPr>
          <p:cNvSpPr/>
          <p:nvPr/>
        </p:nvSpPr>
        <p:spPr>
          <a:xfrm>
            <a:off x="-874482" y="175640"/>
            <a:ext cx="11814907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TRANSPARENCY, REPORTING, &amp; DISCLOSURE</a:t>
            </a:r>
          </a:p>
        </p:txBody>
      </p:sp>
    </p:spTree>
    <p:extLst>
      <p:ext uri="{BB962C8B-B14F-4D97-AF65-F5344CB8AC3E}">
        <p14:creationId xmlns:p14="http://schemas.microsoft.com/office/powerpoint/2010/main" val="3878626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8EC25E-3E65-DFDE-4DF9-1EFA0F6E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191E4ED-FC00-804C-9CE2-95BDC1B00CD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1E98E7D-D5F5-F8C7-7F6F-3722A921CA8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74EA0F-C0C7-F307-FD6C-F78FEE218CB9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1F7AEB-387E-49E3-5FE0-7CC0002D58D3}"/>
              </a:ext>
            </a:extLst>
          </p:cNvPr>
          <p:cNvSpPr/>
          <p:nvPr/>
        </p:nvSpPr>
        <p:spPr>
          <a:xfrm>
            <a:off x="315630" y="1350686"/>
            <a:ext cx="11276006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During OSINT, a tester finds a PDF containing real patient names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the ethical issue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should the tester do?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C1ADDF-6617-B4A3-BA97-4A23EFE8FABA}"/>
              </a:ext>
            </a:extLst>
          </p:cNvPr>
          <p:cNvSpPr/>
          <p:nvPr/>
        </p:nvSpPr>
        <p:spPr>
          <a:xfrm>
            <a:off x="-107864" y="175640"/>
            <a:ext cx="4910773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ETHICAL DILEMMA</a:t>
            </a:r>
          </a:p>
        </p:txBody>
      </p:sp>
    </p:spTree>
    <p:extLst>
      <p:ext uri="{BB962C8B-B14F-4D97-AF65-F5344CB8AC3E}">
        <p14:creationId xmlns:p14="http://schemas.microsoft.com/office/powerpoint/2010/main" val="4226686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5F627-7F31-C706-B37A-8A66AD8E0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87147B8-E75E-14C1-8B8D-A664B09DFC1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3A414D0-0B4B-C0D5-EB8D-2B5E518B946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8103BD-C151-F3C5-F8C5-FA1A228FACE6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ECDFF7-301C-4DF3-60DE-8B0DBFFA3F3C}"/>
              </a:ext>
            </a:extLst>
          </p:cNvPr>
          <p:cNvSpPr/>
          <p:nvPr/>
        </p:nvSpPr>
        <p:spPr>
          <a:xfrm>
            <a:off x="315630" y="1350686"/>
            <a:ext cx="11276006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tester discovers a way to increase bed availability by hacking the scheduling system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the issue?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should they do in this case?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ED6620-77A2-A840-C0F0-FE9E8E903BAA}"/>
              </a:ext>
            </a:extLst>
          </p:cNvPr>
          <p:cNvSpPr/>
          <p:nvPr/>
        </p:nvSpPr>
        <p:spPr>
          <a:xfrm>
            <a:off x="-107864" y="175640"/>
            <a:ext cx="4910773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ETHICAL DILEMMA</a:t>
            </a:r>
          </a:p>
        </p:txBody>
      </p:sp>
    </p:spTree>
    <p:extLst>
      <p:ext uri="{BB962C8B-B14F-4D97-AF65-F5344CB8AC3E}">
        <p14:creationId xmlns:p14="http://schemas.microsoft.com/office/powerpoint/2010/main" val="1969515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BDA338-FA97-C1E3-13F7-F8080F2B2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A807CB8-A377-FF4E-F002-E9FD8B16803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95679D-226D-592B-B694-0FEC4C3A75C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CA86A3-24A1-5080-DBAB-F90B63073C3F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6E6282-EB5E-F18F-7B32-E18F32A3FFE5}"/>
              </a:ext>
            </a:extLst>
          </p:cNvPr>
          <p:cNvSpPr/>
          <p:nvPr/>
        </p:nvSpPr>
        <p:spPr>
          <a:xfrm>
            <a:off x="315630" y="1350686"/>
            <a:ext cx="11276006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tester accidentally crashes a diagnostic imaging server during a scan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the problem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Correct action?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2FA6B7-75BC-C128-575C-90B56471BDBA}"/>
              </a:ext>
            </a:extLst>
          </p:cNvPr>
          <p:cNvSpPr/>
          <p:nvPr/>
        </p:nvSpPr>
        <p:spPr>
          <a:xfrm>
            <a:off x="-107864" y="175640"/>
            <a:ext cx="4910773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ETHICAL DILEMMA</a:t>
            </a:r>
          </a:p>
        </p:txBody>
      </p:sp>
    </p:spTree>
    <p:extLst>
      <p:ext uri="{BB962C8B-B14F-4D97-AF65-F5344CB8AC3E}">
        <p14:creationId xmlns:p14="http://schemas.microsoft.com/office/powerpoint/2010/main" val="682779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3E6A56-A008-10E1-B8F4-E659D147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A9DBF4C7-8425-6942-C434-B112F5FFCB41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06E3083-98C2-9E14-3484-7A7C4B9AD56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634031-CBA1-0E1A-5360-91E56B594E9B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6002FF-8309-A2D7-A23E-64EC81303D31}"/>
              </a:ext>
            </a:extLst>
          </p:cNvPr>
          <p:cNvSpPr/>
          <p:nvPr/>
        </p:nvSpPr>
        <p:spPr>
          <a:xfrm>
            <a:off x="315630" y="1350686"/>
            <a:ext cx="11276006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 employee asks the tester how to bypass workstation locks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the issue?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should we do?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7F6641-EAAB-1662-8D3E-6ADA4A2984FA}"/>
              </a:ext>
            </a:extLst>
          </p:cNvPr>
          <p:cNvSpPr/>
          <p:nvPr/>
        </p:nvSpPr>
        <p:spPr>
          <a:xfrm>
            <a:off x="-107864" y="175640"/>
            <a:ext cx="4910773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ETHICAL DILEMMA</a:t>
            </a:r>
          </a:p>
        </p:txBody>
      </p:sp>
    </p:spTree>
    <p:extLst>
      <p:ext uri="{BB962C8B-B14F-4D97-AF65-F5344CB8AC3E}">
        <p14:creationId xmlns:p14="http://schemas.microsoft.com/office/powerpoint/2010/main" val="1558566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47A53-12A2-003A-778C-AB2EE6566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4611301-F9A5-5C76-2E2D-0BCD17F65F96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351A45-5474-97F6-EDF1-787DBE5A23B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AA90DB-7D95-E40C-D961-9B617FB5AE86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749EE3-2488-D159-F3B3-02ABAF8D079F}"/>
              </a:ext>
            </a:extLst>
          </p:cNvPr>
          <p:cNvSpPr/>
          <p:nvPr/>
        </p:nvSpPr>
        <p:spPr>
          <a:xfrm>
            <a:off x="315630" y="1350686"/>
            <a:ext cx="11276006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tester discovers patient data being leaked but the hospital wants to hide it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the issue?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should we do?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69AF7B-A1BC-24F8-47AB-99E16822A4A1}"/>
              </a:ext>
            </a:extLst>
          </p:cNvPr>
          <p:cNvSpPr/>
          <p:nvPr/>
        </p:nvSpPr>
        <p:spPr>
          <a:xfrm>
            <a:off x="-107864" y="175640"/>
            <a:ext cx="4910773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ETHICAL DILEMMA</a:t>
            </a:r>
          </a:p>
        </p:txBody>
      </p:sp>
    </p:spTree>
    <p:extLst>
      <p:ext uri="{BB962C8B-B14F-4D97-AF65-F5344CB8AC3E}">
        <p14:creationId xmlns:p14="http://schemas.microsoft.com/office/powerpoint/2010/main" val="902848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554EE-3C3E-968F-6035-8F68A82FE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720A7F7A-A6EE-E083-210A-8FA5BCB6F0C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14D661-CBC0-C037-273F-01BDE3EFBEB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51A20C-6310-5D6F-162E-0CF4D227FD36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D53C11-E326-D7B7-B5AB-62D545915B05}"/>
              </a:ext>
            </a:extLst>
          </p:cNvPr>
          <p:cNvSpPr/>
          <p:nvPr/>
        </p:nvSpPr>
        <p:spPr>
          <a:xfrm>
            <a:off x="315630" y="1350686"/>
            <a:ext cx="11276006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More vocab for another short quiz: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Port scanning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technique used to identify open ports on a network or server which can signal potentially security vulnerabilities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Pretexting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social engineering tactic where an attacker creates a fabricated scenario to manipulate individuals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Response Plan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framework that organizations use to respond to security incidents, detailing actions to take and key players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EBE8DD-0558-ED21-91E7-EF4E17018F02}"/>
              </a:ext>
            </a:extLst>
          </p:cNvPr>
          <p:cNvSpPr/>
          <p:nvPr/>
        </p:nvSpPr>
        <p:spPr>
          <a:xfrm>
            <a:off x="-107864" y="175640"/>
            <a:ext cx="4910773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MORE VOCAB LOL</a:t>
            </a:r>
          </a:p>
        </p:txBody>
      </p:sp>
    </p:spTree>
    <p:extLst>
      <p:ext uri="{BB962C8B-B14F-4D97-AF65-F5344CB8AC3E}">
        <p14:creationId xmlns:p14="http://schemas.microsoft.com/office/powerpoint/2010/main" val="660022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90554-C7DC-BBE9-784F-172A4B49B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C5D491C-C2E7-A2CF-4CE5-FA1D1227FB18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C45C95D-6566-8C41-971A-B606598C6AB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A06D0-D52C-BF08-1911-3CB598D5A1E2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D59F24-AF55-4386-7D4A-A50CA7B1B6C4}"/>
              </a:ext>
            </a:extLst>
          </p:cNvPr>
          <p:cNvSpPr/>
          <p:nvPr/>
        </p:nvSpPr>
        <p:spPr>
          <a:xfrm>
            <a:off x="315630" y="1350686"/>
            <a:ext cx="11276006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Search engine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dorking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technique that utilizes advanced search operators in search engines to uncover sensitive or hidden information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Security posture assessment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comprehensive evaluation of an organization’s cybersecurity defenses, identifying vulnerabilities and providing insights to enhance security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Social engineering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manipulating individuals into divulging confidential information or performing actions that compromise security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AF1253-CFFC-88A3-39B0-626C32387A10}"/>
              </a:ext>
            </a:extLst>
          </p:cNvPr>
          <p:cNvSpPr/>
          <p:nvPr/>
        </p:nvSpPr>
        <p:spPr>
          <a:xfrm>
            <a:off x="-107864" y="175640"/>
            <a:ext cx="4910773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MORE VOCAB LOL</a:t>
            </a:r>
          </a:p>
        </p:txBody>
      </p:sp>
    </p:spTree>
    <p:extLst>
      <p:ext uri="{BB962C8B-B14F-4D97-AF65-F5344CB8AC3E}">
        <p14:creationId xmlns:p14="http://schemas.microsoft.com/office/powerpoint/2010/main" val="2416900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9F54F4-BEA8-8023-101F-9E73544B2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E495A34-6EB7-B95A-7AF5-75C3109883C5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17EE67-7574-731C-898D-4CEC51EAD9B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BFDFC4-2AE4-3858-579F-AA4795A6CC07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B7B8F9-5FFE-B5F0-F11F-63ECFE06BB88}"/>
              </a:ext>
            </a:extLst>
          </p:cNvPr>
          <p:cNvSpPr/>
          <p:nvPr/>
        </p:nvSpPr>
        <p:spPr>
          <a:xfrm>
            <a:off x="315630" y="1350686"/>
            <a:ext cx="11276006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SQL injection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web security vulnerability that allows an attacker to interfere with the queries that an application makes to its database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System forensics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process of collecting, preserving, analyzing, and presenting digital evidence from computer systems and networks to determine what happened during a security incident or crime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Black Box Testing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testing technique where the internal structure, code, and logic of the application isn’t known to the tester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AE8F0C-6AA2-F32D-53D2-F040CEA1BBC8}"/>
              </a:ext>
            </a:extLst>
          </p:cNvPr>
          <p:cNvSpPr/>
          <p:nvPr/>
        </p:nvSpPr>
        <p:spPr>
          <a:xfrm>
            <a:off x="-107864" y="175640"/>
            <a:ext cx="4910773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MORE VOCAB LOL</a:t>
            </a:r>
          </a:p>
        </p:txBody>
      </p:sp>
    </p:spTree>
    <p:extLst>
      <p:ext uri="{BB962C8B-B14F-4D97-AF65-F5344CB8AC3E}">
        <p14:creationId xmlns:p14="http://schemas.microsoft.com/office/powerpoint/2010/main" val="2048399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5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6FAB01-2F80-B115-794E-5AC0C49DB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5E163A9-B15C-B597-5130-752CD48BBC99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74E731-1EBC-F57A-7BC4-12BB9C915C8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844386-BC63-757D-A4A9-3C3F6995AA3C}"/>
              </a:ext>
            </a:extLst>
          </p:cNvPr>
          <p:cNvSpPr/>
          <p:nvPr/>
        </p:nvSpPr>
        <p:spPr>
          <a:xfrm>
            <a:off x="6137765" y="396949"/>
            <a:ext cx="1253064" cy="1253064"/>
          </a:xfrm>
          <a:prstGeom prst="ellipse">
            <a:avLst/>
          </a:prstGeom>
          <a:noFill/>
          <a:ln w="101600">
            <a:solidFill>
              <a:srgbClr val="643D32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BB5ACC-14A1-6FB9-8EB6-597366214251}"/>
              </a:ext>
            </a:extLst>
          </p:cNvPr>
          <p:cNvSpPr/>
          <p:nvPr/>
        </p:nvSpPr>
        <p:spPr>
          <a:xfrm>
            <a:off x="315630" y="1350686"/>
            <a:ext cx="11276006" cy="5331674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White Box Testing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testing technique that examines the internal logic, code, and structure of an application to test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Grey Box Testing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hybrid testing approach that combines black and white box testing elements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Vishing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also known as voice phishing, phone calls or voice messages designed to trick victims into 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providing sensitive information 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80C013-17DD-0D28-E254-879EB081B03B}"/>
              </a:ext>
            </a:extLst>
          </p:cNvPr>
          <p:cNvSpPr/>
          <p:nvPr/>
        </p:nvSpPr>
        <p:spPr>
          <a:xfrm>
            <a:off x="-107864" y="175640"/>
            <a:ext cx="4910773" cy="836428"/>
          </a:xfrm>
          <a:prstGeom prst="rect">
            <a:avLst/>
          </a:prstGeom>
          <a:solidFill>
            <a:srgbClr val="78523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MORE VOCAB LOL</a:t>
            </a:r>
          </a:p>
        </p:txBody>
      </p:sp>
    </p:spTree>
    <p:extLst>
      <p:ext uri="{BB962C8B-B14F-4D97-AF65-F5344CB8AC3E}">
        <p14:creationId xmlns:p14="http://schemas.microsoft.com/office/powerpoint/2010/main" val="1228941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16318</TotalTime>
  <Words>738</Words>
  <Application>Microsoft Office PowerPoint</Application>
  <PresentationFormat>Widescreen</PresentationFormat>
  <Paragraphs>111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10</cp:revision>
  <dcterms:created xsi:type="dcterms:W3CDTF">2025-08-11T14:07:39Z</dcterms:created>
  <dcterms:modified xsi:type="dcterms:W3CDTF">2025-11-17T19:13:39Z</dcterms:modified>
</cp:coreProperties>
</file>