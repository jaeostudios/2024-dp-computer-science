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96" r:id="rId4"/>
    <p:sldId id="297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7" r:id="rId23"/>
    <p:sldId id="434" r:id="rId24"/>
    <p:sldId id="435" r:id="rId25"/>
    <p:sldId id="416" r:id="rId26"/>
    <p:sldId id="436" r:id="rId27"/>
    <p:sldId id="35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324DA-AF96-4F00-94C4-C1E6D8865629}" v="77" dt="2026-01-14T17:09:47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660"/>
  </p:normalViewPr>
  <p:slideViewPr>
    <p:cSldViewPr snapToGrid="0">
      <p:cViewPr>
        <p:scale>
          <a:sx n="50" d="100"/>
          <a:sy n="50" d="100"/>
        </p:scale>
        <p:origin x="444" y="12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1-14T17:13:04.852" v="5131" actId="20577"/>
      <pc:docMkLst>
        <pc:docMk/>
      </pc:docMkLst>
      <pc:sldChg chg="modSp mod">
        <pc:chgData name="Michael Hill" userId="41dba03d-e58d-4389-9894-554c10310ba4" providerId="ADAL" clId="{EF23FE1D-A042-481E-AFD7-2A9FB0847F54}" dt="2026-01-14T15:47:58.891" v="22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1-14T15:36:57.668" v="5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1-14T15:47:58.891" v="22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1-14T17:13:04.852" v="5131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14T17:13:04.852" v="5131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 modShow">
        <pc:chgData name="Michael Hill" userId="41dba03d-e58d-4389-9894-554c10310ba4" providerId="ADAL" clId="{EF23FE1D-A042-481E-AFD7-2A9FB0847F54}" dt="2026-01-14T16:14:28.948" v="130" actId="20577"/>
        <pc:sldMkLst>
          <pc:docMk/>
          <pc:sldMk cId="4221327636" sldId="296"/>
        </pc:sldMkLst>
        <pc:spChg chg="mod">
          <ac:chgData name="Michael Hill" userId="41dba03d-e58d-4389-9894-554c10310ba4" providerId="ADAL" clId="{EF23FE1D-A042-481E-AFD7-2A9FB0847F54}" dt="2026-01-14T16:14:28.948" v="130" actId="20577"/>
          <ac:spMkLst>
            <pc:docMk/>
            <pc:sldMk cId="4221327636" sldId="296"/>
            <ac:spMk id="8" creationId="{9D3B4A7A-A70B-0C4A-C7FF-462ADF36D440}"/>
          </ac:spMkLst>
        </pc:spChg>
      </pc:sldChg>
      <pc:sldChg chg="modSp mod modShow">
        <pc:chgData name="Michael Hill" userId="41dba03d-e58d-4389-9894-554c10310ba4" providerId="ADAL" clId="{EF23FE1D-A042-481E-AFD7-2A9FB0847F54}" dt="2026-01-14T16:15:17.400" v="372" actId="20577"/>
        <pc:sldMkLst>
          <pc:docMk/>
          <pc:sldMk cId="2098128014" sldId="297"/>
        </pc:sldMkLst>
        <pc:spChg chg="mod">
          <ac:chgData name="Michael Hill" userId="41dba03d-e58d-4389-9894-554c10310ba4" providerId="ADAL" clId="{EF23FE1D-A042-481E-AFD7-2A9FB0847F54}" dt="2026-01-14T16:15:17.400" v="372" actId="20577"/>
          <ac:spMkLst>
            <pc:docMk/>
            <pc:sldMk cId="2098128014" sldId="297"/>
            <ac:spMk id="3" creationId="{35D819EC-F1E2-670B-A66D-1BF9366A5C98}"/>
          </ac:spMkLst>
        </pc:sp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3541264760" sldId="298"/>
        </pc:sldMkLst>
      </pc:sldChg>
      <pc:sldChg chg="modSp mod">
        <pc:chgData name="Michael Hill" userId="41dba03d-e58d-4389-9894-554c10310ba4" providerId="ADAL" clId="{EF23FE1D-A042-481E-AFD7-2A9FB0847F54}" dt="2026-01-14T17:12:55.411" v="5097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1-14T17:12:55.411" v="5097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modSp mod">
        <pc:chgData name="Michael Hill" userId="41dba03d-e58d-4389-9894-554c10310ba4" providerId="ADAL" clId="{EF23FE1D-A042-481E-AFD7-2A9FB0847F54}" dt="2026-01-14T17:08:59.548" v="4781" actId="20577"/>
        <pc:sldMkLst>
          <pc:docMk/>
          <pc:sldMk cId="1640200297" sldId="416"/>
        </pc:sldMkLst>
        <pc:spChg chg="mod">
          <ac:chgData name="Michael Hill" userId="41dba03d-e58d-4389-9894-554c10310ba4" providerId="ADAL" clId="{EF23FE1D-A042-481E-AFD7-2A9FB0847F54}" dt="2026-01-14T17:08:59.548" v="4781" actId="20577"/>
          <ac:spMkLst>
            <pc:docMk/>
            <pc:sldMk cId="1640200297" sldId="416"/>
            <ac:spMk id="8" creationId="{EA92F121-BB61-D31B-2142-DF614C5E4C28}"/>
          </ac:spMkLst>
        </pc:spChg>
      </pc:sldChg>
      <pc:sldChg chg="addSp delSp modSp mod">
        <pc:chgData name="Michael Hill" userId="41dba03d-e58d-4389-9894-554c10310ba4" providerId="ADAL" clId="{EF23FE1D-A042-481E-AFD7-2A9FB0847F54}" dt="2026-01-14T16:22:28.780" v="812" actId="1076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1-14T16:22:08.227" v="788" actId="20577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1-14T16:22:28.780" v="812" actId="1076"/>
          <ac:spMkLst>
            <pc:docMk/>
            <pc:sldMk cId="978586516" sldId="417"/>
            <ac:spMk id="5" creationId="{1E11D907-A331-3354-9F65-8614C2BA07F0}"/>
          </ac:spMkLst>
        </pc:spChg>
        <pc:graphicFrameChg chg="add mod modGraphic">
          <ac:chgData name="Michael Hill" userId="41dba03d-e58d-4389-9894-554c10310ba4" providerId="ADAL" clId="{EF23FE1D-A042-481E-AFD7-2A9FB0847F54}" dt="2026-01-14T16:22:11.852" v="789" actId="1076"/>
          <ac:graphicFrameMkLst>
            <pc:docMk/>
            <pc:sldMk cId="978586516" sldId="417"/>
            <ac:graphicFrameMk id="2" creationId="{FC102A29-AE35-882C-2BB5-F08671674016}"/>
          </ac:graphicFrameMkLst>
        </pc:graphicFrameChg>
        <pc:picChg chg="del">
          <ac:chgData name="Michael Hill" userId="41dba03d-e58d-4389-9894-554c10310ba4" providerId="ADAL" clId="{EF23FE1D-A042-481E-AFD7-2A9FB0847F54}" dt="2026-01-14T16:19:35.674" v="452" actId="478"/>
          <ac:picMkLst>
            <pc:docMk/>
            <pc:sldMk cId="978586516" sldId="417"/>
            <ac:picMk id="1026" creationId="{5EB1F77C-6948-C5BA-7C7D-80736B7ED034}"/>
          </ac:picMkLst>
        </pc:pic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061637205" sldId="418"/>
        </pc:sldMkLst>
      </pc:sldChg>
      <pc:sldChg chg="modSp add mod">
        <pc:chgData name="Michael Hill" userId="41dba03d-e58d-4389-9894-554c10310ba4" providerId="ADAL" clId="{EF23FE1D-A042-481E-AFD7-2A9FB0847F54}" dt="2026-01-14T17:10:44.536" v="4801" actId="207"/>
        <pc:sldMkLst>
          <pc:docMk/>
          <pc:sldMk cId="2189344152" sldId="418"/>
        </pc:sldMkLst>
        <pc:spChg chg="mod">
          <ac:chgData name="Michael Hill" userId="41dba03d-e58d-4389-9894-554c10310ba4" providerId="ADAL" clId="{EF23FE1D-A042-481E-AFD7-2A9FB0847F54}" dt="2026-01-14T17:10:44.536" v="4801" actId="207"/>
          <ac:spMkLst>
            <pc:docMk/>
            <pc:sldMk cId="2189344152" sldId="418"/>
            <ac:spMk id="3" creationId="{BF39B8BC-D358-1A59-C506-D7F47355CC10}"/>
          </ac:spMkLst>
        </pc:spChg>
        <pc:graphicFrameChg chg="mod">
          <ac:chgData name="Michael Hill" userId="41dba03d-e58d-4389-9894-554c10310ba4" providerId="ADAL" clId="{EF23FE1D-A042-481E-AFD7-2A9FB0847F54}" dt="2026-01-14T16:24:16.816" v="1072" actId="1076"/>
          <ac:graphicFrameMkLst>
            <pc:docMk/>
            <pc:sldMk cId="2189344152" sldId="418"/>
            <ac:graphicFrameMk id="2" creationId="{1D711297-8627-4EC0-A5F2-6AB6FA84FD08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1-14T16:25:05.994" v="1334" actId="1076"/>
        <pc:sldMkLst>
          <pc:docMk/>
          <pc:sldMk cId="2574615728" sldId="419"/>
        </pc:sldMkLst>
        <pc:spChg chg="mod">
          <ac:chgData name="Michael Hill" userId="41dba03d-e58d-4389-9894-554c10310ba4" providerId="ADAL" clId="{EF23FE1D-A042-481E-AFD7-2A9FB0847F54}" dt="2026-01-14T16:25:01.498" v="1333" actId="20577"/>
          <ac:spMkLst>
            <pc:docMk/>
            <pc:sldMk cId="2574615728" sldId="419"/>
            <ac:spMk id="3" creationId="{CA06DE3E-0649-37A5-1D0B-670657D94937}"/>
          </ac:spMkLst>
        </pc:spChg>
        <pc:graphicFrameChg chg="mod">
          <ac:chgData name="Michael Hill" userId="41dba03d-e58d-4389-9894-554c10310ba4" providerId="ADAL" clId="{EF23FE1D-A042-481E-AFD7-2A9FB0847F54}" dt="2026-01-14T16:25:05.994" v="1334" actId="1076"/>
          <ac:graphicFrameMkLst>
            <pc:docMk/>
            <pc:sldMk cId="2574615728" sldId="419"/>
            <ac:graphicFrameMk id="2" creationId="{A46A4349-7907-9500-B447-29725B93EBA1}"/>
          </ac:graphicFrameMkLst>
        </pc:graphicFrame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3343152186" sldId="419"/>
        </pc:sldMkLst>
      </pc:sldChg>
      <pc:sldChg chg="addSp delSp modSp add mod">
        <pc:chgData name="Michael Hill" userId="41dba03d-e58d-4389-9894-554c10310ba4" providerId="ADAL" clId="{EF23FE1D-A042-481E-AFD7-2A9FB0847F54}" dt="2026-01-14T17:10:50.186" v="4804" actId="113"/>
        <pc:sldMkLst>
          <pc:docMk/>
          <pc:sldMk cId="1439385165" sldId="420"/>
        </pc:sldMkLst>
        <pc:spChg chg="mod">
          <ac:chgData name="Michael Hill" userId="41dba03d-e58d-4389-9894-554c10310ba4" providerId="ADAL" clId="{EF23FE1D-A042-481E-AFD7-2A9FB0847F54}" dt="2026-01-14T17:10:50.186" v="4804" actId="113"/>
          <ac:spMkLst>
            <pc:docMk/>
            <pc:sldMk cId="1439385165" sldId="420"/>
            <ac:spMk id="3" creationId="{0B58177E-DCB9-668C-09CE-B7DADCC2B16B}"/>
          </ac:spMkLst>
        </pc:spChg>
        <pc:spChg chg="mod">
          <ac:chgData name="Michael Hill" userId="41dba03d-e58d-4389-9894-554c10310ba4" providerId="ADAL" clId="{EF23FE1D-A042-481E-AFD7-2A9FB0847F54}" dt="2026-01-14T16:25:14.585" v="1351" actId="14100"/>
          <ac:spMkLst>
            <pc:docMk/>
            <pc:sldMk cId="1439385165" sldId="420"/>
            <ac:spMk id="5" creationId="{27BF6070-A908-047E-B07D-DFE41845CF62}"/>
          </ac:spMkLst>
        </pc:spChg>
        <pc:graphicFrameChg chg="del">
          <ac:chgData name="Michael Hill" userId="41dba03d-e58d-4389-9894-554c10310ba4" providerId="ADAL" clId="{EF23FE1D-A042-481E-AFD7-2A9FB0847F54}" dt="2026-01-14T16:26:50.936" v="1529" actId="478"/>
          <ac:graphicFrameMkLst>
            <pc:docMk/>
            <pc:sldMk cId="1439385165" sldId="420"/>
            <ac:graphicFrameMk id="2" creationId="{B9524CF0-4614-0586-3F41-45656A6E11BA}"/>
          </ac:graphicFrameMkLst>
        </pc:graphicFrameChg>
        <pc:picChg chg="add mod">
          <ac:chgData name="Michael Hill" userId="41dba03d-e58d-4389-9894-554c10310ba4" providerId="ADAL" clId="{EF23FE1D-A042-481E-AFD7-2A9FB0847F54}" dt="2026-01-14T16:27:25.263" v="1534" actId="1076"/>
          <ac:picMkLst>
            <pc:docMk/>
            <pc:sldMk cId="1439385165" sldId="420"/>
            <ac:picMk id="1026" creationId="{6E676FFA-48D0-563E-2931-0555E2BCB214}"/>
          </ac:picMkLst>
        </pc:pic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1848439972" sldId="420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319834850" sldId="421"/>
        </pc:sldMkLst>
      </pc:sldChg>
      <pc:sldChg chg="addSp delSp modSp add mod">
        <pc:chgData name="Michael Hill" userId="41dba03d-e58d-4389-9894-554c10310ba4" providerId="ADAL" clId="{EF23FE1D-A042-481E-AFD7-2A9FB0847F54}" dt="2026-01-14T17:10:55.855" v="4807" actId="113"/>
        <pc:sldMkLst>
          <pc:docMk/>
          <pc:sldMk cId="1803007703" sldId="421"/>
        </pc:sldMkLst>
        <pc:spChg chg="mod">
          <ac:chgData name="Michael Hill" userId="41dba03d-e58d-4389-9894-554c10310ba4" providerId="ADAL" clId="{EF23FE1D-A042-481E-AFD7-2A9FB0847F54}" dt="2026-01-14T17:10:55.855" v="4807" actId="113"/>
          <ac:spMkLst>
            <pc:docMk/>
            <pc:sldMk cId="1803007703" sldId="421"/>
            <ac:spMk id="3" creationId="{3DD7A90B-242B-2266-DCF0-3517044D40BD}"/>
          </ac:spMkLst>
        </pc:spChg>
        <pc:spChg chg="mod">
          <ac:chgData name="Michael Hill" userId="41dba03d-e58d-4389-9894-554c10310ba4" providerId="ADAL" clId="{EF23FE1D-A042-481E-AFD7-2A9FB0847F54}" dt="2026-01-14T16:29:31.204" v="1843" actId="20577"/>
          <ac:spMkLst>
            <pc:docMk/>
            <pc:sldMk cId="1803007703" sldId="421"/>
            <ac:spMk id="5" creationId="{1117D550-E49B-C217-8523-DD1CF502CDDE}"/>
          </ac:spMkLst>
        </pc:spChg>
        <pc:picChg chg="del">
          <ac:chgData name="Michael Hill" userId="41dba03d-e58d-4389-9894-554c10310ba4" providerId="ADAL" clId="{EF23FE1D-A042-481E-AFD7-2A9FB0847F54}" dt="2026-01-14T16:27:33.133" v="1536" actId="478"/>
          <ac:picMkLst>
            <pc:docMk/>
            <pc:sldMk cId="1803007703" sldId="421"/>
            <ac:picMk id="1026" creationId="{7316BE6E-D2EB-8ACB-DAE2-05AA2BC26869}"/>
          </ac:picMkLst>
        </pc:picChg>
        <pc:picChg chg="add mod">
          <ac:chgData name="Michael Hill" userId="41dba03d-e58d-4389-9894-554c10310ba4" providerId="ADAL" clId="{EF23FE1D-A042-481E-AFD7-2A9FB0847F54}" dt="2026-01-14T16:29:19.571" v="1816" actId="1076"/>
          <ac:picMkLst>
            <pc:docMk/>
            <pc:sldMk cId="1803007703" sldId="421"/>
            <ac:picMk id="2050" creationId="{1E321680-5799-D56B-AB85-0C17127EDD7E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14T17:11:03.132" v="4810" actId="113"/>
        <pc:sldMkLst>
          <pc:docMk/>
          <pc:sldMk cId="2887367612" sldId="422"/>
        </pc:sldMkLst>
        <pc:spChg chg="add">
          <ac:chgData name="Michael Hill" userId="41dba03d-e58d-4389-9894-554c10310ba4" providerId="ADAL" clId="{EF23FE1D-A042-481E-AFD7-2A9FB0847F54}" dt="2026-01-14T16:31:24.299" v="2066"/>
          <ac:spMkLst>
            <pc:docMk/>
            <pc:sldMk cId="2887367612" sldId="422"/>
            <ac:spMk id="2" creationId="{EA46DF04-0621-5E87-2D0C-F360BA94F3C9}"/>
          </ac:spMkLst>
        </pc:spChg>
        <pc:spChg chg="mod">
          <ac:chgData name="Michael Hill" userId="41dba03d-e58d-4389-9894-554c10310ba4" providerId="ADAL" clId="{EF23FE1D-A042-481E-AFD7-2A9FB0847F54}" dt="2026-01-14T17:11:03.132" v="4810" actId="113"/>
          <ac:spMkLst>
            <pc:docMk/>
            <pc:sldMk cId="2887367612" sldId="422"/>
            <ac:spMk id="3" creationId="{90E61C47-992B-99DE-B465-91179E980D9B}"/>
          </ac:spMkLst>
        </pc:spChg>
        <pc:spChg chg="add mod">
          <ac:chgData name="Michael Hill" userId="41dba03d-e58d-4389-9894-554c10310ba4" providerId="ADAL" clId="{EF23FE1D-A042-481E-AFD7-2A9FB0847F54}" dt="2026-01-14T16:31:31.836" v="2069" actId="14100"/>
          <ac:spMkLst>
            <pc:docMk/>
            <pc:sldMk cId="2887367612" sldId="422"/>
            <ac:spMk id="4" creationId="{E2D7EA6A-2D7F-26EE-419D-3CD43642F1F7}"/>
          </ac:spMkLst>
        </pc:spChg>
        <pc:spChg chg="mod">
          <ac:chgData name="Michael Hill" userId="41dba03d-e58d-4389-9894-554c10310ba4" providerId="ADAL" clId="{EF23FE1D-A042-481E-AFD7-2A9FB0847F54}" dt="2026-01-14T16:29:43.835" v="1856" actId="1076"/>
          <ac:spMkLst>
            <pc:docMk/>
            <pc:sldMk cId="2887367612" sldId="422"/>
            <ac:spMk id="5" creationId="{EAB046EF-81AF-2F6B-A352-838A9AED35F6}"/>
          </ac:spMkLst>
        </pc:spChg>
        <pc:picChg chg="del">
          <ac:chgData name="Michael Hill" userId="41dba03d-e58d-4389-9894-554c10310ba4" providerId="ADAL" clId="{EF23FE1D-A042-481E-AFD7-2A9FB0847F54}" dt="2026-01-14T16:30:24.019" v="2055" actId="478"/>
          <ac:picMkLst>
            <pc:docMk/>
            <pc:sldMk cId="2887367612" sldId="422"/>
            <ac:picMk id="2050" creationId="{EC69C199-CE41-6D77-4689-15AC1C4B7486}"/>
          </ac:picMkLst>
        </pc:picChg>
        <pc:picChg chg="add mod">
          <ac:chgData name="Michael Hill" userId="41dba03d-e58d-4389-9894-554c10310ba4" providerId="ADAL" clId="{EF23FE1D-A042-481E-AFD7-2A9FB0847F54}" dt="2026-01-14T16:31:01.006" v="2060" actId="1076"/>
          <ac:picMkLst>
            <pc:docMk/>
            <pc:sldMk cId="2887367612" sldId="422"/>
            <ac:picMk id="3074" creationId="{FE646AFB-1792-4417-7E52-B361D3642947}"/>
          </ac:picMkLst>
        </pc:picChg>
        <pc:picChg chg="add mod">
          <ac:chgData name="Michael Hill" userId="41dba03d-e58d-4389-9894-554c10310ba4" providerId="ADAL" clId="{EF23FE1D-A042-481E-AFD7-2A9FB0847F54}" dt="2026-01-14T16:31:10.864" v="2065" actId="1076"/>
          <ac:picMkLst>
            <pc:docMk/>
            <pc:sldMk cId="2887367612" sldId="422"/>
            <ac:picMk id="3076" creationId="{DE7F3DA9-0630-3677-6D49-FD2E01D3EB6E}"/>
          </ac:picMkLst>
        </pc:picChg>
        <pc:picChg chg="add mod">
          <ac:chgData name="Michael Hill" userId="41dba03d-e58d-4389-9894-554c10310ba4" providerId="ADAL" clId="{EF23FE1D-A042-481E-AFD7-2A9FB0847F54}" dt="2026-01-14T16:31:44.576" v="2072" actId="1076"/>
          <ac:picMkLst>
            <pc:docMk/>
            <pc:sldMk cId="2887367612" sldId="422"/>
            <ac:picMk id="3082" creationId="{C1843160-0F2D-13E4-BEFE-47ADAEF1DDCF}"/>
          </ac:picMkLst>
        </pc:pic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3382993321" sldId="422"/>
        </pc:sldMkLst>
      </pc:sldChg>
      <pc:sldChg chg="addSp delSp modSp add mod">
        <pc:chgData name="Michael Hill" userId="41dba03d-e58d-4389-9894-554c10310ba4" providerId="ADAL" clId="{EF23FE1D-A042-481E-AFD7-2A9FB0847F54}" dt="2026-01-14T17:11:09.362" v="4813" actId="113"/>
        <pc:sldMkLst>
          <pc:docMk/>
          <pc:sldMk cId="591010745" sldId="423"/>
        </pc:sldMkLst>
        <pc:spChg chg="mod">
          <ac:chgData name="Michael Hill" userId="41dba03d-e58d-4389-9894-554c10310ba4" providerId="ADAL" clId="{EF23FE1D-A042-481E-AFD7-2A9FB0847F54}" dt="2026-01-14T17:11:09.362" v="4813" actId="113"/>
          <ac:spMkLst>
            <pc:docMk/>
            <pc:sldMk cId="591010745" sldId="423"/>
            <ac:spMk id="3" creationId="{11739D10-C1D3-BD5C-15A1-214EB2319D66}"/>
          </ac:spMkLst>
        </pc:spChg>
        <pc:spChg chg="mod">
          <ac:chgData name="Michael Hill" userId="41dba03d-e58d-4389-9894-554c10310ba4" providerId="ADAL" clId="{EF23FE1D-A042-481E-AFD7-2A9FB0847F54}" dt="2026-01-14T16:31:57.803" v="2090" actId="14100"/>
          <ac:spMkLst>
            <pc:docMk/>
            <pc:sldMk cId="591010745" sldId="423"/>
            <ac:spMk id="5" creationId="{BA4159D6-0EE6-F884-1714-24833EAA8C1C}"/>
          </ac:spMkLst>
        </pc:spChg>
        <pc:picChg chg="del">
          <ac:chgData name="Michael Hill" userId="41dba03d-e58d-4389-9894-554c10310ba4" providerId="ADAL" clId="{EF23FE1D-A042-481E-AFD7-2A9FB0847F54}" dt="2026-01-14T16:32:52.924" v="2247" actId="478"/>
          <ac:picMkLst>
            <pc:docMk/>
            <pc:sldMk cId="591010745" sldId="423"/>
            <ac:picMk id="3074" creationId="{D0EFD60A-3DA0-2749-6EC9-F3F69CC59E6B}"/>
          </ac:picMkLst>
        </pc:picChg>
        <pc:picChg chg="del">
          <ac:chgData name="Michael Hill" userId="41dba03d-e58d-4389-9894-554c10310ba4" providerId="ADAL" clId="{EF23FE1D-A042-481E-AFD7-2A9FB0847F54}" dt="2026-01-14T16:32:53.353" v="2248" actId="478"/>
          <ac:picMkLst>
            <pc:docMk/>
            <pc:sldMk cId="591010745" sldId="423"/>
            <ac:picMk id="3076" creationId="{84B2548C-FCBC-0465-4F0A-D87DF68F5D00}"/>
          </ac:picMkLst>
        </pc:picChg>
        <pc:picChg chg="del">
          <ac:chgData name="Michael Hill" userId="41dba03d-e58d-4389-9894-554c10310ba4" providerId="ADAL" clId="{EF23FE1D-A042-481E-AFD7-2A9FB0847F54}" dt="2026-01-14T16:32:53.705" v="2249" actId="478"/>
          <ac:picMkLst>
            <pc:docMk/>
            <pc:sldMk cId="591010745" sldId="423"/>
            <ac:picMk id="3082" creationId="{51D2980F-7835-E99F-CC1D-10FCB032CF1D}"/>
          </ac:picMkLst>
        </pc:picChg>
        <pc:picChg chg="add mod">
          <ac:chgData name="Michael Hill" userId="41dba03d-e58d-4389-9894-554c10310ba4" providerId="ADAL" clId="{EF23FE1D-A042-481E-AFD7-2A9FB0847F54}" dt="2026-01-14T16:33:00.947" v="2254" actId="1076"/>
          <ac:picMkLst>
            <pc:docMk/>
            <pc:sldMk cId="591010745" sldId="423"/>
            <ac:picMk id="4098" creationId="{6080CCB7-70FA-A630-B29F-F5FD68EAC92F}"/>
          </ac:picMkLst>
        </pc:pic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4113276570" sldId="423"/>
        </pc:sldMkLst>
      </pc:sldChg>
      <pc:sldChg chg="addSp delSp modSp add mod">
        <pc:chgData name="Michael Hill" userId="41dba03d-e58d-4389-9894-554c10310ba4" providerId="ADAL" clId="{EF23FE1D-A042-481E-AFD7-2A9FB0847F54}" dt="2026-01-14T17:11:15.079" v="4816" actId="113"/>
        <pc:sldMkLst>
          <pc:docMk/>
          <pc:sldMk cId="471754759" sldId="424"/>
        </pc:sldMkLst>
        <pc:spChg chg="add">
          <ac:chgData name="Michael Hill" userId="41dba03d-e58d-4389-9894-554c10310ba4" providerId="ADAL" clId="{EF23FE1D-A042-481E-AFD7-2A9FB0847F54}" dt="2026-01-14T16:34:23.605" v="2413"/>
          <ac:spMkLst>
            <pc:docMk/>
            <pc:sldMk cId="471754759" sldId="424"/>
            <ac:spMk id="2" creationId="{3CDF8339-F871-9FDC-B0C5-FFA9CBD725B4}"/>
          </ac:spMkLst>
        </pc:spChg>
        <pc:spChg chg="mod">
          <ac:chgData name="Michael Hill" userId="41dba03d-e58d-4389-9894-554c10310ba4" providerId="ADAL" clId="{EF23FE1D-A042-481E-AFD7-2A9FB0847F54}" dt="2026-01-14T17:11:15.079" v="4816" actId="113"/>
          <ac:spMkLst>
            <pc:docMk/>
            <pc:sldMk cId="471754759" sldId="424"/>
            <ac:spMk id="3" creationId="{816A99EE-FEFE-D9DF-456A-55979EC3D7D9}"/>
          </ac:spMkLst>
        </pc:spChg>
        <pc:spChg chg="mod">
          <ac:chgData name="Michael Hill" userId="41dba03d-e58d-4389-9894-554c10310ba4" providerId="ADAL" clId="{EF23FE1D-A042-481E-AFD7-2A9FB0847F54}" dt="2026-01-14T16:33:16.668" v="2270" actId="14100"/>
          <ac:spMkLst>
            <pc:docMk/>
            <pc:sldMk cId="471754759" sldId="424"/>
            <ac:spMk id="5" creationId="{08BAAEF2-F1DB-2999-52D2-A1F8296517EE}"/>
          </ac:spMkLst>
        </pc:spChg>
        <pc:picChg chg="del">
          <ac:chgData name="Michael Hill" userId="41dba03d-e58d-4389-9894-554c10310ba4" providerId="ADAL" clId="{EF23FE1D-A042-481E-AFD7-2A9FB0847F54}" dt="2026-01-14T16:34:09.003" v="2412" actId="478"/>
          <ac:picMkLst>
            <pc:docMk/>
            <pc:sldMk cId="471754759" sldId="424"/>
            <ac:picMk id="4098" creationId="{9F9E54AE-C332-1C76-6716-C1D9C9DA2DCD}"/>
          </ac:picMkLst>
        </pc:picChg>
        <pc:picChg chg="add del mod">
          <ac:chgData name="Michael Hill" userId="41dba03d-e58d-4389-9894-554c10310ba4" providerId="ADAL" clId="{EF23FE1D-A042-481E-AFD7-2A9FB0847F54}" dt="2026-01-14T16:34:47.327" v="2417" actId="478"/>
          <ac:picMkLst>
            <pc:docMk/>
            <pc:sldMk cId="471754759" sldId="424"/>
            <ac:picMk id="5124" creationId="{4394CBE8-97C6-6A88-32E2-9F087994AB83}"/>
          </ac:picMkLst>
        </pc:picChg>
        <pc:picChg chg="add mod">
          <ac:chgData name="Michael Hill" userId="41dba03d-e58d-4389-9894-554c10310ba4" providerId="ADAL" clId="{EF23FE1D-A042-481E-AFD7-2A9FB0847F54}" dt="2026-01-14T16:35:01.888" v="2420" actId="1076"/>
          <ac:picMkLst>
            <pc:docMk/>
            <pc:sldMk cId="471754759" sldId="424"/>
            <ac:picMk id="5126" creationId="{A8CB6BC3-4DE8-205D-C565-52D807269AFE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14T16:41:40.894" v="3014" actId="1076"/>
        <pc:sldMkLst>
          <pc:docMk/>
          <pc:sldMk cId="1994440032" sldId="425"/>
        </pc:sldMkLst>
        <pc:spChg chg="mod">
          <ac:chgData name="Michael Hill" userId="41dba03d-e58d-4389-9894-554c10310ba4" providerId="ADAL" clId="{EF23FE1D-A042-481E-AFD7-2A9FB0847F54}" dt="2026-01-14T16:39:06.441" v="2819" actId="20577"/>
          <ac:spMkLst>
            <pc:docMk/>
            <pc:sldMk cId="1994440032" sldId="425"/>
            <ac:spMk id="3" creationId="{FF871162-4DC9-8D59-FB1F-9E157B5DD374}"/>
          </ac:spMkLst>
        </pc:spChg>
        <pc:spChg chg="mod">
          <ac:chgData name="Michael Hill" userId="41dba03d-e58d-4389-9894-554c10310ba4" providerId="ADAL" clId="{EF23FE1D-A042-481E-AFD7-2A9FB0847F54}" dt="2026-01-14T16:37:33.846" v="2565" actId="20577"/>
          <ac:spMkLst>
            <pc:docMk/>
            <pc:sldMk cId="1994440032" sldId="425"/>
            <ac:spMk id="5" creationId="{DD178F9C-2BCD-ABA5-3CCB-CCB6317DB67E}"/>
          </ac:spMkLst>
        </pc:spChg>
        <pc:picChg chg="del">
          <ac:chgData name="Michael Hill" userId="41dba03d-e58d-4389-9894-554c10310ba4" providerId="ADAL" clId="{EF23FE1D-A042-481E-AFD7-2A9FB0847F54}" dt="2026-01-14T16:41:23.036" v="3011" actId="478"/>
          <ac:picMkLst>
            <pc:docMk/>
            <pc:sldMk cId="1994440032" sldId="425"/>
            <ac:picMk id="5126" creationId="{CA801683-C971-154D-62D6-4B70EECDB172}"/>
          </ac:picMkLst>
        </pc:picChg>
        <pc:picChg chg="add mod">
          <ac:chgData name="Michael Hill" userId="41dba03d-e58d-4389-9894-554c10310ba4" providerId="ADAL" clId="{EF23FE1D-A042-481E-AFD7-2A9FB0847F54}" dt="2026-01-14T16:41:40.894" v="3014" actId="1076"/>
          <ac:picMkLst>
            <pc:docMk/>
            <pc:sldMk cId="1994440032" sldId="425"/>
            <ac:picMk id="6146" creationId="{AFAC2115-8014-895D-BA0C-EE28C8B1C3FD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14T16:42:25.254" v="3017" actId="1076"/>
        <pc:sldMkLst>
          <pc:docMk/>
          <pc:sldMk cId="4194120700" sldId="426"/>
        </pc:sldMkLst>
        <pc:spChg chg="mod">
          <ac:chgData name="Michael Hill" userId="41dba03d-e58d-4389-9894-554c10310ba4" providerId="ADAL" clId="{EF23FE1D-A042-481E-AFD7-2A9FB0847F54}" dt="2026-01-14T16:40:36.685" v="3010" actId="20577"/>
          <ac:spMkLst>
            <pc:docMk/>
            <pc:sldMk cId="4194120700" sldId="426"/>
            <ac:spMk id="3" creationId="{B9914C4C-0BF1-F16E-C399-23E5AC3CF390}"/>
          </ac:spMkLst>
        </pc:spChg>
        <pc:picChg chg="del">
          <ac:chgData name="Michael Hill" userId="41dba03d-e58d-4389-9894-554c10310ba4" providerId="ADAL" clId="{EF23FE1D-A042-481E-AFD7-2A9FB0847F54}" dt="2026-01-14T16:41:43.086" v="3015" actId="478"/>
          <ac:picMkLst>
            <pc:docMk/>
            <pc:sldMk cId="4194120700" sldId="426"/>
            <ac:picMk id="5126" creationId="{E25112F2-D158-CBEF-3DFE-0BB386101815}"/>
          </ac:picMkLst>
        </pc:picChg>
        <pc:picChg chg="add mod">
          <ac:chgData name="Michael Hill" userId="41dba03d-e58d-4389-9894-554c10310ba4" providerId="ADAL" clId="{EF23FE1D-A042-481E-AFD7-2A9FB0847F54}" dt="2026-01-14T16:42:25.254" v="3017" actId="1076"/>
          <ac:picMkLst>
            <pc:docMk/>
            <pc:sldMk cId="4194120700" sldId="426"/>
            <ac:picMk id="7170" creationId="{616E264C-43AE-8A74-7DAD-530BF82AAEA6}"/>
          </ac:picMkLst>
        </pc:picChg>
      </pc:sldChg>
      <pc:sldChg chg="modSp add mod">
        <pc:chgData name="Michael Hill" userId="41dba03d-e58d-4389-9894-554c10310ba4" providerId="ADAL" clId="{EF23FE1D-A042-481E-AFD7-2A9FB0847F54}" dt="2026-01-14T16:43:10.096" v="3232" actId="20577"/>
        <pc:sldMkLst>
          <pc:docMk/>
          <pc:sldMk cId="2744755331" sldId="427"/>
        </pc:sldMkLst>
        <pc:spChg chg="mod">
          <ac:chgData name="Michael Hill" userId="41dba03d-e58d-4389-9894-554c10310ba4" providerId="ADAL" clId="{EF23FE1D-A042-481E-AFD7-2A9FB0847F54}" dt="2026-01-14T16:43:10.096" v="3232" actId="20577"/>
          <ac:spMkLst>
            <pc:docMk/>
            <pc:sldMk cId="2744755331" sldId="427"/>
            <ac:spMk id="3" creationId="{E732ED29-89D7-919D-26C0-44939121F197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14T16:53:59.058" v="3374" actId="14100"/>
        <pc:sldMkLst>
          <pc:docMk/>
          <pc:sldMk cId="2235436903" sldId="428"/>
        </pc:sldMkLst>
        <pc:spChg chg="mod">
          <ac:chgData name="Michael Hill" userId="41dba03d-e58d-4389-9894-554c10310ba4" providerId="ADAL" clId="{EF23FE1D-A042-481E-AFD7-2A9FB0847F54}" dt="2026-01-14T16:53:59.058" v="3374" actId="14100"/>
          <ac:spMkLst>
            <pc:docMk/>
            <pc:sldMk cId="2235436903" sldId="428"/>
            <ac:spMk id="3" creationId="{DA4F924D-0E25-D253-B66C-F32C3F24A212}"/>
          </ac:spMkLst>
        </pc:spChg>
        <pc:graphicFrameChg chg="add mod modGraphic">
          <ac:chgData name="Michael Hill" userId="41dba03d-e58d-4389-9894-554c10310ba4" providerId="ADAL" clId="{EF23FE1D-A042-481E-AFD7-2A9FB0847F54}" dt="2026-01-14T16:51:42.950" v="3257" actId="14100"/>
          <ac:graphicFrameMkLst>
            <pc:docMk/>
            <pc:sldMk cId="2235436903" sldId="428"/>
            <ac:graphicFrameMk id="2" creationId="{34A2BAC6-9A36-B91D-656A-98409738DD80}"/>
          </ac:graphicFrameMkLst>
        </pc:graphicFrameChg>
        <pc:graphicFrameChg chg="add mod">
          <ac:chgData name="Michael Hill" userId="41dba03d-e58d-4389-9894-554c10310ba4" providerId="ADAL" clId="{EF23FE1D-A042-481E-AFD7-2A9FB0847F54}" dt="2026-01-14T16:52:05.802" v="3332"/>
          <ac:graphicFrameMkLst>
            <pc:docMk/>
            <pc:sldMk cId="2235436903" sldId="428"/>
            <ac:graphicFrameMk id="4" creationId="{9D2515B4-96F3-2CCD-BE72-48AE7C5D0AE3}"/>
          </ac:graphicFrameMkLst>
        </pc:graphicFrameChg>
        <pc:graphicFrameChg chg="add mod modGraphic">
          <ac:chgData name="Michael Hill" userId="41dba03d-e58d-4389-9894-554c10310ba4" providerId="ADAL" clId="{EF23FE1D-A042-481E-AFD7-2A9FB0847F54}" dt="2026-01-14T16:53:54.336" v="3372" actId="1076"/>
          <ac:graphicFrameMkLst>
            <pc:docMk/>
            <pc:sldMk cId="2235436903" sldId="428"/>
            <ac:graphicFrameMk id="6" creationId="{F38F4EC8-174B-5FA6-1EBA-CA408E022CB3}"/>
          </ac:graphicFrameMkLst>
        </pc:graphicFrameChg>
        <pc:picChg chg="del">
          <ac:chgData name="Michael Hill" userId="41dba03d-e58d-4389-9894-554c10310ba4" providerId="ADAL" clId="{EF23FE1D-A042-481E-AFD7-2A9FB0847F54}" dt="2026-01-14T16:50:07.552" v="3234" actId="478"/>
          <ac:picMkLst>
            <pc:docMk/>
            <pc:sldMk cId="2235436903" sldId="428"/>
            <ac:picMk id="7170" creationId="{6C44145B-8BDD-D362-4FCE-A36991B41C94}"/>
          </ac:picMkLst>
        </pc:picChg>
      </pc:sldChg>
      <pc:sldChg chg="modSp add mod">
        <pc:chgData name="Michael Hill" userId="41dba03d-e58d-4389-9894-554c10310ba4" providerId="ADAL" clId="{EF23FE1D-A042-481E-AFD7-2A9FB0847F54}" dt="2026-01-14T16:54:37.691" v="3440" actId="20577"/>
        <pc:sldMkLst>
          <pc:docMk/>
          <pc:sldMk cId="3452947841" sldId="429"/>
        </pc:sldMkLst>
        <pc:spChg chg="mod">
          <ac:chgData name="Michael Hill" userId="41dba03d-e58d-4389-9894-554c10310ba4" providerId="ADAL" clId="{EF23FE1D-A042-481E-AFD7-2A9FB0847F54}" dt="2026-01-14T16:54:37.691" v="3440" actId="20577"/>
          <ac:spMkLst>
            <pc:docMk/>
            <pc:sldMk cId="3452947841" sldId="429"/>
            <ac:spMk id="3" creationId="{D1C93C64-C9C7-09C9-AA1D-D0BE0C4A50CE}"/>
          </ac:spMkLst>
        </pc:sp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1393262165" sldId="430"/>
        </pc:sldMkLst>
      </pc:sldChg>
      <pc:sldChg chg="modSp add mod">
        <pc:chgData name="Michael Hill" userId="41dba03d-e58d-4389-9894-554c10310ba4" providerId="ADAL" clId="{EF23FE1D-A042-481E-AFD7-2A9FB0847F54}" dt="2026-01-14T16:54:54.989" v="3491" actId="20577"/>
        <pc:sldMkLst>
          <pc:docMk/>
          <pc:sldMk cId="3296170278" sldId="430"/>
        </pc:sldMkLst>
        <pc:spChg chg="mod">
          <ac:chgData name="Michael Hill" userId="41dba03d-e58d-4389-9894-554c10310ba4" providerId="ADAL" clId="{EF23FE1D-A042-481E-AFD7-2A9FB0847F54}" dt="2026-01-14T16:54:54.989" v="3491" actId="20577"/>
          <ac:spMkLst>
            <pc:docMk/>
            <pc:sldMk cId="3296170278" sldId="430"/>
            <ac:spMk id="3" creationId="{CEB75F0A-54DF-1C98-18B2-41B4B43D8937}"/>
          </ac:spMkLst>
        </pc:sp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345826560" sldId="431"/>
        </pc:sldMkLst>
      </pc:sldChg>
      <pc:sldChg chg="addSp delSp modSp add mod">
        <pc:chgData name="Michael Hill" userId="41dba03d-e58d-4389-9894-554c10310ba4" providerId="ADAL" clId="{EF23FE1D-A042-481E-AFD7-2A9FB0847F54}" dt="2026-01-14T17:00:33.369" v="3700" actId="20577"/>
        <pc:sldMkLst>
          <pc:docMk/>
          <pc:sldMk cId="437841130" sldId="431"/>
        </pc:sldMkLst>
        <pc:spChg chg="mod">
          <ac:chgData name="Michael Hill" userId="41dba03d-e58d-4389-9894-554c10310ba4" providerId="ADAL" clId="{EF23FE1D-A042-481E-AFD7-2A9FB0847F54}" dt="2026-01-14T17:00:33.369" v="3700" actId="20577"/>
          <ac:spMkLst>
            <pc:docMk/>
            <pc:sldMk cId="437841130" sldId="431"/>
            <ac:spMk id="3" creationId="{DCA4D34B-79C4-E837-1660-A5F2BBD55E77}"/>
          </ac:spMkLst>
        </pc:spChg>
        <pc:graphicFrameChg chg="del">
          <ac:chgData name="Michael Hill" userId="41dba03d-e58d-4389-9894-554c10310ba4" providerId="ADAL" clId="{EF23FE1D-A042-481E-AFD7-2A9FB0847F54}" dt="2026-01-14T16:59:18.343" v="3619" actId="478"/>
          <ac:graphicFrameMkLst>
            <pc:docMk/>
            <pc:sldMk cId="437841130" sldId="431"/>
            <ac:graphicFrameMk id="2" creationId="{B0B3E907-0E57-1C3A-2961-12CB745589EE}"/>
          </ac:graphicFrameMkLst>
        </pc:graphicFrameChg>
        <pc:graphicFrameChg chg="add mod modGraphic">
          <ac:chgData name="Michael Hill" userId="41dba03d-e58d-4389-9894-554c10310ba4" providerId="ADAL" clId="{EF23FE1D-A042-481E-AFD7-2A9FB0847F54}" dt="2026-01-14T17:00:20.280" v="3646" actId="1076"/>
          <ac:graphicFrameMkLst>
            <pc:docMk/>
            <pc:sldMk cId="437841130" sldId="431"/>
            <ac:graphicFrameMk id="4" creationId="{6B0E20B8-D101-F4A9-2597-7215AD11711D}"/>
          </ac:graphicFrameMkLst>
        </pc:graphicFrameChg>
        <pc:graphicFrameChg chg="del">
          <ac:chgData name="Michael Hill" userId="41dba03d-e58d-4389-9894-554c10310ba4" providerId="ADAL" clId="{EF23FE1D-A042-481E-AFD7-2A9FB0847F54}" dt="2026-01-14T16:59:16.408" v="3618" actId="478"/>
          <ac:graphicFrameMkLst>
            <pc:docMk/>
            <pc:sldMk cId="437841130" sldId="431"/>
            <ac:graphicFrameMk id="6" creationId="{DE04F2AB-EA33-1182-DD92-6A9E0E35BC90}"/>
          </ac:graphicFrameMkLst>
        </pc:graphicFrame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43242472" sldId="432"/>
        </pc:sldMkLst>
      </pc:sldChg>
      <pc:sldChg chg="modSp add mod">
        <pc:chgData name="Michael Hill" userId="41dba03d-e58d-4389-9894-554c10310ba4" providerId="ADAL" clId="{EF23FE1D-A042-481E-AFD7-2A9FB0847F54}" dt="2026-01-14T17:01:07.385" v="3789" actId="20577"/>
        <pc:sldMkLst>
          <pc:docMk/>
          <pc:sldMk cId="4166112937" sldId="432"/>
        </pc:sldMkLst>
        <pc:spChg chg="mod">
          <ac:chgData name="Michael Hill" userId="41dba03d-e58d-4389-9894-554c10310ba4" providerId="ADAL" clId="{EF23FE1D-A042-481E-AFD7-2A9FB0847F54}" dt="2026-01-14T17:01:07.385" v="3789" actId="20577"/>
          <ac:spMkLst>
            <pc:docMk/>
            <pc:sldMk cId="4166112937" sldId="432"/>
            <ac:spMk id="3" creationId="{49D82142-13BF-1FB7-666E-EDEE8304C778}"/>
          </ac:spMkLst>
        </pc:sp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728536364" sldId="433"/>
        </pc:sldMkLst>
      </pc:sldChg>
      <pc:sldChg chg="modSp add mod">
        <pc:chgData name="Michael Hill" userId="41dba03d-e58d-4389-9894-554c10310ba4" providerId="ADAL" clId="{EF23FE1D-A042-481E-AFD7-2A9FB0847F54}" dt="2026-01-14T17:03:08.350" v="4034" actId="14100"/>
        <pc:sldMkLst>
          <pc:docMk/>
          <pc:sldMk cId="1348712140" sldId="433"/>
        </pc:sldMkLst>
        <pc:spChg chg="mod">
          <ac:chgData name="Michael Hill" userId="41dba03d-e58d-4389-9894-554c10310ba4" providerId="ADAL" clId="{EF23FE1D-A042-481E-AFD7-2A9FB0847F54}" dt="2026-01-14T17:03:08.350" v="4034" actId="14100"/>
          <ac:spMkLst>
            <pc:docMk/>
            <pc:sldMk cId="1348712140" sldId="433"/>
            <ac:spMk id="3" creationId="{3A7CBD24-18A0-A356-924D-6244BBDB566E}"/>
          </ac:spMkLst>
        </pc:sp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840564471" sldId="434"/>
        </pc:sldMkLst>
      </pc:sldChg>
      <pc:sldChg chg="addSp delSp modSp add mod">
        <pc:chgData name="Michael Hill" userId="41dba03d-e58d-4389-9894-554c10310ba4" providerId="ADAL" clId="{EF23FE1D-A042-481E-AFD7-2A9FB0847F54}" dt="2026-01-14T17:12:50.600" v="5079" actId="113"/>
        <pc:sldMkLst>
          <pc:docMk/>
          <pc:sldMk cId="3524406473" sldId="434"/>
        </pc:sldMkLst>
        <pc:spChg chg="mod">
          <ac:chgData name="Michael Hill" userId="41dba03d-e58d-4389-9894-554c10310ba4" providerId="ADAL" clId="{EF23FE1D-A042-481E-AFD7-2A9FB0847F54}" dt="2026-01-14T17:12:50.600" v="5079" actId="113"/>
          <ac:spMkLst>
            <pc:docMk/>
            <pc:sldMk cId="3524406473" sldId="434"/>
            <ac:spMk id="3" creationId="{2B251D7A-02AC-1AF0-D143-7509702BFCAD}"/>
          </ac:spMkLst>
        </pc:spChg>
        <pc:spChg chg="mod">
          <ac:chgData name="Michael Hill" userId="41dba03d-e58d-4389-9894-554c10310ba4" providerId="ADAL" clId="{EF23FE1D-A042-481E-AFD7-2A9FB0847F54}" dt="2026-01-14T17:03:35.806" v="4060" actId="14100"/>
          <ac:spMkLst>
            <pc:docMk/>
            <pc:sldMk cId="3524406473" sldId="434"/>
            <ac:spMk id="5" creationId="{5BBE6E2C-6C61-5446-AACF-27F50B778A4B}"/>
          </ac:spMkLst>
        </pc:spChg>
        <pc:graphicFrameChg chg="del">
          <ac:chgData name="Michael Hill" userId="41dba03d-e58d-4389-9894-554c10310ba4" providerId="ADAL" clId="{EF23FE1D-A042-481E-AFD7-2A9FB0847F54}" dt="2026-01-14T17:03:32.884" v="4059" actId="478"/>
          <ac:graphicFrameMkLst>
            <pc:docMk/>
            <pc:sldMk cId="3524406473" sldId="434"/>
            <ac:graphicFrameMk id="4" creationId="{56C78FE9-557C-B329-8BC0-3553409FFC2B}"/>
          </ac:graphicFrameMkLst>
        </pc:graphicFrameChg>
        <pc:picChg chg="add mod">
          <ac:chgData name="Michael Hill" userId="41dba03d-e58d-4389-9894-554c10310ba4" providerId="ADAL" clId="{EF23FE1D-A042-481E-AFD7-2A9FB0847F54}" dt="2026-01-14T17:05:55.610" v="4244" actId="1076"/>
          <ac:picMkLst>
            <pc:docMk/>
            <pc:sldMk cId="3524406473" sldId="434"/>
            <ac:picMk id="10242" creationId="{A299F9E6-1C3C-98E0-08C2-0DF522DB4A21}"/>
          </ac:picMkLst>
        </pc:pic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930305622" sldId="435"/>
        </pc:sldMkLst>
      </pc:sldChg>
      <pc:sldChg chg="addSp delSp modSp add mod">
        <pc:chgData name="Michael Hill" userId="41dba03d-e58d-4389-9894-554c10310ba4" providerId="ADAL" clId="{EF23FE1D-A042-481E-AFD7-2A9FB0847F54}" dt="2026-01-14T17:07:15.735" v="4471" actId="1076"/>
        <pc:sldMkLst>
          <pc:docMk/>
          <pc:sldMk cId="3685124277" sldId="435"/>
        </pc:sldMkLst>
        <pc:spChg chg="mod">
          <ac:chgData name="Michael Hill" userId="41dba03d-e58d-4389-9894-554c10310ba4" providerId="ADAL" clId="{EF23FE1D-A042-481E-AFD7-2A9FB0847F54}" dt="2026-01-14T17:06:56.887" v="4467" actId="1076"/>
          <ac:spMkLst>
            <pc:docMk/>
            <pc:sldMk cId="3685124277" sldId="435"/>
            <ac:spMk id="3" creationId="{8D3CA815-5275-762C-D047-BCDB479C76AF}"/>
          </ac:spMkLst>
        </pc:spChg>
        <pc:spChg chg="mod">
          <ac:chgData name="Michael Hill" userId="41dba03d-e58d-4389-9894-554c10310ba4" providerId="ADAL" clId="{EF23FE1D-A042-481E-AFD7-2A9FB0847F54}" dt="2026-01-14T17:06:10.675" v="4256" actId="14100"/>
          <ac:spMkLst>
            <pc:docMk/>
            <pc:sldMk cId="3685124277" sldId="435"/>
            <ac:spMk id="5" creationId="{578087B6-64D8-42D3-D3BC-90E7FDCE757C}"/>
          </ac:spMkLst>
        </pc:spChg>
        <pc:picChg chg="del">
          <ac:chgData name="Michael Hill" userId="41dba03d-e58d-4389-9894-554c10310ba4" providerId="ADAL" clId="{EF23FE1D-A042-481E-AFD7-2A9FB0847F54}" dt="2026-01-14T17:06:52.595" v="4465" actId="478"/>
          <ac:picMkLst>
            <pc:docMk/>
            <pc:sldMk cId="3685124277" sldId="435"/>
            <ac:picMk id="10242" creationId="{CD126EB2-1AD7-6716-DBFD-566B9FACBB6D}"/>
          </ac:picMkLst>
        </pc:picChg>
        <pc:picChg chg="add mod">
          <ac:chgData name="Michael Hill" userId="41dba03d-e58d-4389-9894-554c10310ba4" providerId="ADAL" clId="{EF23FE1D-A042-481E-AFD7-2A9FB0847F54}" dt="2026-01-14T17:07:15.735" v="4471" actId="1076"/>
          <ac:picMkLst>
            <pc:docMk/>
            <pc:sldMk cId="3685124277" sldId="435"/>
            <ac:picMk id="11266" creationId="{649B6D28-15C3-9FB7-17D7-A1D9C28C5D0A}"/>
          </ac:picMkLst>
        </pc:pic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1140914464" sldId="436"/>
        </pc:sldMkLst>
      </pc:sldChg>
      <pc:sldChg chg="modSp add mod">
        <pc:chgData name="Michael Hill" userId="41dba03d-e58d-4389-9894-554c10310ba4" providerId="ADAL" clId="{EF23FE1D-A042-481E-AFD7-2A9FB0847F54}" dt="2026-01-14T17:10:07.712" v="4797" actId="255"/>
        <pc:sldMkLst>
          <pc:docMk/>
          <pc:sldMk cId="3000963620" sldId="436"/>
        </pc:sldMkLst>
        <pc:spChg chg="mod">
          <ac:chgData name="Michael Hill" userId="41dba03d-e58d-4389-9894-554c10310ba4" providerId="ADAL" clId="{EF23FE1D-A042-481E-AFD7-2A9FB0847F54}" dt="2026-01-14T17:10:07.712" v="4797" actId="255"/>
          <ac:spMkLst>
            <pc:docMk/>
            <pc:sldMk cId="3000963620" sldId="436"/>
            <ac:spMk id="8" creationId="{58814B91-B138-FE37-B906-5C8275D9BDAA}"/>
          </ac:spMkLst>
        </pc:spChg>
      </pc:sldChg>
      <pc:sldChg chg="modSp add mod">
        <pc:chgData name="Michael Hill" userId="41dba03d-e58d-4389-9894-554c10310ba4" providerId="ADAL" clId="{EF23FE1D-A042-481E-AFD7-2A9FB0847F54}" dt="2026-01-14T17:11:48.722" v="4944" actId="20577"/>
        <pc:sldMkLst>
          <pc:docMk/>
          <pc:sldMk cId="3249553638" sldId="437"/>
        </pc:sldMkLst>
        <pc:spChg chg="mod">
          <ac:chgData name="Michael Hill" userId="41dba03d-e58d-4389-9894-554c10310ba4" providerId="ADAL" clId="{EF23FE1D-A042-481E-AFD7-2A9FB0847F54}" dt="2026-01-14T17:11:48.722" v="4944" actId="20577"/>
          <ac:spMkLst>
            <pc:docMk/>
            <pc:sldMk cId="3249553638" sldId="437"/>
            <ac:spMk id="3" creationId="{33915FE1-9D80-0C60-4DD9-41AF2A31B9E0}"/>
          </ac:spMkLst>
        </pc:spChg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3530076643" sldId="437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412241241" sldId="438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503210566" sldId="439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620483756" sldId="440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324519286" sldId="441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912536272" sldId="442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041626557" sldId="443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222340043" sldId="444"/>
        </pc:sldMkLst>
      </pc:sldChg>
      <pc:sldChg chg="del">
        <pc:chgData name="Michael Hill" userId="41dba03d-e58d-4389-9894-554c10310ba4" providerId="ADAL" clId="{EF23FE1D-A042-481E-AFD7-2A9FB0847F54}" dt="2026-01-14T16:22:40.720" v="813" actId="47"/>
        <pc:sldMkLst>
          <pc:docMk/>
          <pc:sldMk cId="2651503040" sldId="44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A-15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722402" y="3609984"/>
            <a:ext cx="6074736" cy="116091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DATA WAREHOUSES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Operational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Warehouses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Subject-oriented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Integrated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Time-variant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Non-volatile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Case Studies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>
                <a:latin typeface="Bahnschrift" panose="020B0502040204020203" pitchFamily="34" charset="0"/>
              </a:rPr>
              <a:t>Real-time Refresh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If a company has a database of every sale made today, do they know what they will sell next year?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Not necessarily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This is the difference between Knowledge and Data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We can’t know the future using data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We can use inductive reasoning to predict the future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How does the structure of data influence how certain we are in our knowledge?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-218184" y="233565"/>
            <a:ext cx="666710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OPERATIONAL DATABASE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 delete a record here because the customer returned an item, can I still see that the returned happened?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about in 5 years’ time?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102A29-AE35-882C-2BB5-F08671674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399336"/>
              </p:ext>
            </p:extLst>
          </p:nvPr>
        </p:nvGraphicFramePr>
        <p:xfrm>
          <a:off x="1806162" y="362148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442962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04840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929069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2940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SaleID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4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1/3, 11:27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9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Peanut </a:t>
                      </a:r>
                      <a:r>
                        <a:rPr lang="en-US" dirty="0" err="1"/>
                        <a:t>Buuter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1/4, 4:30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94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Jelly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1/4, 5:11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1/5, 6:10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15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A25A4-2D85-52F3-10A6-31A1C0E68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B98C786-6652-B89B-4939-B72A1313EA0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5E6CCB-C425-80CF-CDAF-50C9505603F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8B22CF-226F-F6EB-C3AF-F43BB0D3F66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98CAB-A4D4-7FDD-E392-7D9BCD8ABCA1}"/>
              </a:ext>
            </a:extLst>
          </p:cNvPr>
          <p:cNvSpPr/>
          <p:nvPr/>
        </p:nvSpPr>
        <p:spPr>
          <a:xfrm>
            <a:off x="-218184" y="233565"/>
            <a:ext cx="666710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OPERATIONAL DATABASE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D825C3-7292-FF76-5451-756F10808E9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D825C3-7292-FF76-5451-756F10808E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F39B8BC-D358-1A59-C506-D7F47355CC10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an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operational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used in the ‘now’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data changes or is removed, it means we can’t access the older versions of 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understand patterns over time then, we need a “Vault” of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711297-8627-4EC0-A5F2-6AB6FA84F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215835"/>
              </p:ext>
            </p:extLst>
          </p:nvPr>
        </p:nvGraphicFramePr>
        <p:xfrm>
          <a:off x="1977882" y="473303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442962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04840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929069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2940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SaleID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4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1/3, 11:27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9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Peanut </a:t>
                      </a:r>
                      <a:r>
                        <a:rPr lang="en-US" dirty="0" err="1"/>
                        <a:t>Buuter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1/4, 4:30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94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Jelly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1/4, 5:11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1/5, 6:10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15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34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3F3B4-207D-CEBD-1997-334295DA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F46FFD5-5A1E-F792-0F48-D61A8746702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60B9BB-791A-6B7E-4C7C-F5E12149146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C61494-5BE7-180E-66FD-80D928B7C9B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8B28F-3ABF-2910-269C-27828B093FA4}"/>
              </a:ext>
            </a:extLst>
          </p:cNvPr>
          <p:cNvSpPr/>
          <p:nvPr/>
        </p:nvSpPr>
        <p:spPr>
          <a:xfrm>
            <a:off x="-218184" y="233565"/>
            <a:ext cx="666710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OPERATIONAL DATABASE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80B26EA-E927-F960-2B37-4D4AF1B5E61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80B26EA-E927-F960-2B37-4D4AF1B5E6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A06DE3E-0649-37A5-1D0B-670657D94937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only store the current state of a database, are we destroying the evidence required to make historical claims?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Does “truth” in a database only exist in the present moment?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6A4349-7907-9500-B447-29725B93E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24360"/>
              </p:ext>
            </p:extLst>
          </p:nvPr>
        </p:nvGraphicFramePr>
        <p:xfrm>
          <a:off x="1977882" y="337908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442962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04840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929069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2940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SaleID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4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1/3, 11:27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9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Peanut </a:t>
                      </a:r>
                      <a:r>
                        <a:rPr lang="en-US" dirty="0" err="1"/>
                        <a:t>Buuter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1/4, 4:30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94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Jelly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1/4, 5:11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1/5, 6:10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15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615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5343E-7416-5668-C4A3-0ECCF1A61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AABE604-66F1-2161-5B0E-49FC4914753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D08299-3123-F58D-4845-71CA949867E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EC3600-5764-2AB7-8EB7-77B98F42A362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F6070-A908-047E-B07D-DFE41845CF62}"/>
              </a:ext>
            </a:extLst>
          </p:cNvPr>
          <p:cNvSpPr/>
          <p:nvPr/>
        </p:nvSpPr>
        <p:spPr>
          <a:xfrm>
            <a:off x="-218183" y="233565"/>
            <a:ext cx="565645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WAREHOUSES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51672DB-CDF4-BDAB-63C1-D193C5D33A6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51672DB-CDF4-BDAB-63C1-D193C5D33A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B58177E-DCB9-668C-09CE-B7DADCC2B16B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Data warehouses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are our vault to solve this issue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warehouses have four main pillars – note these as they’re essential for the exam</a:t>
            </a:r>
          </a:p>
        </p:txBody>
      </p:sp>
      <p:pic>
        <p:nvPicPr>
          <p:cNvPr id="1026" name="Picture 2" descr="Lean Warehousing. What is it and how to implement. - SMART STORAGE SYSTEMS">
            <a:extLst>
              <a:ext uri="{FF2B5EF4-FFF2-40B4-BE49-F238E27FC236}">
                <a16:creationId xmlns:a16="http://schemas.microsoft.com/office/drawing/2014/main" id="{6E676FFA-48D0-563E-2931-0555E2BCB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455" y="3036208"/>
            <a:ext cx="6892430" cy="387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385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B8AA4-D27F-5E2A-05F4-DD7FF68F0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1CA5B80-E118-BEF6-A9CF-1B419CB7256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31D6D0-ED21-B61B-C126-54CAD9D90395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D886F1-CAC1-0687-8951-6204D39977A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7D550-E49B-C217-8523-DD1CF502CDDE}"/>
              </a:ext>
            </a:extLst>
          </p:cNvPr>
          <p:cNvSpPr/>
          <p:nvPr/>
        </p:nvSpPr>
        <p:spPr>
          <a:xfrm>
            <a:off x="-218183" y="233565"/>
            <a:ext cx="565645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SUBJECT ORIENTED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875C614-A65C-8592-A945-54BE9C907E85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875C614-A65C-8592-A945-54BE9C907E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DD7A90B-242B-2266-DCF0-3517044D40BD}"/>
              </a:ext>
            </a:extLst>
          </p:cNvPr>
          <p:cNvSpPr/>
          <p:nvPr/>
        </p:nvSpPr>
        <p:spPr>
          <a:xfrm>
            <a:off x="821438" y="1156612"/>
            <a:ext cx="501846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Pillar 1: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Subject-oriented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organized around high-level entities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Things like Customers, sales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not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organized around functional processes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Invoicing, stock taking</a:t>
            </a:r>
          </a:p>
        </p:txBody>
      </p:sp>
      <p:pic>
        <p:nvPicPr>
          <p:cNvPr id="2050" name="Picture 2" descr="stock person png - stock photo man PNG image with transparent ...">
            <a:extLst>
              <a:ext uri="{FF2B5EF4-FFF2-40B4-BE49-F238E27FC236}">
                <a16:creationId xmlns:a16="http://schemas.microsoft.com/office/drawing/2014/main" id="{1E321680-5799-D56B-AB85-0C17127ED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68" y="955298"/>
            <a:ext cx="5250993" cy="537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00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58A20-E997-9D5C-DCF3-301826E0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465BB00-3B24-5363-8BD6-44A860444E4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5C0B8E-5065-4C16-9F9E-B27CE896EEA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77E5C9-D30C-5962-1B60-567328560788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046EF-81AF-2F6B-A352-838A9AED35F6}"/>
              </a:ext>
            </a:extLst>
          </p:cNvPr>
          <p:cNvSpPr/>
          <p:nvPr/>
        </p:nvSpPr>
        <p:spPr>
          <a:xfrm>
            <a:off x="0" y="250298"/>
            <a:ext cx="3699320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INTEGRATED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1B976A-31F1-958D-BCE7-4007CBBF72A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1B976A-31F1-958D-BCE7-4007CBBF72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0E61C47-992B-99DE-B465-91179E980D9B}"/>
              </a:ext>
            </a:extLst>
          </p:cNvPr>
          <p:cNvSpPr/>
          <p:nvPr/>
        </p:nvSpPr>
        <p:spPr>
          <a:xfrm>
            <a:off x="821438" y="1156612"/>
            <a:ext cx="501846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Pillar 2: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Integrated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gathered from multiple inconsistent sources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Different store branches with different programs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cleaned into a single format</a:t>
            </a:r>
          </a:p>
        </p:txBody>
      </p:sp>
      <p:pic>
        <p:nvPicPr>
          <p:cNvPr id="3074" name="Picture 2" descr="Hey McDonald’s: Please Bring These International Menu Items to the U.S.">
            <a:extLst>
              <a:ext uri="{FF2B5EF4-FFF2-40B4-BE49-F238E27FC236}">
                <a16:creationId xmlns:a16="http://schemas.microsoft.com/office/drawing/2014/main" id="{FE646AFB-1792-4417-7E52-B361D3642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68" y="451784"/>
            <a:ext cx="3445899" cy="258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ritime Square | Dining - McDonald's &amp; McCafé">
            <a:extLst>
              <a:ext uri="{FF2B5EF4-FFF2-40B4-BE49-F238E27FC236}">
                <a16:creationId xmlns:a16="http://schemas.microsoft.com/office/drawing/2014/main" id="{DE7F3DA9-0630-3677-6D49-FD2E01D3E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069" y="2409676"/>
            <a:ext cx="3744127" cy="241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McDonald's No. 1 Store Museum - Wikipedia">
            <a:extLst>
              <a:ext uri="{FF2B5EF4-FFF2-40B4-BE49-F238E27FC236}">
                <a16:creationId xmlns:a16="http://schemas.microsoft.com/office/drawing/2014/main" id="{C1843160-0F2D-13E4-BEFE-47ADAEF1D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100" y="4097462"/>
            <a:ext cx="3815568" cy="243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36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F8EE6-73CF-AFFE-B5C2-BAB0E063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5D86889-488D-992A-0913-BEEE9683938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7F63DE-638B-3C0D-7E24-D646B606244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2B17C2-86C0-F55B-21DC-CD0C00B6CE1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159D6-0EE6-F884-1714-24833EAA8C1C}"/>
              </a:ext>
            </a:extLst>
          </p:cNvPr>
          <p:cNvSpPr/>
          <p:nvPr/>
        </p:nvSpPr>
        <p:spPr>
          <a:xfrm>
            <a:off x="-1" y="250298"/>
            <a:ext cx="396783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TIME-VARIANT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920773-1AC3-4692-3CB5-0F3FD487DA7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920773-1AC3-4692-3CB5-0F3FD487DA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1739D10-C1D3-BD5C-15A1-214EB2319D66}"/>
              </a:ext>
            </a:extLst>
          </p:cNvPr>
          <p:cNvSpPr/>
          <p:nvPr/>
        </p:nvSpPr>
        <p:spPr>
          <a:xfrm>
            <a:off x="821438" y="1156612"/>
            <a:ext cx="501846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Pillar 3: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Time-variant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piece of data is identified with a specific time period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a historical record, not just how it is at the current moment</a:t>
            </a:r>
          </a:p>
        </p:txBody>
      </p:sp>
      <p:pic>
        <p:nvPicPr>
          <p:cNvPr id="4098" name="Picture 2" descr="MAXQDA-Online Manual: The “Overview of Timestamps” - MAXQDA – The Art ...">
            <a:extLst>
              <a:ext uri="{FF2B5EF4-FFF2-40B4-BE49-F238E27FC236}">
                <a16:creationId xmlns:a16="http://schemas.microsoft.com/office/drawing/2014/main" id="{6080CCB7-70FA-A630-B29F-F5FD68EAC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134" y="1153793"/>
            <a:ext cx="6088239" cy="353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010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69B35-DFEC-58BF-F72B-8EC76520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C7D1FD8-B4AF-B7AF-9C1E-7CF32425AD9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503FCA-292A-A989-2982-EA50499C992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33BF60-52F4-6B84-535A-10F1D070960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BAAEF2-F1DB-2999-52D2-A1F8296517EE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NON-VOLATILE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B1B8210-8D28-723F-851A-26F25FEF2BD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B1B8210-8D28-723F-851A-26F25FEF2B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16A99EE-FEFE-D9DF-456A-55979EC3D7D9}"/>
              </a:ext>
            </a:extLst>
          </p:cNvPr>
          <p:cNvSpPr/>
          <p:nvPr/>
        </p:nvSpPr>
        <p:spPr>
          <a:xfrm>
            <a:off x="821438" y="1156612"/>
            <a:ext cx="501846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Pillar 4: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Non-Volatile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data is entered, it is never changed or deleted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meant to be stable and used for read-only analysis</a:t>
            </a:r>
          </a:p>
        </p:txBody>
      </p:sp>
      <p:pic>
        <p:nvPicPr>
          <p:cNvPr id="5126" name="Picture 6" descr="Museum - Art, History, Science | Britannica">
            <a:extLst>
              <a:ext uri="{FF2B5EF4-FFF2-40B4-BE49-F238E27FC236}">
                <a16:creationId xmlns:a16="http://schemas.microsoft.com/office/drawing/2014/main" id="{A8CB6BC3-4DE8-205D-C565-52D807269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34124"/>
            <a:ext cx="5682873" cy="378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754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B1C08-B97A-C1F5-EE0F-E2053848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058CF52-683E-53EB-EB78-C8FCF778B80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4AD9DC-FA36-A23E-DBE3-27E0E02224A8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2836B2-1E7E-40FD-1F7F-B5FE7F7B42F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178F9C-2BCD-ABA5-3CCB-CCB6317DB67E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6D0772D-5DDD-6D02-0982-7BFD6915F86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6D0772D-5DDD-6D02-0982-7BFD6915F8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F871162-4DC9-8D59-FB1F-9E157B5DD374}"/>
              </a:ext>
            </a:extLst>
          </p:cNvPr>
          <p:cNvSpPr/>
          <p:nvPr/>
        </p:nvSpPr>
        <p:spPr>
          <a:xfrm>
            <a:off x="821438" y="1156612"/>
            <a:ext cx="501846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Warehouses are typically used for Strategic Planning and Business Modeling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a multinational company (maybe a shipping company like FedEx) uses a warehouse to decide which ports to invest in based on 20 years of trade data</a:t>
            </a:r>
          </a:p>
        </p:txBody>
      </p:sp>
      <p:pic>
        <p:nvPicPr>
          <p:cNvPr id="6146" name="Picture 2" descr="Global Logistics | The World’s Busiest Ports for International Shipping">
            <a:extLst>
              <a:ext uri="{FF2B5EF4-FFF2-40B4-BE49-F238E27FC236}">
                <a16:creationId xmlns:a16="http://schemas.microsoft.com/office/drawing/2014/main" id="{AFAC2115-8014-895D-BA0C-EE28C8B1C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100" y="2004058"/>
            <a:ext cx="5638207" cy="338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440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A8E82-7E5D-7B88-20A2-833FEB01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DFDE7B7-6C9C-6ECF-9E26-59BB076662C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0B666C-689A-F162-CDB8-CB12E4981D98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4EC993-0433-9851-BC7B-D74D08C909A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AA2786-49D3-CCF8-C0BD-3093C7247C20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F522F3-0F4D-E690-B247-71B5380238A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F522F3-0F4D-E690-B247-71B5380238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9914C4C-0BF1-F16E-C399-23E5AC3CF390}"/>
              </a:ext>
            </a:extLst>
          </p:cNvPr>
          <p:cNvSpPr/>
          <p:nvPr/>
        </p:nvSpPr>
        <p:spPr>
          <a:xfrm>
            <a:off x="821438" y="1156612"/>
            <a:ext cx="501846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Think of one question that would best be answered by an operational database in a hospital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Think of one question that would best be answered by a data warehouse for a hospital</a:t>
            </a:r>
          </a:p>
        </p:txBody>
      </p:sp>
      <p:pic>
        <p:nvPicPr>
          <p:cNvPr id="7170" name="Picture 2" descr="Teaching Hospitals | McGovern Medical School">
            <a:extLst>
              <a:ext uri="{FF2B5EF4-FFF2-40B4-BE49-F238E27FC236}">
                <a16:creationId xmlns:a16="http://schemas.microsoft.com/office/drawing/2014/main" id="{616E264C-43AE-8A74-7DAD-530BF82AA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68" y="1566612"/>
            <a:ext cx="571500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120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8F7BD-6E5A-8452-98B4-619810B2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29F8B50-CFB9-02D5-A80C-A23D76AEB4D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48F1CB-1519-05BC-3CAC-04D524C0563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C284A3-B8C3-8E54-BCF7-D67C3B0710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C2C6B-7975-5FDD-60E0-0B2B5B8AF8C3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BE74FA1-3514-5231-A21C-8C2D66FBE152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BE74FA1-3514-5231-A21C-8C2D66FBE1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732ED29-89D7-919D-26C0-44939121F197}"/>
              </a:ext>
            </a:extLst>
          </p:cNvPr>
          <p:cNvSpPr/>
          <p:nvPr/>
        </p:nvSpPr>
        <p:spPr>
          <a:xfrm>
            <a:off x="821438" y="1156612"/>
            <a:ext cx="501846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Small data question: Is there a bed available for this patient right now?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Big data question: Has the average recovery time for heart surgery improved over the last decade across all of our branches?</a:t>
            </a:r>
          </a:p>
        </p:txBody>
      </p:sp>
      <p:pic>
        <p:nvPicPr>
          <p:cNvPr id="7170" name="Picture 2" descr="Teaching Hospitals | McGovern Medical School">
            <a:extLst>
              <a:ext uri="{FF2B5EF4-FFF2-40B4-BE49-F238E27FC236}">
                <a16:creationId xmlns:a16="http://schemas.microsoft.com/office/drawing/2014/main" id="{2163F781-177A-A27E-30BF-785093C6C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68" y="1566612"/>
            <a:ext cx="571500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755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B7552-D2F6-7F4F-45F1-6E0EABA6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A1A43B1-A386-A2E3-7A51-1EDE4A2FB23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B09360-8F57-5591-A915-89E0E23F2C0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550818-949D-7077-0C30-C03BC6092CE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E6016-3703-CB61-4D9F-173268F626A6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CB4F65-C73B-37E4-3F53-EC5DA86B89B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CB4F65-C73B-37E4-3F53-EC5DA86B89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A4F924D-0E25-D253-B66C-F32C3F24A212}"/>
              </a:ext>
            </a:extLst>
          </p:cNvPr>
          <p:cNvSpPr/>
          <p:nvPr/>
        </p:nvSpPr>
        <p:spPr>
          <a:xfrm>
            <a:off x="152427" y="1201970"/>
            <a:ext cx="3638798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data collected about sales from two branches of the same company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A2BAC6-9A36-B91D-656A-98409738D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127736"/>
              </p:ext>
            </p:extLst>
          </p:nvPr>
        </p:nvGraphicFramePr>
        <p:xfrm>
          <a:off x="1065270" y="4022075"/>
          <a:ext cx="9202680" cy="2828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072">
                  <a:extLst>
                    <a:ext uri="{9D8B030D-6E8A-4147-A177-3AD203B41FA5}">
                      <a16:colId xmlns:a16="http://schemas.microsoft.com/office/drawing/2014/main" val="1087561940"/>
                    </a:ext>
                  </a:extLst>
                </a:gridCol>
                <a:gridCol w="3244638">
                  <a:extLst>
                    <a:ext uri="{9D8B030D-6E8A-4147-A177-3AD203B41FA5}">
                      <a16:colId xmlns:a16="http://schemas.microsoft.com/office/drawing/2014/main" val="3952781992"/>
                    </a:ext>
                  </a:extLst>
                </a:gridCol>
                <a:gridCol w="1655331">
                  <a:extLst>
                    <a:ext uri="{9D8B030D-6E8A-4147-A177-3AD203B41FA5}">
                      <a16:colId xmlns:a16="http://schemas.microsoft.com/office/drawing/2014/main" val="1741534588"/>
                    </a:ext>
                  </a:extLst>
                </a:gridCol>
                <a:gridCol w="2169639">
                  <a:extLst>
                    <a:ext uri="{9D8B030D-6E8A-4147-A177-3AD203B41FA5}">
                      <a16:colId xmlns:a16="http://schemas.microsoft.com/office/drawing/2014/main" val="336238666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Customer Name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(USD)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 of Purchase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32044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John Smith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123 Maple St, Austin, TX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1/5/2026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64333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Sarah Johnson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456 Oak Ave, Denver, CO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6375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Michael Brown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789 Pine Rd, Seattle, WA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75233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Emily Davis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321 Birch Ln, Miami, FL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15059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David Wilson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654 Cedar St, Chicago, IL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199.75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28013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Laura Martinez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987 Spruce Dr, Phoenix, AZ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1/12/2026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51955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James Taylor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159 Walnut St, Boston, 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275.25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1/13/2026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96772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Olivia Harris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753 Elm St, Portland, 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1/14/2026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60699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8F4EC8-174B-5FA6-1EBA-CA408E022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88396"/>
              </p:ext>
            </p:extLst>
          </p:nvPr>
        </p:nvGraphicFramePr>
        <p:xfrm>
          <a:off x="3974061" y="996573"/>
          <a:ext cx="8159730" cy="2966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8576">
                  <a:extLst>
                    <a:ext uri="{9D8B030D-6E8A-4147-A177-3AD203B41FA5}">
                      <a16:colId xmlns:a16="http://schemas.microsoft.com/office/drawing/2014/main" val="3191883090"/>
                    </a:ext>
                  </a:extLst>
                </a:gridCol>
                <a:gridCol w="3550132">
                  <a:extLst>
                    <a:ext uri="{9D8B030D-6E8A-4147-A177-3AD203B41FA5}">
                      <a16:colId xmlns:a16="http://schemas.microsoft.com/office/drawing/2014/main" val="1939102869"/>
                    </a:ext>
                  </a:extLst>
                </a:gridCol>
                <a:gridCol w="1087819">
                  <a:extLst>
                    <a:ext uri="{9D8B030D-6E8A-4147-A177-3AD203B41FA5}">
                      <a16:colId xmlns:a16="http://schemas.microsoft.com/office/drawing/2014/main" val="2858348569"/>
                    </a:ext>
                  </a:extLst>
                </a:gridCol>
                <a:gridCol w="1613203">
                  <a:extLst>
                    <a:ext uri="{9D8B030D-6E8A-4147-A177-3AD203B41FA5}">
                      <a16:colId xmlns:a16="http://schemas.microsoft.com/office/drawing/2014/main" val="987385687"/>
                    </a:ext>
                  </a:extLst>
                </a:gridCol>
              </a:tblGrid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Customer 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(£)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597822345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Alice Thompson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12 High St, London, UK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765390484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Robert Evans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 King Rd, Manchester,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442731647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Sophie Carter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56 Queen Ave, Birmingham,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9/1/2026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701839733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Daniel Wright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78 Park Ln, Leeds, UK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655321406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Grace Lewis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90 Church St, Bristol,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11/1/2026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197527379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Henry Walker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 Market St, Liverpool,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1459271231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Chloe Adams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43 Station Rd, Newcastle,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275.25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13/01/2026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149265143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Oliver Scott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 Victoria St, Edinburgh,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14/01/2026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27673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436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DEFC6-089C-C3CB-E0E5-5C4E0211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08F66C8-2EEA-3588-DA9E-33878F1FA0A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E636DC-5700-D47E-A28C-661D8400B127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24C241-69A0-EFFC-55FD-89FA50E850A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0964B-2992-8573-1AE3-96227EC9FA3F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2ED7185-6E8C-F884-EA8A-651A05E697E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2ED7185-6E8C-F884-EA8A-651A05E697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1C93C64-C9C7-09C9-AA1D-D0BE0C4A50CE}"/>
              </a:ext>
            </a:extLst>
          </p:cNvPr>
          <p:cNvSpPr/>
          <p:nvPr/>
        </p:nvSpPr>
        <p:spPr>
          <a:xfrm>
            <a:off x="152427" y="1201970"/>
            <a:ext cx="3638798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conflict between the data in these two locations?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E6611E-C7FF-B8D3-1633-EE08A5FCAF60}"/>
              </a:ext>
            </a:extLst>
          </p:cNvPr>
          <p:cNvGraphicFramePr>
            <a:graphicFrameLocks noGrp="1"/>
          </p:cNvGraphicFramePr>
          <p:nvPr/>
        </p:nvGraphicFramePr>
        <p:xfrm>
          <a:off x="1065270" y="4022075"/>
          <a:ext cx="9202680" cy="2828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072">
                  <a:extLst>
                    <a:ext uri="{9D8B030D-6E8A-4147-A177-3AD203B41FA5}">
                      <a16:colId xmlns:a16="http://schemas.microsoft.com/office/drawing/2014/main" val="1087561940"/>
                    </a:ext>
                  </a:extLst>
                </a:gridCol>
                <a:gridCol w="3244638">
                  <a:extLst>
                    <a:ext uri="{9D8B030D-6E8A-4147-A177-3AD203B41FA5}">
                      <a16:colId xmlns:a16="http://schemas.microsoft.com/office/drawing/2014/main" val="3952781992"/>
                    </a:ext>
                  </a:extLst>
                </a:gridCol>
                <a:gridCol w="1655331">
                  <a:extLst>
                    <a:ext uri="{9D8B030D-6E8A-4147-A177-3AD203B41FA5}">
                      <a16:colId xmlns:a16="http://schemas.microsoft.com/office/drawing/2014/main" val="1741534588"/>
                    </a:ext>
                  </a:extLst>
                </a:gridCol>
                <a:gridCol w="2169639">
                  <a:extLst>
                    <a:ext uri="{9D8B030D-6E8A-4147-A177-3AD203B41FA5}">
                      <a16:colId xmlns:a16="http://schemas.microsoft.com/office/drawing/2014/main" val="336238666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Customer Name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(USD)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 of Purchase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32044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John Smith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123 Maple St, Austin, TX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1/5/2026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64333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Sarah Johnson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456 Oak Ave, Denver, CO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6375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Michael Brown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789 Pine Rd, Seattle, WA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75233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Emily Davis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321 Birch Ln, Miami, FL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15059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David Wilson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654 Cedar St, Chicago, IL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199.75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28013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Laura Martinez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987 Spruce Dr, Phoenix, AZ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1/12/2026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51955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James Taylor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159 Walnut St, Boston, 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275.25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1/13/2026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96772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Olivia Harris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753 Elm St, Portland, 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1/14/2026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60699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5508CB-EF03-070C-71DC-6C70A7082401}"/>
              </a:ext>
            </a:extLst>
          </p:cNvPr>
          <p:cNvGraphicFramePr>
            <a:graphicFrameLocks noGrp="1"/>
          </p:cNvGraphicFramePr>
          <p:nvPr/>
        </p:nvGraphicFramePr>
        <p:xfrm>
          <a:off x="3974061" y="996573"/>
          <a:ext cx="8159730" cy="2966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8576">
                  <a:extLst>
                    <a:ext uri="{9D8B030D-6E8A-4147-A177-3AD203B41FA5}">
                      <a16:colId xmlns:a16="http://schemas.microsoft.com/office/drawing/2014/main" val="3191883090"/>
                    </a:ext>
                  </a:extLst>
                </a:gridCol>
                <a:gridCol w="3550132">
                  <a:extLst>
                    <a:ext uri="{9D8B030D-6E8A-4147-A177-3AD203B41FA5}">
                      <a16:colId xmlns:a16="http://schemas.microsoft.com/office/drawing/2014/main" val="1939102869"/>
                    </a:ext>
                  </a:extLst>
                </a:gridCol>
                <a:gridCol w="1087819">
                  <a:extLst>
                    <a:ext uri="{9D8B030D-6E8A-4147-A177-3AD203B41FA5}">
                      <a16:colId xmlns:a16="http://schemas.microsoft.com/office/drawing/2014/main" val="2858348569"/>
                    </a:ext>
                  </a:extLst>
                </a:gridCol>
                <a:gridCol w="1613203">
                  <a:extLst>
                    <a:ext uri="{9D8B030D-6E8A-4147-A177-3AD203B41FA5}">
                      <a16:colId xmlns:a16="http://schemas.microsoft.com/office/drawing/2014/main" val="987385687"/>
                    </a:ext>
                  </a:extLst>
                </a:gridCol>
              </a:tblGrid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Customer 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(£)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597822345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Alice Thompson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12 High St, London, UK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765390484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Robert Evans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 King Rd, Manchester,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442731647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Sophie Carter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56 Queen Ave, Birmingham,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9/1/2026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701839733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Daniel Wright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78 Park Ln, Leeds, UK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655321406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Grace Lewis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90 Church St, Bristol,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11/1/2026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197527379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Henry Walker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 Market St, Liverpool,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1459271231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Chloe Adams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43 Station Rd, Newcastle,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275.25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13/01/2026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149265143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Oliver Scott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 Victoria St, Edinburgh,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14/01/2026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27673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947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390B3-BA81-823F-7DE4-41067982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D7E9D3A-40BA-1A05-275B-C672106230B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B2B2A3-A2B5-12FA-50CF-5777A94F53E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2F2304-01D6-4ACA-98A0-ED5ECF2C24B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DD2ED4-1A01-00DD-B47E-F4D422FDA0FA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887149-9408-8EEE-521A-752DE3B75D6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887149-9408-8EEE-521A-752DE3B75D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EB75F0A-54DF-1C98-18B2-41B4B43D8937}"/>
              </a:ext>
            </a:extLst>
          </p:cNvPr>
          <p:cNvSpPr/>
          <p:nvPr/>
        </p:nvSpPr>
        <p:spPr>
          <a:xfrm>
            <a:off x="152427" y="1201970"/>
            <a:ext cx="3638798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would we store this data in one data warehouse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F1DDD8-64BB-A30C-DFB6-79619FE0AAF1}"/>
              </a:ext>
            </a:extLst>
          </p:cNvPr>
          <p:cNvGraphicFramePr>
            <a:graphicFrameLocks noGrp="1"/>
          </p:cNvGraphicFramePr>
          <p:nvPr/>
        </p:nvGraphicFramePr>
        <p:xfrm>
          <a:off x="1065270" y="4022075"/>
          <a:ext cx="9202680" cy="2828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072">
                  <a:extLst>
                    <a:ext uri="{9D8B030D-6E8A-4147-A177-3AD203B41FA5}">
                      <a16:colId xmlns:a16="http://schemas.microsoft.com/office/drawing/2014/main" val="1087561940"/>
                    </a:ext>
                  </a:extLst>
                </a:gridCol>
                <a:gridCol w="3244638">
                  <a:extLst>
                    <a:ext uri="{9D8B030D-6E8A-4147-A177-3AD203B41FA5}">
                      <a16:colId xmlns:a16="http://schemas.microsoft.com/office/drawing/2014/main" val="3952781992"/>
                    </a:ext>
                  </a:extLst>
                </a:gridCol>
                <a:gridCol w="1655331">
                  <a:extLst>
                    <a:ext uri="{9D8B030D-6E8A-4147-A177-3AD203B41FA5}">
                      <a16:colId xmlns:a16="http://schemas.microsoft.com/office/drawing/2014/main" val="1741534588"/>
                    </a:ext>
                  </a:extLst>
                </a:gridCol>
                <a:gridCol w="2169639">
                  <a:extLst>
                    <a:ext uri="{9D8B030D-6E8A-4147-A177-3AD203B41FA5}">
                      <a16:colId xmlns:a16="http://schemas.microsoft.com/office/drawing/2014/main" val="336238666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Customer Name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(USD)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 of Purchase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32044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John Smith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123 Maple St, Austin, TX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1/5/2026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64333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Sarah Johnson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456 Oak Ave, Denver, CO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6375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Michael Brown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789 Pine Rd, Seattle, WA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75233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Emily Davis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321 Birch Ln, Miami, FL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15059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David Wilson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654 Cedar St, Chicago, IL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199.75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28013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Laura Martinez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987 Spruce Dr, Phoenix, AZ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1/12/2026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51955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James Taylor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159 Walnut St, Boston, 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275.25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1/13/2026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96772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Olivia Harris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753 Elm St, Portland, 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1/14/2026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60699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A8BD57-0128-4749-FB07-8656E9509AE1}"/>
              </a:ext>
            </a:extLst>
          </p:cNvPr>
          <p:cNvGraphicFramePr>
            <a:graphicFrameLocks noGrp="1"/>
          </p:cNvGraphicFramePr>
          <p:nvPr/>
        </p:nvGraphicFramePr>
        <p:xfrm>
          <a:off x="3974061" y="996573"/>
          <a:ext cx="8159730" cy="2966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8576">
                  <a:extLst>
                    <a:ext uri="{9D8B030D-6E8A-4147-A177-3AD203B41FA5}">
                      <a16:colId xmlns:a16="http://schemas.microsoft.com/office/drawing/2014/main" val="3191883090"/>
                    </a:ext>
                  </a:extLst>
                </a:gridCol>
                <a:gridCol w="3550132">
                  <a:extLst>
                    <a:ext uri="{9D8B030D-6E8A-4147-A177-3AD203B41FA5}">
                      <a16:colId xmlns:a16="http://schemas.microsoft.com/office/drawing/2014/main" val="1939102869"/>
                    </a:ext>
                  </a:extLst>
                </a:gridCol>
                <a:gridCol w="1087819">
                  <a:extLst>
                    <a:ext uri="{9D8B030D-6E8A-4147-A177-3AD203B41FA5}">
                      <a16:colId xmlns:a16="http://schemas.microsoft.com/office/drawing/2014/main" val="2858348569"/>
                    </a:ext>
                  </a:extLst>
                </a:gridCol>
                <a:gridCol w="1613203">
                  <a:extLst>
                    <a:ext uri="{9D8B030D-6E8A-4147-A177-3AD203B41FA5}">
                      <a16:colId xmlns:a16="http://schemas.microsoft.com/office/drawing/2014/main" val="987385687"/>
                    </a:ext>
                  </a:extLst>
                </a:gridCol>
              </a:tblGrid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Customer 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(£)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597822345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Alice Thompson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12 High St, London, UK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765390484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Robert Evans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 King Rd, Manchester,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442731647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Sophie Carter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56 Queen Ave, Birmingham,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9/1/2026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701839733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Daniel Wright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78 Park Ln, Leeds, UK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655321406"/>
                  </a:ext>
                </a:extLst>
              </a:tr>
              <a:tr h="265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Grace Lewis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90 Church St, Bristol,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11/1/2026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3197527379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Henry Walker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 Market St, Liverpool,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12/1/2026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1459271231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Chloe Adams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43 Station Rd, Newcastle,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275.25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13/01/2026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149265143"/>
                  </a:ext>
                </a:extLst>
              </a:tr>
              <a:tr h="34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Oliver Scott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 Victoria St, Edinburgh,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14/01/2026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973" marR="8973" marT="8973" marB="0" anchor="b"/>
                </a:tc>
                <a:extLst>
                  <a:ext uri="{0D108BD9-81ED-4DB2-BD59-A6C34878D82A}">
                    <a16:rowId xmlns:a16="http://schemas.microsoft.com/office/drawing/2014/main" val="27673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170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EABC8-0900-A960-C9FA-D1687E33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73FBEF8-4A01-A7E5-F4BF-4CB64BB9D2B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E5B4AE-78EC-4A98-FC37-70BAA1DD1647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75124C-5BA8-BDC6-DC2D-F927D4325C2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79A8C-BF02-FBF5-C102-B48E508DA90D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0F8E761-8B6C-AA14-901C-564FE863C65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0F8E761-8B6C-AA14-901C-564FE863C6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CA4D34B-79C4-E837-1660-A5F2BBD55E77}"/>
              </a:ext>
            </a:extLst>
          </p:cNvPr>
          <p:cNvSpPr/>
          <p:nvPr/>
        </p:nvSpPr>
        <p:spPr>
          <a:xfrm>
            <a:off x="152427" y="1201970"/>
            <a:ext cx="382163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would need to transform the data from one table to match the other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change the UK table to match US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can combine the data together into one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0E20B8-D101-F4A9-2597-7215AD117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51428"/>
              </p:ext>
            </p:extLst>
          </p:nvPr>
        </p:nvGraphicFramePr>
        <p:xfrm>
          <a:off x="4484935" y="230714"/>
          <a:ext cx="7466012" cy="6396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9632">
                  <a:extLst>
                    <a:ext uri="{9D8B030D-6E8A-4147-A177-3AD203B41FA5}">
                      <a16:colId xmlns:a16="http://schemas.microsoft.com/office/drawing/2014/main" val="2806663023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64287041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75053885"/>
                    </a:ext>
                  </a:extLst>
                </a:gridCol>
                <a:gridCol w="1127730">
                  <a:extLst>
                    <a:ext uri="{9D8B030D-6E8A-4147-A177-3AD203B41FA5}">
                      <a16:colId xmlns:a16="http://schemas.microsoft.com/office/drawing/2014/main" val="3527125548"/>
                    </a:ext>
                  </a:extLst>
                </a:gridCol>
              </a:tblGrid>
              <a:tr h="1307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Customer 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(USD)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</a:t>
                      </a: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748344752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John Smith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123 Maple St, Austin, TX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1/5/2026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49744084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Sarah Johnson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456 Oak Ave, Denver, CO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330067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Michael Brown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789 Pine Rd, Seattle, WA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057856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Emily Davis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321 Birch Ln, Miami, FL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13554887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David Wilson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654 Cedar St, Chicago, IL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199.75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514527501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Laura Martinez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987 Spruce Dr, Phoenix, AZ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53727418"/>
                  </a:ext>
                </a:extLst>
              </a:tr>
              <a:tr h="3851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James Taylor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159 Walnut St, Boston, 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275.25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95718075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Olivia Harris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753 Elm St, Portland, 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764236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Alice Thompson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 High St, London,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267.9866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1/5/2026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45737861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Robert Evans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 King Rd, Manchester,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468.33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818775039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Sophie Carter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56 Queen Ave, Birmingham,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120.265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130162017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Daniel Wright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78 Park Ln, Leeds, UK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333.66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3175652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Grace Lewis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90 Church St, Bristol,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174.1866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2234039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Henry Walker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 Market St, Liverpool,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668.66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765949938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Chloe Adams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43 Station Rd, Newcastle,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368.835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931971326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Oliver Scott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 Victoria St, Edinburgh,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1/14/2026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489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841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76E82-6F5D-4357-7B08-573DD5959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2EDA268-65A8-AAAF-88C0-F29F8AF1ABA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72DD97-0242-2DE2-1ACB-AA1E7FE02E1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9BECB2-8E81-61C1-4FED-2042F1678FC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8B192-FC14-A7F3-5943-A53799601BBC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AC61530-4364-A0C0-7976-C80C3FE10EAA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AC61530-4364-A0C0-7976-C80C3FE10E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9D82142-13BF-1FB7-666E-EDEE8304C778}"/>
              </a:ext>
            </a:extLst>
          </p:cNvPr>
          <p:cNvSpPr/>
          <p:nvPr/>
        </p:nvSpPr>
        <p:spPr>
          <a:xfrm>
            <a:off x="152427" y="1201970"/>
            <a:ext cx="3821634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a normal database, if a customer moved from London to New York, what would we do?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B43CE1-8678-B665-DD3E-84E17C58AC26}"/>
              </a:ext>
            </a:extLst>
          </p:cNvPr>
          <p:cNvGraphicFramePr>
            <a:graphicFrameLocks noGrp="1"/>
          </p:cNvGraphicFramePr>
          <p:nvPr/>
        </p:nvGraphicFramePr>
        <p:xfrm>
          <a:off x="4484935" y="230714"/>
          <a:ext cx="7466012" cy="6396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9632">
                  <a:extLst>
                    <a:ext uri="{9D8B030D-6E8A-4147-A177-3AD203B41FA5}">
                      <a16:colId xmlns:a16="http://schemas.microsoft.com/office/drawing/2014/main" val="2806663023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64287041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75053885"/>
                    </a:ext>
                  </a:extLst>
                </a:gridCol>
                <a:gridCol w="1127730">
                  <a:extLst>
                    <a:ext uri="{9D8B030D-6E8A-4147-A177-3AD203B41FA5}">
                      <a16:colId xmlns:a16="http://schemas.microsoft.com/office/drawing/2014/main" val="3527125548"/>
                    </a:ext>
                  </a:extLst>
                </a:gridCol>
              </a:tblGrid>
              <a:tr h="1307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Customer 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(USD)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</a:t>
                      </a: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748344752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John Smith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123 Maple St, Austin, TX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1/5/2026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49744084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Sarah Johnson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456 Oak Ave, Denver, CO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330067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Michael Brown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789 Pine Rd, Seattle, WA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057856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Emily Davis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321 Birch Ln, Miami, FL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13554887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David Wilson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654 Cedar St, Chicago, IL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199.75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514527501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Laura Martinez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987 Spruce Dr, Phoenix, AZ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53727418"/>
                  </a:ext>
                </a:extLst>
              </a:tr>
              <a:tr h="3851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James Taylor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159 Walnut St, Boston, 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275.25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95718075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Olivia Harris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753 Elm St, Portland, 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764236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Alice Thompson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 High St, London,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267.9866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1/5/2026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45737861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Robert Evans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 King Rd, Manchester,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468.33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818775039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Sophie Carter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56 Queen Ave, Birmingham,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120.265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130162017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Daniel Wright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78 Park Ln, Leeds, UK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333.66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3175652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Grace Lewis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90 Church St, Bristol,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174.1866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2234039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Henry Walker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 Market St, Liverpool,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668.66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765949938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Chloe Adams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43 Station Rd, Newcastle,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368.835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931971326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Oliver Scott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 Victoria St, Edinburgh,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1/14/2026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489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112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B290E-DDA3-9E46-45A0-7FCFBDEF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D4B4A85-F7A9-D2E5-FD24-3D0FAE826BF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E5C652-E1BA-9515-8165-5A975F1D1DF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C5C6F5-973A-3908-0897-7CCBC098500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8DD667-CB88-8285-A6A0-80FDB5B77B1C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A9E30D2-AE71-0E80-F1B6-126BA15109D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A9E30D2-AE71-0E80-F1B6-126BA15109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A7CBD24-18A0-A356-924D-6244BBDB566E}"/>
              </a:ext>
            </a:extLst>
          </p:cNvPr>
          <p:cNvSpPr/>
          <p:nvPr/>
        </p:nvSpPr>
        <p:spPr>
          <a:xfrm>
            <a:off x="152427" y="1201970"/>
            <a:ext cx="4190788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would generally change their address, and that would change all previous records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a data warehouse, we keep the previous record and would only update new records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 variance and non-volatility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6CA35B-9577-B29D-81E6-1B93008D99D8}"/>
              </a:ext>
            </a:extLst>
          </p:cNvPr>
          <p:cNvGraphicFramePr>
            <a:graphicFrameLocks noGrp="1"/>
          </p:cNvGraphicFramePr>
          <p:nvPr/>
        </p:nvGraphicFramePr>
        <p:xfrm>
          <a:off x="4484935" y="230714"/>
          <a:ext cx="7466012" cy="6396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9632">
                  <a:extLst>
                    <a:ext uri="{9D8B030D-6E8A-4147-A177-3AD203B41FA5}">
                      <a16:colId xmlns:a16="http://schemas.microsoft.com/office/drawing/2014/main" val="2806663023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64287041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75053885"/>
                    </a:ext>
                  </a:extLst>
                </a:gridCol>
                <a:gridCol w="1127730">
                  <a:extLst>
                    <a:ext uri="{9D8B030D-6E8A-4147-A177-3AD203B41FA5}">
                      <a16:colId xmlns:a16="http://schemas.microsoft.com/office/drawing/2014/main" val="3527125548"/>
                    </a:ext>
                  </a:extLst>
                </a:gridCol>
              </a:tblGrid>
              <a:tr h="1307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Customer 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(USD)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</a:t>
                      </a: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748344752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John Smith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123 Maple St, Austin, TX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1/5/2026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49744084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Sarah Johnson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456 Oak Ave, Denver, CO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330067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Michael Brown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789 Pine Rd, Seattle, WA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057856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Emily Davis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321 Birch Ln, Miami, FL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13554887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David Wilson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654 Cedar St, Chicago, IL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199.75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514527501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Laura Martinez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987 Spruce Dr, Phoenix, AZ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53727418"/>
                  </a:ext>
                </a:extLst>
              </a:tr>
              <a:tr h="3851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James Taylor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159 Walnut St, Boston, 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275.25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95718075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Olivia Harris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753 Elm St, Portland, 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764236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Alice Thompson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 High St, London,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267.9866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1/5/2026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45737861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Robert Evans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 King Rd, Manchester,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468.33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818775039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Sophie Carter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56 Queen Ave, Birmingham,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120.265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130162017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Daniel Wright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78 Park Ln, Leeds, UK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333.66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3175652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Grace Lewis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90 Church St, Bristol,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174.1866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2234039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Henry Walker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 Market St, Liverpool,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668.66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765949938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Chloe Adams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43 Station Rd, Newcastle,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368.835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931971326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Oliver Scott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 Victoria St, Edinburgh,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1/14/2026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489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712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CDB03-3829-096B-42CB-D00A7151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942FF1B-52F5-BFE6-B6FE-3D3B0D546DF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E56BB2-DC09-E1EE-8666-16382A5BEB0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FB0FC3-E700-69B4-B193-51A3D45766FE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D205A-73E2-5DC8-6173-DC77C372E49C}"/>
              </a:ext>
            </a:extLst>
          </p:cNvPr>
          <p:cNvSpPr/>
          <p:nvPr/>
        </p:nvSpPr>
        <p:spPr>
          <a:xfrm>
            <a:off x="-1" y="250298"/>
            <a:ext cx="4154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CASE STUDIES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CAA14A4-39FF-B4D2-41D5-306BB8662299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CAA14A4-39FF-B4D2-41D5-306BB86622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3915FE1-9D80-0C60-4DD9-41AF2A31B9E0}"/>
              </a:ext>
            </a:extLst>
          </p:cNvPr>
          <p:cNvSpPr/>
          <p:nvPr/>
        </p:nvSpPr>
        <p:spPr>
          <a:xfrm>
            <a:off x="152427" y="1201970"/>
            <a:ext cx="4190788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whole process is known as ETL: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Extract the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Transform it to the correct format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Load it into the warehouse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166144-192D-F332-5D3D-1D5F3359F3AF}"/>
              </a:ext>
            </a:extLst>
          </p:cNvPr>
          <p:cNvGraphicFramePr>
            <a:graphicFrameLocks noGrp="1"/>
          </p:cNvGraphicFramePr>
          <p:nvPr/>
        </p:nvGraphicFramePr>
        <p:xfrm>
          <a:off x="4484935" y="230714"/>
          <a:ext cx="7466012" cy="6396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9632">
                  <a:extLst>
                    <a:ext uri="{9D8B030D-6E8A-4147-A177-3AD203B41FA5}">
                      <a16:colId xmlns:a16="http://schemas.microsoft.com/office/drawing/2014/main" val="2806663023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64287041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75053885"/>
                    </a:ext>
                  </a:extLst>
                </a:gridCol>
                <a:gridCol w="1127730">
                  <a:extLst>
                    <a:ext uri="{9D8B030D-6E8A-4147-A177-3AD203B41FA5}">
                      <a16:colId xmlns:a16="http://schemas.microsoft.com/office/drawing/2014/main" val="3527125548"/>
                    </a:ext>
                  </a:extLst>
                </a:gridCol>
              </a:tblGrid>
              <a:tr h="1307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Customer 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Address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 (USD)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Date</a:t>
                      </a: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748344752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John Smith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123 Maple St, Austin, TX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249.99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1/5/2026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49744084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Sarah Johnson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456 Oak Ave, Denver, CO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330067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Michael Brown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789 Pine Rd, Seattle, WA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0578562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Emily Davis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321 Birch Ln, Miami, FL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89.99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13554887"/>
                  </a:ext>
                </a:extLst>
              </a:tr>
              <a:tr h="29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David Wilson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654 Cedar St, Chicago, IL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199.75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514527501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Laura Martinez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987 Spruce Dr, Phoenix, AZ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53727418"/>
                  </a:ext>
                </a:extLst>
              </a:tr>
              <a:tr h="3851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James Taylor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159 Walnut St, Boston, 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275.25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3595718075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Olivia Harris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753 Elm St, Portland, 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764236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Alice Thompson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 High St, London,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267.9866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1/5/2026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45737861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Robert Evans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 King Rd, Manchester,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468.33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818775039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Sophie Carter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56 Queen Ave, Birmingham,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120.265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1/9/2026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4130162017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Daniel Wright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78 Park Ln, Leeds, UK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333.66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1/10/2026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393175652"/>
                  </a:ext>
                </a:extLst>
              </a:tr>
              <a:tr h="26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Grace Lewis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90 Church St, Bristol,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174.1866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1/11/2026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232234039"/>
                  </a:ext>
                </a:extLst>
              </a:tr>
              <a:tr h="325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Henry Walker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 Market St, Liverpool,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668.66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1/12/2026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765949938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Chloe Adams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43 Station Rd, Newcastle,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368.835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1/13/2026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2931971326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Oliver Scott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 Victoria St, Edinburgh, UK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1/14/2026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54" marR="4754" marT="4754" marB="0" anchor="b"/>
                </a:tc>
                <a:extLst>
                  <a:ext uri="{0D108BD9-81ED-4DB2-BD59-A6C34878D82A}">
                    <a16:rowId xmlns:a16="http://schemas.microsoft.com/office/drawing/2014/main" val="140489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553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8492A-BA9C-5DCA-2439-9C63073A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FE00409-AFBF-4B57-7468-445CD858E8A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DD6BAC-F162-0D13-A6C0-19AF02277DF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E4C504-545E-6E33-C73F-377D8C667A3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BE6E2C-6C61-5446-AACF-27F50B778A4B}"/>
              </a:ext>
            </a:extLst>
          </p:cNvPr>
          <p:cNvSpPr/>
          <p:nvPr/>
        </p:nvSpPr>
        <p:spPr>
          <a:xfrm>
            <a:off x="-2" y="250298"/>
            <a:ext cx="5715001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REAL-TIME REFRESH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38DE5D-30D1-28C1-A010-8BCC7A055B9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38DE5D-30D1-28C1-A010-8BCC7A055B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B251D7A-02AC-1AF0-D143-7509702BFCAD}"/>
              </a:ext>
            </a:extLst>
          </p:cNvPr>
          <p:cNvSpPr/>
          <p:nvPr/>
        </p:nvSpPr>
        <p:spPr>
          <a:xfrm>
            <a:off x="152427" y="1201970"/>
            <a:ext cx="4190788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more small note: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an organization has a data warehouse, they’ll need to send updates to the warehouse every few minutes from the operational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known as a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real-time-refresh</a:t>
            </a:r>
          </a:p>
        </p:txBody>
      </p:sp>
      <p:pic>
        <p:nvPicPr>
          <p:cNvPr id="10242" name="Picture 2" descr="What is an operational data store? | Stitch">
            <a:extLst>
              <a:ext uri="{FF2B5EF4-FFF2-40B4-BE49-F238E27FC236}">
                <a16:creationId xmlns:a16="http://schemas.microsoft.com/office/drawing/2014/main" id="{A299F9E6-1C3C-98E0-08C2-0DF522DB4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752" y="1495425"/>
            <a:ext cx="684847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406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BFE129-7EAB-F5A4-E1F3-91705EC3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1E58DE7-CFD2-C51E-F3FF-38A04BD38AE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027D63-E592-8FE6-EA92-535D07D0706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720D8D-8E7C-A03F-64E5-2D2B642C047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087B6-64D8-42D3-D3BC-90E7FDCE757C}"/>
              </a:ext>
            </a:extLst>
          </p:cNvPr>
          <p:cNvSpPr/>
          <p:nvPr/>
        </p:nvSpPr>
        <p:spPr>
          <a:xfrm>
            <a:off x="-1" y="250298"/>
            <a:ext cx="3771902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315B262-CE39-4A05-21E2-3606245ACA2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315B262-CE39-4A05-21E2-3606245ACA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D3CA815-5275-762C-D047-BCDB479C76AF}"/>
              </a:ext>
            </a:extLst>
          </p:cNvPr>
          <p:cNvSpPr/>
          <p:nvPr/>
        </p:nvSpPr>
        <p:spPr>
          <a:xfrm>
            <a:off x="6096000" y="996573"/>
            <a:ext cx="5676873" cy="546782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Single manageable structure: much easier for IT to maintain just one analysis source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Complex Queries: Allows joining of data from HR, Sales, Logistics, that were previously in separate systems</a:t>
            </a:r>
          </a:p>
        </p:txBody>
      </p:sp>
      <p:pic>
        <p:nvPicPr>
          <p:cNvPr id="11266" name="Picture 2" descr="Happy businessman stock image. Image of model, achievement - 14052085">
            <a:extLst>
              <a:ext uri="{FF2B5EF4-FFF2-40B4-BE49-F238E27FC236}">
                <a16:creationId xmlns:a16="http://schemas.microsoft.com/office/drawing/2014/main" id="{649B6D28-15C3-9FB7-17D7-A1D9C28C5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36" y="1543436"/>
            <a:ext cx="5755928" cy="492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124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CE486-DB01-8940-05C9-D3CFA073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4880032-3BD3-1E1B-E669-ED2FB88CDBA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CC8493-F8BC-C47C-468A-6E72E551471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5A2F2A-0CD4-AEAD-A09E-F1518B5CD3F6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F121-BB61-D31B-2142-DF614C5E4C28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global airline uses a data warehouse to manage its frequent flyer program and flight schedules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State why the airline’s data warehouse is considered “non-volatile”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Outline one reason why “time-variance” is essential for the airline’s strategic planning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A2ACE-BD92-7C38-2F7D-600F3B6610A0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 QUESTION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D7E6E3-A494-185B-B70B-8FB9D36FFCB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D7E6E3-A494-185B-B70B-8FB9D36FFC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200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8E8C-F309-7FB0-C6D0-F73D9027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3A9AE35-30DC-DA25-61BA-F3BCA2043B6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C1BEC3-9C36-5B0F-233D-241D8BF6EA2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450DDE-9ECC-733E-0B65-022EEE21BF2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14B91-B138-FE37-B906-5C8275D9BDAA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State why the airline’s data warehouse is considered “non-volatile”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once the flight or passenger data is loaded into the warehouse, it is not deleted or changed/it remains as a permanent historical record.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Outline one reason why “time-variance” is essential for the airline’s strategic planning [2]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Award 1 mark for: Data is only valid for a specific time/is time-stamped.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Award 1 mark for: This allows the airline to compare current performance against past years to identify long-term trends in passenger numbers.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E135E-C188-4A3F-6463-58403D003887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 QUESTION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635671D-8F0C-A98A-9FF1-E5A5207E1D5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635671D-8F0C-A98A-9FF1-E5A5207E1D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0963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Operational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Subject Oriented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Integrated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Time-variant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Non-volatile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Real-time-refresh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19060</TotalTime>
  <Words>2276</Words>
  <Application>Microsoft Office PowerPoint</Application>
  <PresentationFormat>Widescreen</PresentationFormat>
  <Paragraphs>662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Aptos Narrow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18</cp:revision>
  <dcterms:created xsi:type="dcterms:W3CDTF">2025-08-11T14:07:39Z</dcterms:created>
  <dcterms:modified xsi:type="dcterms:W3CDTF">2026-01-14T17:13:06Z</dcterms:modified>
</cp:coreProperties>
</file>