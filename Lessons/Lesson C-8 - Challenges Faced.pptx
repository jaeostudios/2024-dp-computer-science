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337" r:id="rId5"/>
    <p:sldId id="338" r:id="rId6"/>
    <p:sldId id="339" r:id="rId7"/>
    <p:sldId id="340" r:id="rId8"/>
    <p:sldId id="342" r:id="rId9"/>
    <p:sldId id="343" r:id="rId10"/>
    <p:sldId id="341" r:id="rId11"/>
    <p:sldId id="344" r:id="rId12"/>
    <p:sldId id="345" r:id="rId13"/>
    <p:sldId id="346" r:id="rId14"/>
    <p:sldId id="347" r:id="rId15"/>
    <p:sldId id="352" r:id="rId16"/>
    <p:sldId id="349" r:id="rId17"/>
    <p:sldId id="350" r:id="rId18"/>
    <p:sldId id="351" r:id="rId19"/>
    <p:sldId id="348" r:id="rId20"/>
    <p:sldId id="353" r:id="rId21"/>
    <p:sldId id="354" r:id="rId22"/>
    <p:sldId id="355" r:id="rId23"/>
    <p:sldId id="356" r:id="rId24"/>
    <p:sldId id="35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3D32"/>
    <a:srgbClr val="785238"/>
    <a:srgbClr val="274F3F"/>
    <a:srgbClr val="326648"/>
    <a:srgbClr val="388049"/>
    <a:srgbClr val="2A4C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C65332-C366-40CC-BAC0-2DDA2302DF84}" v="8" dt="2025-11-19T15:20:30.8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21" autoAdjust="0"/>
    <p:restoredTop sz="94660"/>
  </p:normalViewPr>
  <p:slideViewPr>
    <p:cSldViewPr snapToGrid="0">
      <p:cViewPr>
        <p:scale>
          <a:sx n="90" d="100"/>
          <a:sy n="90" d="100"/>
        </p:scale>
        <p:origin x="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redo custSel addSld delSld modSld sldOrd">
      <pc:chgData name="Michael Hill" userId="41dba03d-e58d-4389-9894-554c10310ba4" providerId="ADAL" clId="{EF23FE1D-A042-481E-AFD7-2A9FB0847F54}" dt="2025-12-01T19:26:53.960" v="5876" actId="20577"/>
      <pc:docMkLst>
        <pc:docMk/>
      </pc:docMkLst>
      <pc:sldChg chg="modSp mod">
        <pc:chgData name="Michael Hill" userId="41dba03d-e58d-4389-9894-554c10310ba4" providerId="ADAL" clId="{EF23FE1D-A042-481E-AFD7-2A9FB0847F54}" dt="2025-11-18T20:26:19.525" v="34" actId="14100"/>
        <pc:sldMkLst>
          <pc:docMk/>
          <pc:sldMk cId="1878848435" sldId="256"/>
        </pc:sldMkLst>
        <pc:spChg chg="mod">
          <ac:chgData name="Michael Hill" userId="41dba03d-e58d-4389-9894-554c10310ba4" providerId="ADAL" clId="{EF23FE1D-A042-481E-AFD7-2A9FB0847F54}" dt="2025-11-18T20:26:10.496" v="17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5-11-18T20:26:19.525" v="34" actId="14100"/>
          <ac:spMkLst>
            <pc:docMk/>
            <pc:sldMk cId="1878848435" sldId="256"/>
            <ac:spMk id="6" creationId="{945BB639-AC69-FE40-4352-5D3077A94591}"/>
          </ac:spMkLst>
        </pc:spChg>
      </pc:sldChg>
      <pc:sldChg chg="modSp mod">
        <pc:chgData name="Michael Hill" userId="41dba03d-e58d-4389-9894-554c10310ba4" providerId="ADAL" clId="{EF23FE1D-A042-481E-AFD7-2A9FB0847F54}" dt="2025-11-19T14:55:23.253" v="585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5-11-19T14:55:23.253" v="585" actId="20577"/>
          <ac:spMkLst>
            <pc:docMk/>
            <pc:sldMk cId="854122100" sldId="257"/>
            <ac:spMk id="8" creationId="{4D7671A2-401B-58C3-4049-2F9F2E07BD91}"/>
          </ac:spMkLst>
        </pc:spChg>
      </pc:sldChg>
      <pc:sldChg chg="modSp mod">
        <pc:chgData name="Michael Hill" userId="41dba03d-e58d-4389-9894-554c10310ba4" providerId="ADAL" clId="{EF23FE1D-A042-481E-AFD7-2A9FB0847F54}" dt="2025-11-19T14:53:16.090" v="178" actId="20577"/>
        <pc:sldMkLst>
          <pc:docMk/>
          <pc:sldMk cId="2339566124" sldId="337"/>
        </pc:sldMkLst>
        <pc:spChg chg="mod">
          <ac:chgData name="Michael Hill" userId="41dba03d-e58d-4389-9894-554c10310ba4" providerId="ADAL" clId="{EF23FE1D-A042-481E-AFD7-2A9FB0847F54}" dt="2025-11-19T14:52:59.869" v="85" actId="1076"/>
          <ac:spMkLst>
            <pc:docMk/>
            <pc:sldMk cId="2339566124" sldId="337"/>
            <ac:spMk id="5" creationId="{1174DF84-9B42-4579-F69C-B77567ADF987}"/>
          </ac:spMkLst>
        </pc:spChg>
        <pc:spChg chg="mod">
          <ac:chgData name="Michael Hill" userId="41dba03d-e58d-4389-9894-554c10310ba4" providerId="ADAL" clId="{EF23FE1D-A042-481E-AFD7-2A9FB0847F54}" dt="2025-11-19T14:53:16.090" v="178" actId="20577"/>
          <ac:spMkLst>
            <pc:docMk/>
            <pc:sldMk cId="2339566124" sldId="337"/>
            <ac:spMk id="8" creationId="{E4C9A6BA-DBB3-3663-566B-C9645458AD1B}"/>
          </ac:spMkLst>
        </pc:spChg>
      </pc:sldChg>
      <pc:sldChg chg="modSp add mod">
        <pc:chgData name="Michael Hill" userId="41dba03d-e58d-4389-9894-554c10310ba4" providerId="ADAL" clId="{EF23FE1D-A042-481E-AFD7-2A9FB0847F54}" dt="2025-11-19T14:54:35.667" v="449" actId="20577"/>
        <pc:sldMkLst>
          <pc:docMk/>
          <pc:sldMk cId="774587073" sldId="338"/>
        </pc:sldMkLst>
        <pc:spChg chg="mod">
          <ac:chgData name="Michael Hill" userId="41dba03d-e58d-4389-9894-554c10310ba4" providerId="ADAL" clId="{EF23FE1D-A042-481E-AFD7-2A9FB0847F54}" dt="2025-11-19T14:54:35.667" v="449" actId="20577"/>
          <ac:spMkLst>
            <pc:docMk/>
            <pc:sldMk cId="774587073" sldId="338"/>
            <ac:spMk id="8" creationId="{1EC589DC-BFAD-2503-EA1A-F54E90B362E9}"/>
          </ac:spMkLst>
        </pc:spChg>
      </pc:sldChg>
      <pc:sldChg chg="modSp add mod">
        <pc:chgData name="Michael Hill" userId="41dba03d-e58d-4389-9894-554c10310ba4" providerId="ADAL" clId="{EF23FE1D-A042-481E-AFD7-2A9FB0847F54}" dt="2025-11-19T14:56:38.203" v="692" actId="20577"/>
        <pc:sldMkLst>
          <pc:docMk/>
          <pc:sldMk cId="1670282774" sldId="339"/>
        </pc:sldMkLst>
        <pc:spChg chg="mod">
          <ac:chgData name="Michael Hill" userId="41dba03d-e58d-4389-9894-554c10310ba4" providerId="ADAL" clId="{EF23FE1D-A042-481E-AFD7-2A9FB0847F54}" dt="2025-11-19T14:56:04.911" v="608" actId="1076"/>
          <ac:spMkLst>
            <pc:docMk/>
            <pc:sldMk cId="1670282774" sldId="339"/>
            <ac:spMk id="5" creationId="{0ACFF794-7567-CA7E-2A4A-62621929E3B0}"/>
          </ac:spMkLst>
        </pc:spChg>
        <pc:spChg chg="mod">
          <ac:chgData name="Michael Hill" userId="41dba03d-e58d-4389-9894-554c10310ba4" providerId="ADAL" clId="{EF23FE1D-A042-481E-AFD7-2A9FB0847F54}" dt="2025-11-19T14:56:38.203" v="692" actId="20577"/>
          <ac:spMkLst>
            <pc:docMk/>
            <pc:sldMk cId="1670282774" sldId="339"/>
            <ac:spMk id="8" creationId="{E2FB9905-1606-ED0B-35D5-0CCF67C29D99}"/>
          </ac:spMkLst>
        </pc:spChg>
      </pc:sldChg>
      <pc:sldChg chg="modSp add mod">
        <pc:chgData name="Michael Hill" userId="41dba03d-e58d-4389-9894-554c10310ba4" providerId="ADAL" clId="{EF23FE1D-A042-481E-AFD7-2A9FB0847F54}" dt="2025-11-19T14:58:10.890" v="1112" actId="20577"/>
        <pc:sldMkLst>
          <pc:docMk/>
          <pc:sldMk cId="4069024871" sldId="340"/>
        </pc:sldMkLst>
        <pc:spChg chg="mod">
          <ac:chgData name="Michael Hill" userId="41dba03d-e58d-4389-9894-554c10310ba4" providerId="ADAL" clId="{EF23FE1D-A042-481E-AFD7-2A9FB0847F54}" dt="2025-11-19T14:58:10.890" v="1112" actId="20577"/>
          <ac:spMkLst>
            <pc:docMk/>
            <pc:sldMk cId="4069024871" sldId="340"/>
            <ac:spMk id="8" creationId="{D562A208-320F-045B-95F5-5F819AC4CA09}"/>
          </ac:spMkLst>
        </pc:spChg>
      </pc:sldChg>
      <pc:sldChg chg="addSp modSp add mod ord">
        <pc:chgData name="Michael Hill" userId="41dba03d-e58d-4389-9894-554c10310ba4" providerId="ADAL" clId="{EF23FE1D-A042-481E-AFD7-2A9FB0847F54}" dt="2025-11-19T15:03:11.399" v="1948" actId="1076"/>
        <pc:sldMkLst>
          <pc:docMk/>
          <pc:sldMk cId="337283292" sldId="341"/>
        </pc:sldMkLst>
        <pc:spChg chg="mod">
          <ac:chgData name="Michael Hill" userId="41dba03d-e58d-4389-9894-554c10310ba4" providerId="ADAL" clId="{EF23FE1D-A042-481E-AFD7-2A9FB0847F54}" dt="2025-11-19T14:58:31.115" v="1138" actId="1076"/>
          <ac:spMkLst>
            <pc:docMk/>
            <pc:sldMk cId="337283292" sldId="341"/>
            <ac:spMk id="5" creationId="{4A8F189B-C4A6-0698-1CCE-349325271CA5}"/>
          </ac:spMkLst>
        </pc:spChg>
        <pc:spChg chg="mod">
          <ac:chgData name="Michael Hill" userId="41dba03d-e58d-4389-9894-554c10310ba4" providerId="ADAL" clId="{EF23FE1D-A042-481E-AFD7-2A9FB0847F54}" dt="2025-11-19T15:02:51.263" v="1939" actId="14100"/>
          <ac:spMkLst>
            <pc:docMk/>
            <pc:sldMk cId="337283292" sldId="341"/>
            <ac:spMk id="8" creationId="{4C1A1514-46DA-8259-C212-0343B544E03F}"/>
          </ac:spMkLst>
        </pc:spChg>
        <pc:spChg chg="mod">
          <ac:chgData name="Michael Hill" userId="41dba03d-e58d-4389-9894-554c10310ba4" providerId="ADAL" clId="{EF23FE1D-A042-481E-AFD7-2A9FB0847F54}" dt="2025-11-19T15:02:53.351" v="1940" actId="208"/>
          <ac:spMkLst>
            <pc:docMk/>
            <pc:sldMk cId="337283292" sldId="341"/>
            <ac:spMk id="12" creationId="{B480B277-2AD8-C5A4-3A5E-691F07674444}"/>
          </ac:spMkLst>
        </pc:spChg>
        <pc:picChg chg="add mod">
          <ac:chgData name="Michael Hill" userId="41dba03d-e58d-4389-9894-554c10310ba4" providerId="ADAL" clId="{EF23FE1D-A042-481E-AFD7-2A9FB0847F54}" dt="2025-11-19T15:03:11.399" v="1948" actId="1076"/>
          <ac:picMkLst>
            <pc:docMk/>
            <pc:sldMk cId="337283292" sldId="341"/>
            <ac:picMk id="3" creationId="{5DC91A93-EADF-0F9F-D659-D9ED23D20C84}"/>
          </ac:picMkLst>
        </pc:picChg>
      </pc:sldChg>
      <pc:sldChg chg="addSp modSp add mod">
        <pc:chgData name="Michael Hill" userId="41dba03d-e58d-4389-9894-554c10310ba4" providerId="ADAL" clId="{EF23FE1D-A042-481E-AFD7-2A9FB0847F54}" dt="2025-11-19T15:00:33.912" v="1468" actId="1076"/>
        <pc:sldMkLst>
          <pc:docMk/>
          <pc:sldMk cId="1500707905" sldId="342"/>
        </pc:sldMkLst>
        <pc:spChg chg="mod">
          <ac:chgData name="Michael Hill" userId="41dba03d-e58d-4389-9894-554c10310ba4" providerId="ADAL" clId="{EF23FE1D-A042-481E-AFD7-2A9FB0847F54}" dt="2025-11-19T15:00:12.441" v="1458" actId="14100"/>
          <ac:spMkLst>
            <pc:docMk/>
            <pc:sldMk cId="1500707905" sldId="342"/>
            <ac:spMk id="8" creationId="{B72F5439-30B9-7A6A-DE87-055355D5FE29}"/>
          </ac:spMkLst>
        </pc:spChg>
        <pc:spChg chg="mod">
          <ac:chgData name="Michael Hill" userId="41dba03d-e58d-4389-9894-554c10310ba4" providerId="ADAL" clId="{EF23FE1D-A042-481E-AFD7-2A9FB0847F54}" dt="2025-11-19T15:00:28.584" v="1460" actId="1076"/>
          <ac:spMkLst>
            <pc:docMk/>
            <pc:sldMk cId="1500707905" sldId="342"/>
            <ac:spMk id="12" creationId="{85CACCCA-CC6F-29DE-44E4-61EC9DCCCE5B}"/>
          </ac:spMkLst>
        </pc:spChg>
        <pc:picChg chg="add mod">
          <ac:chgData name="Michael Hill" userId="41dba03d-e58d-4389-9894-554c10310ba4" providerId="ADAL" clId="{EF23FE1D-A042-481E-AFD7-2A9FB0847F54}" dt="2025-11-19T15:00:33.912" v="1468" actId="1076"/>
          <ac:picMkLst>
            <pc:docMk/>
            <pc:sldMk cId="1500707905" sldId="342"/>
            <ac:picMk id="3" creationId="{C965577E-8090-ABEB-0DF5-B231F807C893}"/>
          </ac:picMkLst>
        </pc:picChg>
      </pc:sldChg>
      <pc:sldChg chg="modSp add mod ord">
        <pc:chgData name="Michael Hill" userId="41dba03d-e58d-4389-9894-554c10310ba4" providerId="ADAL" clId="{EF23FE1D-A042-481E-AFD7-2A9FB0847F54}" dt="2025-11-19T15:02:03.219" v="1757" actId="20577"/>
        <pc:sldMkLst>
          <pc:docMk/>
          <pc:sldMk cId="968957418" sldId="343"/>
        </pc:sldMkLst>
        <pc:spChg chg="mod">
          <ac:chgData name="Michael Hill" userId="41dba03d-e58d-4389-9894-554c10310ba4" providerId="ADAL" clId="{EF23FE1D-A042-481E-AFD7-2A9FB0847F54}" dt="2025-11-19T15:02:03.219" v="1757" actId="20577"/>
          <ac:spMkLst>
            <pc:docMk/>
            <pc:sldMk cId="968957418" sldId="343"/>
            <ac:spMk id="8" creationId="{A61B1171-11B6-6CFD-B617-BD9D8B3D7B2B}"/>
          </ac:spMkLst>
        </pc:spChg>
      </pc:sldChg>
      <pc:sldChg chg="addSp delSp modSp add mod">
        <pc:chgData name="Michael Hill" userId="41dba03d-e58d-4389-9894-554c10310ba4" providerId="ADAL" clId="{EF23FE1D-A042-481E-AFD7-2A9FB0847F54}" dt="2025-11-19T15:04:52.050" v="2136" actId="1076"/>
        <pc:sldMkLst>
          <pc:docMk/>
          <pc:sldMk cId="3530876932" sldId="344"/>
        </pc:sldMkLst>
        <pc:spChg chg="mod">
          <ac:chgData name="Michael Hill" userId="41dba03d-e58d-4389-9894-554c10310ba4" providerId="ADAL" clId="{EF23FE1D-A042-481E-AFD7-2A9FB0847F54}" dt="2025-11-19T15:03:58.768" v="2097" actId="14100"/>
          <ac:spMkLst>
            <pc:docMk/>
            <pc:sldMk cId="3530876932" sldId="344"/>
            <ac:spMk id="8" creationId="{1E4748AA-7D2C-A26F-C4C9-0EED29148B2D}"/>
          </ac:spMkLst>
        </pc:spChg>
        <pc:picChg chg="add mod">
          <ac:chgData name="Michael Hill" userId="41dba03d-e58d-4389-9894-554c10310ba4" providerId="ADAL" clId="{EF23FE1D-A042-481E-AFD7-2A9FB0847F54}" dt="2025-11-19T15:04:52.050" v="2136" actId="1076"/>
          <ac:picMkLst>
            <pc:docMk/>
            <pc:sldMk cId="3530876932" sldId="344"/>
            <ac:picMk id="10" creationId="{1DE991D4-F29D-E146-C6C1-80ED6E327003}"/>
          </ac:picMkLst>
        </pc:picChg>
      </pc:sldChg>
      <pc:sldChg chg="delSp modSp add mod ord">
        <pc:chgData name="Michael Hill" userId="41dba03d-e58d-4389-9894-554c10310ba4" providerId="ADAL" clId="{EF23FE1D-A042-481E-AFD7-2A9FB0847F54}" dt="2025-11-19T15:05:58.373" v="2399" actId="14100"/>
        <pc:sldMkLst>
          <pc:docMk/>
          <pc:sldMk cId="2917249744" sldId="345"/>
        </pc:sldMkLst>
        <pc:spChg chg="mod">
          <ac:chgData name="Michael Hill" userId="41dba03d-e58d-4389-9894-554c10310ba4" providerId="ADAL" clId="{EF23FE1D-A042-481E-AFD7-2A9FB0847F54}" dt="2025-11-19T15:05:58.373" v="2399" actId="14100"/>
          <ac:spMkLst>
            <pc:docMk/>
            <pc:sldMk cId="2917249744" sldId="345"/>
            <ac:spMk id="8" creationId="{F1897F6E-5EF7-FE5F-073C-0890BC016B19}"/>
          </ac:spMkLst>
        </pc:spChg>
      </pc:sldChg>
      <pc:sldChg chg="modSp add mod">
        <pc:chgData name="Michael Hill" userId="41dba03d-e58d-4389-9894-554c10310ba4" providerId="ADAL" clId="{EF23FE1D-A042-481E-AFD7-2A9FB0847F54}" dt="2025-11-19T15:07:51.057" v="2852" actId="20577"/>
        <pc:sldMkLst>
          <pc:docMk/>
          <pc:sldMk cId="4069162587" sldId="346"/>
        </pc:sldMkLst>
        <pc:spChg chg="mod">
          <ac:chgData name="Michael Hill" userId="41dba03d-e58d-4389-9894-554c10310ba4" providerId="ADAL" clId="{EF23FE1D-A042-481E-AFD7-2A9FB0847F54}" dt="2025-11-19T15:06:18.916" v="2429" actId="1076"/>
          <ac:spMkLst>
            <pc:docMk/>
            <pc:sldMk cId="4069162587" sldId="346"/>
            <ac:spMk id="5" creationId="{ADFE7DC1-89E3-3802-44DB-D9709E4D8811}"/>
          </ac:spMkLst>
        </pc:spChg>
        <pc:spChg chg="mod">
          <ac:chgData name="Michael Hill" userId="41dba03d-e58d-4389-9894-554c10310ba4" providerId="ADAL" clId="{EF23FE1D-A042-481E-AFD7-2A9FB0847F54}" dt="2025-11-19T15:07:51.057" v="2852" actId="20577"/>
          <ac:spMkLst>
            <pc:docMk/>
            <pc:sldMk cId="4069162587" sldId="346"/>
            <ac:spMk id="8" creationId="{3E3DB97E-D261-35FB-6CFE-6F1BC1EB4ED7}"/>
          </ac:spMkLst>
        </pc:spChg>
      </pc:sldChg>
      <pc:sldChg chg="addSp modSp add mod">
        <pc:chgData name="Michael Hill" userId="41dba03d-e58d-4389-9894-554c10310ba4" providerId="ADAL" clId="{EF23FE1D-A042-481E-AFD7-2A9FB0847F54}" dt="2025-11-19T15:08:53.267" v="2986" actId="14100"/>
        <pc:sldMkLst>
          <pc:docMk/>
          <pc:sldMk cId="2204073145" sldId="347"/>
        </pc:sldMkLst>
        <pc:spChg chg="mod">
          <ac:chgData name="Michael Hill" userId="41dba03d-e58d-4389-9894-554c10310ba4" providerId="ADAL" clId="{EF23FE1D-A042-481E-AFD7-2A9FB0847F54}" dt="2025-11-19T15:08:53.267" v="2986" actId="14100"/>
          <ac:spMkLst>
            <pc:docMk/>
            <pc:sldMk cId="2204073145" sldId="347"/>
            <ac:spMk id="8" creationId="{53F934E1-B3F0-BA56-D710-819917C6CA57}"/>
          </ac:spMkLst>
        </pc:spChg>
        <pc:picChg chg="add mod">
          <ac:chgData name="Michael Hill" userId="41dba03d-e58d-4389-9894-554c10310ba4" providerId="ADAL" clId="{EF23FE1D-A042-481E-AFD7-2A9FB0847F54}" dt="2025-11-19T15:08:48.699" v="2984" actId="1076"/>
          <ac:picMkLst>
            <pc:docMk/>
            <pc:sldMk cId="2204073145" sldId="347"/>
            <ac:picMk id="3" creationId="{7F21222C-C7D3-2C0A-5FA2-E44E6AA5D4B5}"/>
          </ac:picMkLst>
        </pc:picChg>
      </pc:sldChg>
      <pc:sldChg chg="addSp delSp modSp add mod ord">
        <pc:chgData name="Michael Hill" userId="41dba03d-e58d-4389-9894-554c10310ba4" providerId="ADAL" clId="{EF23FE1D-A042-481E-AFD7-2A9FB0847F54}" dt="2025-11-19T15:20:40.680" v="4015"/>
        <pc:sldMkLst>
          <pc:docMk/>
          <pc:sldMk cId="1382505285" sldId="348"/>
        </pc:sldMkLst>
        <pc:spChg chg="mod">
          <ac:chgData name="Michael Hill" userId="41dba03d-e58d-4389-9894-554c10310ba4" providerId="ADAL" clId="{EF23FE1D-A042-481E-AFD7-2A9FB0847F54}" dt="2025-11-19T15:09:49.982" v="3213" actId="14100"/>
          <ac:spMkLst>
            <pc:docMk/>
            <pc:sldMk cId="1382505285" sldId="348"/>
            <ac:spMk id="8" creationId="{53237FB6-A35F-93AC-61E0-8C16F5F60190}"/>
          </ac:spMkLst>
        </pc:spChg>
        <pc:picChg chg="add mod">
          <ac:chgData name="Michael Hill" userId="41dba03d-e58d-4389-9894-554c10310ba4" providerId="ADAL" clId="{EF23FE1D-A042-481E-AFD7-2A9FB0847F54}" dt="2025-11-19T15:10:07.013" v="3219" actId="1076"/>
          <ac:picMkLst>
            <pc:docMk/>
            <pc:sldMk cId="1382505285" sldId="348"/>
            <ac:picMk id="4" creationId="{B943CC5A-D4E7-FFED-F7D9-477325CEDF90}"/>
          </ac:picMkLst>
        </pc:picChg>
      </pc:sldChg>
      <pc:sldChg chg="delSp modSp add mod">
        <pc:chgData name="Michael Hill" userId="41dba03d-e58d-4389-9894-554c10310ba4" providerId="ADAL" clId="{EF23FE1D-A042-481E-AFD7-2A9FB0847F54}" dt="2025-11-19T15:11:50.957" v="3664" actId="404"/>
        <pc:sldMkLst>
          <pc:docMk/>
          <pc:sldMk cId="979282453" sldId="349"/>
        </pc:sldMkLst>
        <pc:spChg chg="mod">
          <ac:chgData name="Michael Hill" userId="41dba03d-e58d-4389-9894-554c10310ba4" providerId="ADAL" clId="{EF23FE1D-A042-481E-AFD7-2A9FB0847F54}" dt="2025-11-19T15:11:50.957" v="3664" actId="404"/>
          <ac:spMkLst>
            <pc:docMk/>
            <pc:sldMk cId="979282453" sldId="349"/>
            <ac:spMk id="5" creationId="{3DFBE1DB-06AB-6BCE-1AEA-FFF80FC703AE}"/>
          </ac:spMkLst>
        </pc:spChg>
        <pc:spChg chg="mod">
          <ac:chgData name="Michael Hill" userId="41dba03d-e58d-4389-9894-554c10310ba4" providerId="ADAL" clId="{EF23FE1D-A042-481E-AFD7-2A9FB0847F54}" dt="2025-11-19T15:11:43.473" v="3659" actId="14100"/>
          <ac:spMkLst>
            <pc:docMk/>
            <pc:sldMk cId="979282453" sldId="349"/>
            <ac:spMk id="8" creationId="{2D89D6A9-B29C-0BEA-D5AC-8AC832B170A8}"/>
          </ac:spMkLst>
        </pc:spChg>
      </pc:sldChg>
      <pc:sldChg chg="addSp modSp add mod">
        <pc:chgData name="Michael Hill" userId="41dba03d-e58d-4389-9894-554c10310ba4" providerId="ADAL" clId="{EF23FE1D-A042-481E-AFD7-2A9FB0847F54}" dt="2025-11-19T15:12:45.532" v="3818" actId="1076"/>
        <pc:sldMkLst>
          <pc:docMk/>
          <pc:sldMk cId="1383361773" sldId="350"/>
        </pc:sldMkLst>
        <pc:spChg chg="mod">
          <ac:chgData name="Michael Hill" userId="41dba03d-e58d-4389-9894-554c10310ba4" providerId="ADAL" clId="{EF23FE1D-A042-481E-AFD7-2A9FB0847F54}" dt="2025-11-19T15:12:41.067" v="3812" actId="14100"/>
          <ac:spMkLst>
            <pc:docMk/>
            <pc:sldMk cId="1383361773" sldId="350"/>
            <ac:spMk id="8" creationId="{897716F7-8A23-B0F6-1F85-71204C65B9E1}"/>
          </ac:spMkLst>
        </pc:spChg>
        <pc:picChg chg="add mod">
          <ac:chgData name="Michael Hill" userId="41dba03d-e58d-4389-9894-554c10310ba4" providerId="ADAL" clId="{EF23FE1D-A042-481E-AFD7-2A9FB0847F54}" dt="2025-11-19T15:12:45.532" v="3818" actId="1076"/>
          <ac:picMkLst>
            <pc:docMk/>
            <pc:sldMk cId="1383361773" sldId="350"/>
            <ac:picMk id="3" creationId="{59A695DE-9D7A-497D-3773-4C0227FAD4C7}"/>
          </ac:picMkLst>
        </pc:picChg>
      </pc:sldChg>
      <pc:sldChg chg="addSp modSp add mod ord">
        <pc:chgData name="Michael Hill" userId="41dba03d-e58d-4389-9894-554c10310ba4" providerId="ADAL" clId="{EF23FE1D-A042-481E-AFD7-2A9FB0847F54}" dt="2025-11-19T15:20:32.294" v="4010" actId="1076"/>
        <pc:sldMkLst>
          <pc:docMk/>
          <pc:sldMk cId="3393135741" sldId="351"/>
        </pc:sldMkLst>
        <pc:spChg chg="mod">
          <ac:chgData name="Michael Hill" userId="41dba03d-e58d-4389-9894-554c10310ba4" providerId="ADAL" clId="{EF23FE1D-A042-481E-AFD7-2A9FB0847F54}" dt="2025-11-19T15:20:14.615" v="4006" actId="14100"/>
          <ac:spMkLst>
            <pc:docMk/>
            <pc:sldMk cId="3393135741" sldId="351"/>
            <ac:spMk id="8" creationId="{6B816DC7-34B6-B54C-350C-A439FFE9B355}"/>
          </ac:spMkLst>
        </pc:spChg>
        <pc:picChg chg="add mod">
          <ac:chgData name="Michael Hill" userId="41dba03d-e58d-4389-9894-554c10310ba4" providerId="ADAL" clId="{EF23FE1D-A042-481E-AFD7-2A9FB0847F54}" dt="2025-11-19T15:20:32.294" v="4010" actId="1076"/>
          <ac:picMkLst>
            <pc:docMk/>
            <pc:sldMk cId="3393135741" sldId="351"/>
            <ac:picMk id="3" creationId="{4A0C10F1-B540-B8DE-100B-1B3EEB6CD411}"/>
          </ac:picMkLst>
        </pc:picChg>
      </pc:sldChg>
      <pc:sldChg chg="add">
        <pc:chgData name="Michael Hill" userId="41dba03d-e58d-4389-9894-554c10310ba4" providerId="ADAL" clId="{EF23FE1D-A042-481E-AFD7-2A9FB0847F54}" dt="2025-11-19T15:20:39.221" v="4013" actId="2890"/>
        <pc:sldMkLst>
          <pc:docMk/>
          <pc:sldMk cId="1756413349" sldId="352"/>
        </pc:sldMkLst>
      </pc:sldChg>
      <pc:sldChg chg="delSp modSp add mod">
        <pc:chgData name="Michael Hill" userId="41dba03d-e58d-4389-9894-554c10310ba4" providerId="ADAL" clId="{EF23FE1D-A042-481E-AFD7-2A9FB0847F54}" dt="2025-11-19T15:24:45.193" v="4499" actId="20577"/>
        <pc:sldMkLst>
          <pc:docMk/>
          <pc:sldMk cId="1676778796" sldId="353"/>
        </pc:sldMkLst>
        <pc:spChg chg="mod">
          <ac:chgData name="Michael Hill" userId="41dba03d-e58d-4389-9894-554c10310ba4" providerId="ADAL" clId="{EF23FE1D-A042-481E-AFD7-2A9FB0847F54}" dt="2025-11-19T15:22:58.686" v="4043" actId="1076"/>
          <ac:spMkLst>
            <pc:docMk/>
            <pc:sldMk cId="1676778796" sldId="353"/>
            <ac:spMk id="5" creationId="{8AB63719-98E3-7F31-041D-B4F58DE9B319}"/>
          </ac:spMkLst>
        </pc:spChg>
        <pc:spChg chg="mod">
          <ac:chgData name="Michael Hill" userId="41dba03d-e58d-4389-9894-554c10310ba4" providerId="ADAL" clId="{EF23FE1D-A042-481E-AFD7-2A9FB0847F54}" dt="2025-11-19T15:24:45.193" v="4499" actId="20577"/>
          <ac:spMkLst>
            <pc:docMk/>
            <pc:sldMk cId="1676778796" sldId="353"/>
            <ac:spMk id="8" creationId="{DF2C4BEC-9FB3-71D6-0BFF-314E67A6A921}"/>
          </ac:spMkLst>
        </pc:spChg>
      </pc:sldChg>
      <pc:sldChg chg="modSp add mod">
        <pc:chgData name="Michael Hill" userId="41dba03d-e58d-4389-9894-554c10310ba4" providerId="ADAL" clId="{EF23FE1D-A042-481E-AFD7-2A9FB0847F54}" dt="2025-12-01T19:09:24.451" v="4973" actId="20577"/>
        <pc:sldMkLst>
          <pc:docMk/>
          <pc:sldMk cId="967622686" sldId="354"/>
        </pc:sldMkLst>
        <pc:spChg chg="mod">
          <ac:chgData name="Michael Hill" userId="41dba03d-e58d-4389-9894-554c10310ba4" providerId="ADAL" clId="{EF23FE1D-A042-481E-AFD7-2A9FB0847F54}" dt="2025-11-19T15:25:13.938" v="4520" actId="14100"/>
          <ac:spMkLst>
            <pc:docMk/>
            <pc:sldMk cId="967622686" sldId="354"/>
            <ac:spMk id="5" creationId="{D87A589C-3F65-A41F-5A25-0DB2321C126F}"/>
          </ac:spMkLst>
        </pc:spChg>
        <pc:spChg chg="mod">
          <ac:chgData name="Michael Hill" userId="41dba03d-e58d-4389-9894-554c10310ba4" providerId="ADAL" clId="{EF23FE1D-A042-481E-AFD7-2A9FB0847F54}" dt="2025-12-01T19:09:24.451" v="4973" actId="20577"/>
          <ac:spMkLst>
            <pc:docMk/>
            <pc:sldMk cId="967622686" sldId="354"/>
            <ac:spMk id="8" creationId="{B1E380AC-CD65-8737-628B-E8D0DC744FDC}"/>
          </ac:spMkLst>
        </pc:spChg>
      </pc:sldChg>
      <pc:sldChg chg="modSp add mod">
        <pc:chgData name="Michael Hill" userId="41dba03d-e58d-4389-9894-554c10310ba4" providerId="ADAL" clId="{EF23FE1D-A042-481E-AFD7-2A9FB0847F54}" dt="2025-12-01T19:18:59.528" v="5326" actId="20577"/>
        <pc:sldMkLst>
          <pc:docMk/>
          <pc:sldMk cId="2732829996" sldId="355"/>
        </pc:sldMkLst>
        <pc:spChg chg="mod">
          <ac:chgData name="Michael Hill" userId="41dba03d-e58d-4389-9894-554c10310ba4" providerId="ADAL" clId="{EF23FE1D-A042-481E-AFD7-2A9FB0847F54}" dt="2025-12-01T19:18:59.528" v="5326" actId="20577"/>
          <ac:spMkLst>
            <pc:docMk/>
            <pc:sldMk cId="2732829996" sldId="355"/>
            <ac:spMk id="8" creationId="{FE17164B-9722-9533-CD42-A045B9389D5C}"/>
          </ac:spMkLst>
        </pc:spChg>
      </pc:sldChg>
      <pc:sldChg chg="modSp add mod">
        <pc:chgData name="Michael Hill" userId="41dba03d-e58d-4389-9894-554c10310ba4" providerId="ADAL" clId="{EF23FE1D-A042-481E-AFD7-2A9FB0847F54}" dt="2025-12-01T19:20:38.459" v="5551" actId="20577"/>
        <pc:sldMkLst>
          <pc:docMk/>
          <pc:sldMk cId="20711489" sldId="356"/>
        </pc:sldMkLst>
        <pc:spChg chg="mod">
          <ac:chgData name="Michael Hill" userId="41dba03d-e58d-4389-9894-554c10310ba4" providerId="ADAL" clId="{EF23FE1D-A042-481E-AFD7-2A9FB0847F54}" dt="2025-12-01T19:19:22.077" v="5341" actId="14100"/>
          <ac:spMkLst>
            <pc:docMk/>
            <pc:sldMk cId="20711489" sldId="356"/>
            <ac:spMk id="5" creationId="{34DC3C4A-36BF-3EA3-A53C-C35A40E87F01}"/>
          </ac:spMkLst>
        </pc:spChg>
        <pc:spChg chg="mod">
          <ac:chgData name="Michael Hill" userId="41dba03d-e58d-4389-9894-554c10310ba4" providerId="ADAL" clId="{EF23FE1D-A042-481E-AFD7-2A9FB0847F54}" dt="2025-12-01T19:20:38.459" v="5551" actId="20577"/>
          <ac:spMkLst>
            <pc:docMk/>
            <pc:sldMk cId="20711489" sldId="356"/>
            <ac:spMk id="8" creationId="{04792E8B-400F-B6D4-F598-E4E10AF87E12}"/>
          </ac:spMkLst>
        </pc:spChg>
      </pc:sldChg>
      <pc:sldChg chg="modSp add mod">
        <pc:chgData name="Michael Hill" userId="41dba03d-e58d-4389-9894-554c10310ba4" providerId="ADAL" clId="{EF23FE1D-A042-481E-AFD7-2A9FB0847F54}" dt="2025-12-01T19:26:53.960" v="5876" actId="20577"/>
        <pc:sldMkLst>
          <pc:docMk/>
          <pc:sldMk cId="1772995306" sldId="357"/>
        </pc:sldMkLst>
        <pc:spChg chg="mod">
          <ac:chgData name="Michael Hill" userId="41dba03d-e58d-4389-9894-554c10310ba4" providerId="ADAL" clId="{EF23FE1D-A042-481E-AFD7-2A9FB0847F54}" dt="2025-12-01T19:24:03.858" v="5559" actId="14100"/>
          <ac:spMkLst>
            <pc:docMk/>
            <pc:sldMk cId="1772995306" sldId="357"/>
            <ac:spMk id="5" creationId="{CFC3ABF1-4A05-B745-F967-5E1550A92360}"/>
          </ac:spMkLst>
        </pc:spChg>
        <pc:spChg chg="mod">
          <ac:chgData name="Michael Hill" userId="41dba03d-e58d-4389-9894-554c10310ba4" providerId="ADAL" clId="{EF23FE1D-A042-481E-AFD7-2A9FB0847F54}" dt="2025-12-01T19:26:53.960" v="5876" actId="20577"/>
          <ac:spMkLst>
            <pc:docMk/>
            <pc:sldMk cId="1772995306" sldId="357"/>
            <ac:spMk id="8" creationId="{BCC8E40C-0C25-4330-1C06-388702BEEE2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C: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CASE STUDY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890905" y="2714847"/>
            <a:ext cx="4096073" cy="116091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C-8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3602183" y="3657853"/>
            <a:ext cx="6032988" cy="94586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CHALLENGES FACED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516539" cy="2255680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and a way to write code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77431" y="938421"/>
            <a:ext cx="5121637" cy="5391671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Short vocab quiz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Technical Challenges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Operational Challenges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Human &amp; Cultural Challenges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Regulatory, Legal, Compliance Challenges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474132"/>
            <a:ext cx="2903431" cy="928577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733476" y="1244357"/>
            <a:ext cx="9066029" cy="3830500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QUIZ TIME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QUIZ?!?!?!?!?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C10AE4-FB86-12C8-63FD-1A894A75B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F08845E-70A9-CF3F-EB9C-C2F469DDEF2A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A2CE50E-1D08-60D2-1A47-0554080C602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F325A4C-5EF4-8E55-DABA-3AE5C7BA129A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C9A6BA-DBB3-3663-566B-C9645458AD1B}"/>
              </a:ext>
            </a:extLst>
          </p:cNvPr>
          <p:cNvSpPr/>
          <p:nvPr/>
        </p:nvSpPr>
        <p:spPr>
          <a:xfrm>
            <a:off x="825243" y="1339273"/>
            <a:ext cx="10296411" cy="533167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makes cybersecurity testing so difficult in a healthcare environment?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74DF84-9B42-4579-F69C-B77567ADF987}"/>
              </a:ext>
            </a:extLst>
          </p:cNvPr>
          <p:cNvSpPr/>
          <p:nvPr/>
        </p:nvSpPr>
        <p:spPr>
          <a:xfrm>
            <a:off x="-863502" y="175640"/>
            <a:ext cx="10832524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WHY IS TESTING A HOSPITAL DIFFERENT?</a:t>
            </a:r>
          </a:p>
        </p:txBody>
      </p:sp>
    </p:spTree>
    <p:extLst>
      <p:ext uri="{BB962C8B-B14F-4D97-AF65-F5344CB8AC3E}">
        <p14:creationId xmlns:p14="http://schemas.microsoft.com/office/powerpoint/2010/main" val="2339566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A53B93-F9E6-CEC1-FF07-25BD106D0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926B894-7B1E-E07D-5010-CBB825D76BE8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2EB7D11-C2D2-5B22-C0B8-E0D9C044370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4F4CD9B-50CE-984E-CA95-922BB1F37895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C589DC-BFAD-2503-EA1A-F54E90B362E9}"/>
              </a:ext>
            </a:extLst>
          </p:cNvPr>
          <p:cNvSpPr/>
          <p:nvPr/>
        </p:nvSpPr>
        <p:spPr>
          <a:xfrm>
            <a:off x="825243" y="1339273"/>
            <a:ext cx="10296411" cy="533167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Systems </a:t>
            </a:r>
            <a:r>
              <a:rPr lang="en-US" sz="2800" i="1" dirty="0">
                <a:solidFill>
                  <a:schemeClr val="bg1"/>
                </a:solidFill>
                <a:latin typeface="Bahnschrift" panose="020B0502040204020203" pitchFamily="34" charset="0"/>
              </a:rPr>
              <a:t>must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stay online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Patient safety is high stakes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Legacy devices may be old or outdated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Lots of regulation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is very sensitive 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Budget might not be very large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These pressures create real challenges, even when we perfectly follow PTES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F186DE-E30F-771E-87C7-F60FCCB08FA4}"/>
              </a:ext>
            </a:extLst>
          </p:cNvPr>
          <p:cNvSpPr/>
          <p:nvPr/>
        </p:nvSpPr>
        <p:spPr>
          <a:xfrm>
            <a:off x="-863502" y="175640"/>
            <a:ext cx="10832524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WHY IS TESTING A HOSPITAL DIFFERENT?</a:t>
            </a:r>
          </a:p>
        </p:txBody>
      </p:sp>
    </p:spTree>
    <p:extLst>
      <p:ext uri="{BB962C8B-B14F-4D97-AF65-F5344CB8AC3E}">
        <p14:creationId xmlns:p14="http://schemas.microsoft.com/office/powerpoint/2010/main" val="774587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7BD375-CA0E-801A-499B-A54791EF6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F405628-1452-F392-4351-85D469DC06F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D516ABA-8704-D643-612A-29C89C0E58E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01F7E41-B17E-8AC3-89B5-DF5C3B387422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FB9905-1606-ED0B-35D5-0CCF67C29D99}"/>
              </a:ext>
            </a:extLst>
          </p:cNvPr>
          <p:cNvSpPr/>
          <p:nvPr/>
        </p:nvSpPr>
        <p:spPr>
          <a:xfrm>
            <a:off x="825243" y="1339273"/>
            <a:ext cx="10296411" cy="533167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might be some technical challenges that we’d see in the hospital?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CFF794-7567-CA7E-2A4A-62621929E3B0}"/>
              </a:ext>
            </a:extLst>
          </p:cNvPr>
          <p:cNvSpPr/>
          <p:nvPr/>
        </p:nvSpPr>
        <p:spPr>
          <a:xfrm>
            <a:off x="-189732" y="187053"/>
            <a:ext cx="6707412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TECHNICAL CHALLENGES</a:t>
            </a:r>
          </a:p>
        </p:txBody>
      </p:sp>
    </p:spTree>
    <p:extLst>
      <p:ext uri="{BB962C8B-B14F-4D97-AF65-F5344CB8AC3E}">
        <p14:creationId xmlns:p14="http://schemas.microsoft.com/office/powerpoint/2010/main" val="1670282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7BEA28-9F53-3130-7468-C69A7682C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B9C9B2A2-3BF0-3A77-5215-BCDFBD8894F8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2DDE733-3999-C5E4-3CCE-A7384D9D1ED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3CB48C4-5F4B-DF12-10EF-CA6A5F127BD0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62A208-320F-045B-95F5-5F819AC4CA09}"/>
              </a:ext>
            </a:extLst>
          </p:cNvPr>
          <p:cNvSpPr/>
          <p:nvPr/>
        </p:nvSpPr>
        <p:spPr>
          <a:xfrm>
            <a:off x="825243" y="1339273"/>
            <a:ext cx="10296411" cy="533167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Some challenges: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Hospitals often rely on old, unsupported machines (legacy MRI controllers, Windows 7 computers)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Internet of Things medical devices often use proprietary or non-standard protocols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Some systems </a:t>
            </a:r>
            <a:r>
              <a:rPr lang="en-US" sz="2800" i="1" dirty="0">
                <a:solidFill>
                  <a:schemeClr val="bg1"/>
                </a:solidFill>
                <a:latin typeface="Bahnschrift" panose="020B0502040204020203" pitchFamily="34" charset="0"/>
              </a:rPr>
              <a:t>cannot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be rebooted or tested aggressively as patients rely on them 24/7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Updating software is difficult because downtime disrupts care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52636C-84AA-AD4F-622E-A6B60637D4C4}"/>
              </a:ext>
            </a:extLst>
          </p:cNvPr>
          <p:cNvSpPr/>
          <p:nvPr/>
        </p:nvSpPr>
        <p:spPr>
          <a:xfrm>
            <a:off x="-189732" y="187053"/>
            <a:ext cx="6707412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TECHNICAL CHALLENGES</a:t>
            </a:r>
          </a:p>
        </p:txBody>
      </p:sp>
    </p:spTree>
    <p:extLst>
      <p:ext uri="{BB962C8B-B14F-4D97-AF65-F5344CB8AC3E}">
        <p14:creationId xmlns:p14="http://schemas.microsoft.com/office/powerpoint/2010/main" val="4069024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AC23CE-8867-CC74-9D18-E18F889B8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5CACCCA-CC6F-29DE-44E4-61EC9DCCCE5B}"/>
              </a:ext>
            </a:extLst>
          </p:cNvPr>
          <p:cNvSpPr/>
          <p:nvPr/>
        </p:nvSpPr>
        <p:spPr>
          <a:xfrm>
            <a:off x="4842936" y="4560720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3B7156-3EE5-123C-7443-91339D429D6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65FCDB6-50B7-7821-B0A4-ACA657D2637A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2F5439-30B9-7A6A-DE87-055355D5FE29}"/>
              </a:ext>
            </a:extLst>
          </p:cNvPr>
          <p:cNvSpPr/>
          <p:nvPr/>
        </p:nvSpPr>
        <p:spPr>
          <a:xfrm>
            <a:off x="825244" y="1339273"/>
            <a:ext cx="4448026" cy="533167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Example: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radiology server can’t be restarted for updates because it would push back patient scans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BDA4EF-A254-BEC4-491B-CBED6C8F41A3}"/>
              </a:ext>
            </a:extLst>
          </p:cNvPr>
          <p:cNvSpPr/>
          <p:nvPr/>
        </p:nvSpPr>
        <p:spPr>
          <a:xfrm>
            <a:off x="-189732" y="187053"/>
            <a:ext cx="6707412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TECHNICAL CHALLENGES</a:t>
            </a:r>
          </a:p>
        </p:txBody>
      </p:sp>
      <p:pic>
        <p:nvPicPr>
          <p:cNvPr id="3" name="Picture 2" descr="A person and person looking at a mri scan&#10;&#10;AI-generated content may be incorrect.">
            <a:extLst>
              <a:ext uri="{FF2B5EF4-FFF2-40B4-BE49-F238E27FC236}">
                <a16:creationId xmlns:a16="http://schemas.microsoft.com/office/drawing/2014/main" id="{C965577E-8090-ABEB-0DF5-B231F807C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7680" y="1339273"/>
            <a:ext cx="4735379" cy="4735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707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A39579-26D7-5760-7EA3-82A589DE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BBD1F31-FC37-3805-6434-127EFFB70C3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EADBAA1-B480-1CFE-0B19-DBF571F9C67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526D34C-A62B-112D-17C5-FBD0B80AB603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1B1171-11B6-6CFD-B617-BD9D8B3D7B2B}"/>
              </a:ext>
            </a:extLst>
          </p:cNvPr>
          <p:cNvSpPr/>
          <p:nvPr/>
        </p:nvSpPr>
        <p:spPr>
          <a:xfrm>
            <a:off x="825243" y="1339273"/>
            <a:ext cx="10296411" cy="533167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this means for us: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Limits what tools we can use during scanning and exploitation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chemeClr val="bg1"/>
                </a:solidFill>
                <a:latin typeface="Bahnschrift" panose="020B0502040204020203" pitchFamily="34" charset="0"/>
              </a:rPr>
              <a:t>Heavy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reliance on simulations</a:t>
            </a:r>
            <a:endParaRPr lang="en-US" sz="2800" i="1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might be a problem in this situation?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Increased risks of unintended disruptions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C34399-5582-DFFA-67CB-5A78CB2B7C34}"/>
              </a:ext>
            </a:extLst>
          </p:cNvPr>
          <p:cNvSpPr/>
          <p:nvPr/>
        </p:nvSpPr>
        <p:spPr>
          <a:xfrm>
            <a:off x="-189732" y="187053"/>
            <a:ext cx="6707412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TECHNICAL CHALLENGES</a:t>
            </a:r>
          </a:p>
        </p:txBody>
      </p:sp>
    </p:spTree>
    <p:extLst>
      <p:ext uri="{BB962C8B-B14F-4D97-AF65-F5344CB8AC3E}">
        <p14:creationId xmlns:p14="http://schemas.microsoft.com/office/powerpoint/2010/main" val="968957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D6D5DB-82EA-8EA8-EFDE-9B4EB48F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B480B277-2AD8-C5A4-3A5E-691F07674444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9F4DFCD-58FA-E62A-7057-5CA2AD28839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6E2E62C-BDF7-D946-AC03-8D26CDC478E6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1A1514-46DA-8259-C212-0343B544E03F}"/>
              </a:ext>
            </a:extLst>
          </p:cNvPr>
          <p:cNvSpPr/>
          <p:nvPr/>
        </p:nvSpPr>
        <p:spPr>
          <a:xfrm>
            <a:off x="825244" y="1339273"/>
            <a:ext cx="6414330" cy="533167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Hospitals are always in operation, no time to test after hours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When hospitals aren’t in operation, the windows are generally tiny and at night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Staff are often overworked and not trained well enough (technology wise)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Departments may be ‘siloed’ – meaning that the hospital’s IT might be spread between departments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8F189B-C4A6-0698-1CCE-349325271CA5}"/>
              </a:ext>
            </a:extLst>
          </p:cNvPr>
          <p:cNvSpPr/>
          <p:nvPr/>
        </p:nvSpPr>
        <p:spPr>
          <a:xfrm>
            <a:off x="-339428" y="187053"/>
            <a:ext cx="7641864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OPERATIONAL CHALLENGES</a:t>
            </a:r>
          </a:p>
        </p:txBody>
      </p:sp>
      <p:pic>
        <p:nvPicPr>
          <p:cNvPr id="3" name="Picture 2" descr="A large silos in a farm&#10;&#10;AI-generated content may be incorrect.">
            <a:extLst>
              <a:ext uri="{FF2B5EF4-FFF2-40B4-BE49-F238E27FC236}">
                <a16:creationId xmlns:a16="http://schemas.microsoft.com/office/drawing/2014/main" id="{5DC91A93-EADF-0F9F-D659-D9ED23D20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888" y="1203253"/>
            <a:ext cx="4220126" cy="502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83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284024-65AA-9241-9595-D1D443D82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BF4C9343-931C-9E40-F91E-0BCAE7BB8A23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C241749-92DC-8C18-451C-0E708AFF8A9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04E6C13-75D9-570A-310C-EE6A410B910B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4748AA-7D2C-A26F-C4C9-0EED29148B2D}"/>
              </a:ext>
            </a:extLst>
          </p:cNvPr>
          <p:cNvSpPr/>
          <p:nvPr/>
        </p:nvSpPr>
        <p:spPr>
          <a:xfrm>
            <a:off x="804618" y="1339273"/>
            <a:ext cx="4069890" cy="533167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Example: the only good time to test is between 1-3AM on Sundays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limits scan depth as well as being inconvenient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0D2AA0-7216-8DC7-D991-004319A35239}"/>
              </a:ext>
            </a:extLst>
          </p:cNvPr>
          <p:cNvSpPr/>
          <p:nvPr/>
        </p:nvSpPr>
        <p:spPr>
          <a:xfrm>
            <a:off x="-339428" y="187053"/>
            <a:ext cx="7641864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OPERATIONAL CHALLENGES</a:t>
            </a:r>
          </a:p>
        </p:txBody>
      </p:sp>
      <p:pic>
        <p:nvPicPr>
          <p:cNvPr id="10" name="Picture 9" descr="Cartoon characters sleeping in bed&#10;&#10;AI-generated content may be incorrect.">
            <a:extLst>
              <a:ext uri="{FF2B5EF4-FFF2-40B4-BE49-F238E27FC236}">
                <a16:creationId xmlns:a16="http://schemas.microsoft.com/office/drawing/2014/main" id="{1DE991D4-F29D-E146-C6C1-80ED6E327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4721" y="2269241"/>
            <a:ext cx="6011219" cy="3381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876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BCAF09-F9DA-1C96-D702-AA94D742A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060D10A3-6CCD-90AA-71ED-AC7F3C52D143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410040E-576C-6288-DEDF-0C21DE2F44E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1CDAB0F-C192-A5C3-2C53-BD12624C9F03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897F6E-5EF7-FE5F-073C-0890BC016B19}"/>
              </a:ext>
            </a:extLst>
          </p:cNvPr>
          <p:cNvSpPr/>
          <p:nvPr/>
        </p:nvSpPr>
        <p:spPr>
          <a:xfrm>
            <a:off x="825244" y="1339273"/>
            <a:ext cx="10333186" cy="533167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this means for us: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phase 1 (pre-engagement interactions) we must negotiate schedules with the hospital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Intelligence gathering and exploitation must minimize network traffic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Reporting must be realistic about our knowledge of the hospital’s constraints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92BBDE-A1BB-FD3D-A53F-F6A20BF36F8F}"/>
              </a:ext>
            </a:extLst>
          </p:cNvPr>
          <p:cNvSpPr/>
          <p:nvPr/>
        </p:nvSpPr>
        <p:spPr>
          <a:xfrm>
            <a:off x="-339428" y="187053"/>
            <a:ext cx="7641864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OPERATIONAL CHALLENGES</a:t>
            </a:r>
          </a:p>
        </p:txBody>
      </p:sp>
    </p:spTree>
    <p:extLst>
      <p:ext uri="{BB962C8B-B14F-4D97-AF65-F5344CB8AC3E}">
        <p14:creationId xmlns:p14="http://schemas.microsoft.com/office/powerpoint/2010/main" val="2917249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88C06E-5D0E-37F4-DED6-FFD2C791C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26936FC2-472B-F67C-EE75-883ED54AEBED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232D8D0-881B-05C9-A522-8863A7A14FA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CD9F1B6-94D9-746F-36D7-2CD9975269E1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3DB97E-D261-35FB-6CFE-6F1BC1EB4ED7}"/>
              </a:ext>
            </a:extLst>
          </p:cNvPr>
          <p:cNvSpPr/>
          <p:nvPr/>
        </p:nvSpPr>
        <p:spPr>
          <a:xfrm>
            <a:off x="825244" y="1339273"/>
            <a:ext cx="10333186" cy="533167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Challenges: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Doctors &amp; nurses often see security as a </a:t>
            </a:r>
            <a:r>
              <a:rPr lang="en-US" sz="2800" i="1" dirty="0">
                <a:solidFill>
                  <a:schemeClr val="bg1"/>
                </a:solidFill>
                <a:latin typeface="Bahnschrift" panose="020B0502040204020203" pitchFamily="34" charset="0"/>
              </a:rPr>
              <a:t>barrier,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not a priority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People may resist security protocols that slow them down (password policies, MFA)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Staff may engage in unsafe shortcuts (sharing logins, sticky notes with passwords on them)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Social engineering risk is high because healthcare workers are trained to be helpful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FE7DC1-89E3-3802-44DB-D9709E4D8811}"/>
              </a:ext>
            </a:extLst>
          </p:cNvPr>
          <p:cNvSpPr/>
          <p:nvPr/>
        </p:nvSpPr>
        <p:spPr>
          <a:xfrm>
            <a:off x="-593810" y="175640"/>
            <a:ext cx="9215296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HUMAN &amp; CULTURAL CHALLENGES</a:t>
            </a:r>
          </a:p>
        </p:txBody>
      </p:sp>
    </p:spTree>
    <p:extLst>
      <p:ext uri="{BB962C8B-B14F-4D97-AF65-F5344CB8AC3E}">
        <p14:creationId xmlns:p14="http://schemas.microsoft.com/office/powerpoint/2010/main" val="4069162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6AC64C-C4A6-8D2E-1B24-C9161DFA2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1A3D721-13F8-A1C8-D6FE-C938DF42254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33C983C-D04F-245F-26D0-15FF204C399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1A5FD04-CF9A-2093-4563-52006D72EE2E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F934E1-B3F0-BA56-D710-819917C6CA57}"/>
              </a:ext>
            </a:extLst>
          </p:cNvPr>
          <p:cNvSpPr/>
          <p:nvPr/>
        </p:nvSpPr>
        <p:spPr>
          <a:xfrm>
            <a:off x="825244" y="1339273"/>
            <a:ext cx="10752573" cy="1548306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Example: a nurse quickly shares their login with a trainee “just to get through the morning rounds”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2F7FCB-BE97-EF86-6B26-92F4F19E40DB}"/>
              </a:ext>
            </a:extLst>
          </p:cNvPr>
          <p:cNvSpPr/>
          <p:nvPr/>
        </p:nvSpPr>
        <p:spPr>
          <a:xfrm>
            <a:off x="-593810" y="175640"/>
            <a:ext cx="9215296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HUMAN &amp; CULTURAL CHALLENGES</a:t>
            </a:r>
          </a:p>
        </p:txBody>
      </p:sp>
      <p:pic>
        <p:nvPicPr>
          <p:cNvPr id="3" name="Picture 2" descr="A group of people in medical scrubs&#10;&#10;AI-generated content may be incorrect.">
            <a:extLst>
              <a:ext uri="{FF2B5EF4-FFF2-40B4-BE49-F238E27FC236}">
                <a16:creationId xmlns:a16="http://schemas.microsoft.com/office/drawing/2014/main" id="{7F21222C-C7D3-2C0A-5FA2-E44E6AA5D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534" y="3429000"/>
            <a:ext cx="6199068" cy="2903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073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F1B8C6-2133-6527-78B8-A9DC65479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C705C55B-9706-9462-8419-8D0CBCA724D4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2F2FF4E-B49A-FAC2-E862-22663DEDEEB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4E601F5-45AE-CA31-F3D2-28C8948600A3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6F4128-2A5F-81B4-FEA5-9813B240B0B0}"/>
              </a:ext>
            </a:extLst>
          </p:cNvPr>
          <p:cNvSpPr/>
          <p:nvPr/>
        </p:nvSpPr>
        <p:spPr>
          <a:xfrm>
            <a:off x="825244" y="1339272"/>
            <a:ext cx="5554930" cy="5027151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this means for us: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Threat modelling must account for insider mistakes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Post-exploitation risk assessment must consider human error risks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Reporting must include recommendations for workplace culture changes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91C9A7-F81B-D267-53F2-5E149E3315D5}"/>
              </a:ext>
            </a:extLst>
          </p:cNvPr>
          <p:cNvSpPr/>
          <p:nvPr/>
        </p:nvSpPr>
        <p:spPr>
          <a:xfrm>
            <a:off x="-593810" y="175640"/>
            <a:ext cx="9215296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HUMAN &amp; CULTURAL CHALLENGES</a:t>
            </a:r>
          </a:p>
        </p:txBody>
      </p:sp>
      <p:pic>
        <p:nvPicPr>
          <p:cNvPr id="4" name="Picture 3" descr="A group of people sitting around a table with a sign on it&#10;&#10;AI-generated content may be incorrect.">
            <a:extLst>
              <a:ext uri="{FF2B5EF4-FFF2-40B4-BE49-F238E27FC236}">
                <a16:creationId xmlns:a16="http://schemas.microsoft.com/office/drawing/2014/main" id="{CDE80643-D74B-655B-0E9D-391806029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774" y="2261937"/>
            <a:ext cx="4455479" cy="333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413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34075A-5005-88A4-0F62-3A77C6921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BBD2881B-6FE5-1B99-7D73-B75580A39CCC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BA4B3FE-315C-BD27-7F49-3212FD19C23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BA80365-927B-5B4E-7A63-19D303F235C9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89D6A9-B29C-0BEA-D5AC-8AC832B170A8}"/>
              </a:ext>
            </a:extLst>
          </p:cNvPr>
          <p:cNvSpPr/>
          <p:nvPr/>
        </p:nvSpPr>
        <p:spPr>
          <a:xfrm>
            <a:off x="825244" y="1339272"/>
            <a:ext cx="10436314" cy="5027151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Hospitals are legally required to protect Personal Health Information (PHI) under HIPPA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Testing must be extremely well documented to avoid liability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Any disruption to medical services we can be sued for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Vendors of machines may not allow third party probing of their devices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FBE1DB-06AB-6BCE-1AEA-FFF80FC703AE}"/>
              </a:ext>
            </a:extLst>
          </p:cNvPr>
          <p:cNvSpPr/>
          <p:nvPr/>
        </p:nvSpPr>
        <p:spPr>
          <a:xfrm>
            <a:off x="-1104949" y="175640"/>
            <a:ext cx="12687266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Bahnschrift SemiBold" panose="020B0502040204020203" pitchFamily="34" charset="0"/>
              </a:rPr>
              <a:t>REGULATORY, LEGAL, &amp; COMPLIANCE CHALLENGES</a:t>
            </a:r>
          </a:p>
        </p:txBody>
      </p:sp>
    </p:spTree>
    <p:extLst>
      <p:ext uri="{BB962C8B-B14F-4D97-AF65-F5344CB8AC3E}">
        <p14:creationId xmlns:p14="http://schemas.microsoft.com/office/powerpoint/2010/main" val="979282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E1B4BA-5E5E-991A-7E5A-87331A08F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05496410-7135-E323-F84F-3A02A070F1FA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1DD50BC-00B5-BEFC-9E06-FA556D9FE15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8F289E3-D63E-8BD7-F764-A861C5837DE3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7716F7-8A23-B0F6-1F85-71204C65B9E1}"/>
              </a:ext>
            </a:extLst>
          </p:cNvPr>
          <p:cNvSpPr/>
          <p:nvPr/>
        </p:nvSpPr>
        <p:spPr>
          <a:xfrm>
            <a:off x="825244" y="1339272"/>
            <a:ext cx="4090515" cy="5027151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Example: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vendor refuses to allow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CyberHealth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Security to scan an anesthesia machine, limiting the coverage of our network scan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A5EA7C-8B75-1875-C01A-748012D5C07D}"/>
              </a:ext>
            </a:extLst>
          </p:cNvPr>
          <p:cNvSpPr/>
          <p:nvPr/>
        </p:nvSpPr>
        <p:spPr>
          <a:xfrm>
            <a:off x="-1104949" y="175640"/>
            <a:ext cx="12687266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Bahnschrift SemiBold" panose="020B0502040204020203" pitchFamily="34" charset="0"/>
              </a:rPr>
              <a:t>REGULATORY, LEGAL, &amp; COMPLIANCE CHALLENGES</a:t>
            </a:r>
          </a:p>
        </p:txBody>
      </p:sp>
      <p:pic>
        <p:nvPicPr>
          <p:cNvPr id="3" name="Picture 2" descr="A medical equipment on wheels&#10;&#10;AI-generated content may be incorrect.">
            <a:extLst>
              <a:ext uri="{FF2B5EF4-FFF2-40B4-BE49-F238E27FC236}">
                <a16:creationId xmlns:a16="http://schemas.microsoft.com/office/drawing/2014/main" id="{59A695DE-9D7A-497D-3773-4C0227FAD4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712" y="1538422"/>
            <a:ext cx="3900245" cy="456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3617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5141E1-3613-0B24-8992-4CC339A25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19A011C8-981B-E2F5-2C97-ED020A937E41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27D674D-D75D-8E3F-3040-F9AD76B2E80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6EB7597-458C-5B81-1823-EABDE405EA93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816DC7-34B6-B54C-350C-A439FFE9B355}"/>
              </a:ext>
            </a:extLst>
          </p:cNvPr>
          <p:cNvSpPr/>
          <p:nvPr/>
        </p:nvSpPr>
        <p:spPr>
          <a:xfrm>
            <a:off x="825244" y="1339272"/>
            <a:ext cx="4668031" cy="5027151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this means for us: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Pre-engagement contracts must reflect legal boundaries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Evidence gathering is somewhat restricted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Reports must be carefully phrased and contain no PHI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486CF5-8557-A9AE-DE8D-A4EBD40AC65D}"/>
              </a:ext>
            </a:extLst>
          </p:cNvPr>
          <p:cNvSpPr/>
          <p:nvPr/>
        </p:nvSpPr>
        <p:spPr>
          <a:xfrm>
            <a:off x="-1104949" y="175640"/>
            <a:ext cx="12687266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Bahnschrift SemiBold" panose="020B0502040204020203" pitchFamily="34" charset="0"/>
              </a:rPr>
              <a:t>REGULATORY, LEGAL, &amp; COMPLIANCE CHALLENGES</a:t>
            </a:r>
          </a:p>
        </p:txBody>
      </p:sp>
      <p:pic>
        <p:nvPicPr>
          <p:cNvPr id="3" name="Picture 2" descr="A fingerprint on a black background&#10;&#10;AI-generated content may be incorrect.">
            <a:extLst>
              <a:ext uri="{FF2B5EF4-FFF2-40B4-BE49-F238E27FC236}">
                <a16:creationId xmlns:a16="http://schemas.microsoft.com/office/drawing/2014/main" id="{4A0C10F1-B540-B8DE-100B-1B3EEB6CD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5830" y="593854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1357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3BDAB6-58C7-7F62-F6EC-B76F9DE06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2FE7771-C4EE-B925-7F2C-B89CE1F7A5E9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A6DCBC1-DC92-52F2-CA00-DFFA09DC9A6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6EBC8D4-BD91-BB53-1C98-531701403F08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237FB6-A35F-93AC-61E0-8C16F5F60190}"/>
              </a:ext>
            </a:extLst>
          </p:cNvPr>
          <p:cNvSpPr/>
          <p:nvPr/>
        </p:nvSpPr>
        <p:spPr>
          <a:xfrm>
            <a:off x="825244" y="1339272"/>
            <a:ext cx="5554930" cy="5027151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this means for us: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Threat modelling must account for insider mistakes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Post-exploitation risk assessment must consider human error risks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Reporting must include recommendations for workplace culture changes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9E9DC3-7BE6-8D0F-42D8-F3159D2F1D3D}"/>
              </a:ext>
            </a:extLst>
          </p:cNvPr>
          <p:cNvSpPr/>
          <p:nvPr/>
        </p:nvSpPr>
        <p:spPr>
          <a:xfrm>
            <a:off x="-593810" y="175640"/>
            <a:ext cx="9215296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HUMAN &amp; CULTURAL CHALLENGES</a:t>
            </a:r>
          </a:p>
        </p:txBody>
      </p:sp>
      <p:pic>
        <p:nvPicPr>
          <p:cNvPr id="4" name="Picture 3" descr="A group of people sitting around a table with a sign on it&#10;&#10;AI-generated content may be incorrect.">
            <a:extLst>
              <a:ext uri="{FF2B5EF4-FFF2-40B4-BE49-F238E27FC236}">
                <a16:creationId xmlns:a16="http://schemas.microsoft.com/office/drawing/2014/main" id="{B943CC5A-D4E7-FFED-F7D9-477325CEDF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774" y="2261937"/>
            <a:ext cx="4455479" cy="333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5052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52134A-BD33-88E2-EC75-28BA45591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288FC187-B160-D003-B32B-65C5DC8A07DD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586FD39-2C11-CA22-8469-51BFA354217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9B66E0B-AF9B-61C3-E7EE-BCE72F1AF50E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2C4BEC-9FB3-71D6-0BFF-314E67A6A921}"/>
              </a:ext>
            </a:extLst>
          </p:cNvPr>
          <p:cNvSpPr/>
          <p:nvPr/>
        </p:nvSpPr>
        <p:spPr>
          <a:xfrm>
            <a:off x="825244" y="1339272"/>
            <a:ext cx="10690696" cy="5027151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Pick one of the following difficulties and write down a challenge analysis matrix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No, you cannot just say it out loud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Legacy systems are in use at the hospital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Staff is resistant to using MFA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Testing windows are very limited at the hospital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Fill in the following info about the challenge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Why it occurs, how it affects PTES phases, risk to hospital, possible mitigation strategies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B63719-98E3-7F31-041D-B4F58DE9B319}"/>
              </a:ext>
            </a:extLst>
          </p:cNvPr>
          <p:cNvSpPr/>
          <p:nvPr/>
        </p:nvSpPr>
        <p:spPr>
          <a:xfrm>
            <a:off x="-380679" y="187053"/>
            <a:ext cx="8163392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CHALLENGE ANALYSIS MATRIX</a:t>
            </a:r>
          </a:p>
        </p:txBody>
      </p:sp>
    </p:spTree>
    <p:extLst>
      <p:ext uri="{BB962C8B-B14F-4D97-AF65-F5344CB8AC3E}">
        <p14:creationId xmlns:p14="http://schemas.microsoft.com/office/powerpoint/2010/main" val="16767787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04A88B-B3C9-6240-DB27-B308F5935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138D281E-D232-0AFD-9E9B-3EA13C5BACC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94B3E12-B851-6B53-2D56-60C75A0D27F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0C6D26E-E60F-C9CF-9410-ADD63604930C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E380AC-CD65-8737-628B-E8D0DC744FDC}"/>
              </a:ext>
            </a:extLst>
          </p:cNvPr>
          <p:cNvSpPr/>
          <p:nvPr/>
        </p:nvSpPr>
        <p:spPr>
          <a:xfrm>
            <a:off x="825244" y="1339272"/>
            <a:ext cx="10690696" cy="5027151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Because we cannot fully eliminate challenges, only manage them, we may implement some of the following common strategies for hospitals: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Zero Trust Architectures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Don’t trust any person at the hospital with everything, and have as much accountability as possible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Regular Patch Cycles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On a regular basis, check software for updates and patch them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7A589C-3F65-A41F-5A25-0DB2321C126F}"/>
              </a:ext>
            </a:extLst>
          </p:cNvPr>
          <p:cNvSpPr/>
          <p:nvPr/>
        </p:nvSpPr>
        <p:spPr>
          <a:xfrm>
            <a:off x="-380679" y="187053"/>
            <a:ext cx="7001485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STRATEGIC RESPONSES</a:t>
            </a:r>
          </a:p>
        </p:txBody>
      </p:sp>
    </p:spTree>
    <p:extLst>
      <p:ext uri="{BB962C8B-B14F-4D97-AF65-F5344CB8AC3E}">
        <p14:creationId xmlns:p14="http://schemas.microsoft.com/office/powerpoint/2010/main" val="9676226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7F5971-43B1-9C6B-9468-A2BF34873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C22D284C-23FE-A54D-8F08-0E7AEBA65E5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CF2C7BC-FA09-CAD3-E861-6F1CFEAE44A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2B31F00-DA4D-FB4C-D62B-13B8B4527ED9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17164B-9722-9533-CD42-A045B9389D5C}"/>
              </a:ext>
            </a:extLst>
          </p:cNvPr>
          <p:cNvSpPr/>
          <p:nvPr/>
        </p:nvSpPr>
        <p:spPr>
          <a:xfrm>
            <a:off x="825244" y="1339272"/>
            <a:ext cx="10690696" cy="5027151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Network Segmentation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Create virtual networks for different divisions of the hospital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Separate admin, tech, and emergency systems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Vendor Risk Assessments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Any technologies that the hospital purchases must be assessed for how risky it may be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Staff Training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Phishing simulations and other trainings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A897E5-8C87-472B-51DA-FC2B89AF7FD7}"/>
              </a:ext>
            </a:extLst>
          </p:cNvPr>
          <p:cNvSpPr/>
          <p:nvPr/>
        </p:nvSpPr>
        <p:spPr>
          <a:xfrm>
            <a:off x="-380679" y="187053"/>
            <a:ext cx="7001485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STRATEGIC RESPONSES</a:t>
            </a:r>
          </a:p>
        </p:txBody>
      </p:sp>
    </p:spTree>
    <p:extLst>
      <p:ext uri="{BB962C8B-B14F-4D97-AF65-F5344CB8AC3E}">
        <p14:creationId xmlns:p14="http://schemas.microsoft.com/office/powerpoint/2010/main" val="27328299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D0341D-6A68-E30B-CF01-3EA8FC895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31B97672-EFB3-B45F-EE1E-6C89C9860A4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ADD3A91-9BB4-22AE-5A30-CF79008D97F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341F650-6AC4-E244-0CA2-1794B0D6B17C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792E8B-400F-B6D4-F598-E4E10AF87E12}"/>
              </a:ext>
            </a:extLst>
          </p:cNvPr>
          <p:cNvSpPr/>
          <p:nvPr/>
        </p:nvSpPr>
        <p:spPr>
          <a:xfrm>
            <a:off x="825244" y="1339272"/>
            <a:ext cx="10690696" cy="5027151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PTES in and of itself helps to mitigate some of these challenges as well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Ensures safety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Reporting drives change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Threat modelling prioritizes resources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Post-exploitation reveals hidden risks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DC3C4A-36BF-3EA3-A53C-C35A40E87F01}"/>
              </a:ext>
            </a:extLst>
          </p:cNvPr>
          <p:cNvSpPr/>
          <p:nvPr/>
        </p:nvSpPr>
        <p:spPr>
          <a:xfrm>
            <a:off x="27890" y="73363"/>
            <a:ext cx="3251575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PTES’ ROLE</a:t>
            </a:r>
          </a:p>
        </p:txBody>
      </p:sp>
    </p:spTree>
    <p:extLst>
      <p:ext uri="{BB962C8B-B14F-4D97-AF65-F5344CB8AC3E}">
        <p14:creationId xmlns:p14="http://schemas.microsoft.com/office/powerpoint/2010/main" val="207114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A6EF05-0C99-1073-B6EC-475AAB710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04F582C3-F41C-481D-0455-D5AFA9330E44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E800D95-0C24-2E82-C9E5-56FCFE309BA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D604D51-E1D8-3905-C80E-A497EA0761BF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C8E40C-0C25-4330-1C06-388702BEEE2F}"/>
              </a:ext>
            </a:extLst>
          </p:cNvPr>
          <p:cNvSpPr/>
          <p:nvPr/>
        </p:nvSpPr>
        <p:spPr>
          <a:xfrm>
            <a:off x="825244" y="1339272"/>
            <a:ext cx="10690696" cy="5027151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Worksheet C-2 is up on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Github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and this one’s a helpful one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questions are in the same style as the DP exam questions from the case studies in previous years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Take care to try your best to answer these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you’re struggling with being able to answer them, </a:t>
            </a:r>
            <a:r>
              <a:rPr lang="en-US" sz="2800">
                <a:solidFill>
                  <a:schemeClr val="bg1"/>
                </a:solidFill>
                <a:latin typeface="Bahnschrift" panose="020B0502040204020203" pitchFamily="34" charset="0"/>
              </a:rPr>
              <a:t>come talk to me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C3ABF1-4A05-B745-F967-5E1550A92360}"/>
              </a:ext>
            </a:extLst>
          </p:cNvPr>
          <p:cNvSpPr/>
          <p:nvPr/>
        </p:nvSpPr>
        <p:spPr>
          <a:xfrm>
            <a:off x="27890" y="73363"/>
            <a:ext cx="2623161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WS C-2</a:t>
            </a:r>
          </a:p>
        </p:txBody>
      </p:sp>
    </p:spTree>
    <p:extLst>
      <p:ext uri="{BB962C8B-B14F-4D97-AF65-F5344CB8AC3E}">
        <p14:creationId xmlns:p14="http://schemas.microsoft.com/office/powerpoint/2010/main" val="1772995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19236</TotalTime>
  <Words>900</Words>
  <Application>Microsoft Office PowerPoint</Application>
  <PresentationFormat>Widescreen</PresentationFormat>
  <Paragraphs>118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11</cp:revision>
  <dcterms:created xsi:type="dcterms:W3CDTF">2025-08-11T14:07:39Z</dcterms:created>
  <dcterms:modified xsi:type="dcterms:W3CDTF">2025-12-01T19:26:54Z</dcterms:modified>
</cp:coreProperties>
</file>