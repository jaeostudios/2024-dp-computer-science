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09" r:id="rId5"/>
    <p:sldId id="321" r:id="rId6"/>
    <p:sldId id="310" r:id="rId7"/>
    <p:sldId id="311" r:id="rId8"/>
    <p:sldId id="312" r:id="rId9"/>
    <p:sldId id="322" r:id="rId10"/>
    <p:sldId id="323" r:id="rId11"/>
    <p:sldId id="324" r:id="rId12"/>
    <p:sldId id="325" r:id="rId13"/>
    <p:sldId id="326" r:id="rId14"/>
    <p:sldId id="327" r:id="rId15"/>
    <p:sldId id="328" r:id="rId16"/>
    <p:sldId id="329" r:id="rId17"/>
    <p:sldId id="330" r:id="rId18"/>
    <p:sldId id="331" r:id="rId19"/>
    <p:sldId id="332" r:id="rId20"/>
    <p:sldId id="333" r:id="rId21"/>
    <p:sldId id="334" r:id="rId22"/>
    <p:sldId id="335" r:id="rId23"/>
    <p:sldId id="32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3D32"/>
    <a:srgbClr val="785238"/>
    <a:srgbClr val="274F3F"/>
    <a:srgbClr val="326648"/>
    <a:srgbClr val="388049"/>
    <a:srgbClr val="2A4C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8E9E9-1667-495B-B429-A79FB7EB1594}" v="16" dt="2025-11-05T19:24:10.3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1992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">
      <pc:chgData name="Michael Hill" userId="41dba03d-e58d-4389-9894-554c10310ba4" providerId="ADAL" clId="{EF23FE1D-A042-481E-AFD7-2A9FB0847F54}" dt="2025-11-05T19:24:15.495" v="4999" actId="1076"/>
      <pc:docMkLst>
        <pc:docMk/>
      </pc:docMkLst>
      <pc:sldChg chg="modSp mod">
        <pc:chgData name="Michael Hill" userId="41dba03d-e58d-4389-9894-554c10310ba4" providerId="ADAL" clId="{EF23FE1D-A042-481E-AFD7-2A9FB0847F54}" dt="2025-11-05T18:25:10.917" v="53" actId="1076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5-11-05T18:24:50.133" v="1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5-11-05T18:25:10.917" v="53" actId="1076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5-11-05T18:27:04.864" v="310" actId="404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5-11-05T18:27:04.864" v="310" actId="404"/>
          <ac:spMkLst>
            <pc:docMk/>
            <pc:sldMk cId="854122100" sldId="257"/>
            <ac:spMk id="8" creationId="{4D7671A2-401B-58C3-4049-2F9F2E07BD91}"/>
          </ac:spMkLst>
        </pc:spChg>
      </pc:sldChg>
      <pc:sldChg chg="modSp mod">
        <pc:chgData name="Michael Hill" userId="41dba03d-e58d-4389-9894-554c10310ba4" providerId="ADAL" clId="{EF23FE1D-A042-481E-AFD7-2A9FB0847F54}" dt="2025-11-05T18:30:18.179" v="455" actId="20577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5-11-05T18:30:18.179" v="455" actId="20577"/>
          <ac:spMkLst>
            <pc:docMk/>
            <pc:sldMk cId="1910594286" sldId="258"/>
            <ac:spMk id="8" creationId="{9D3B4A7A-A70B-0C4A-C7FF-462ADF36D440}"/>
          </ac:spMkLst>
        </pc:spChg>
      </pc:sldChg>
      <pc:sldChg chg="del">
        <pc:chgData name="Michael Hill" userId="41dba03d-e58d-4389-9894-554c10310ba4" providerId="ADAL" clId="{EF23FE1D-A042-481E-AFD7-2A9FB0847F54}" dt="2025-11-05T19:05:30.723" v="3515" actId="47"/>
        <pc:sldMkLst>
          <pc:docMk/>
          <pc:sldMk cId="510623671" sldId="276"/>
        </pc:sldMkLst>
      </pc:sldChg>
      <pc:sldChg chg="modSp mod">
        <pc:chgData name="Michael Hill" userId="41dba03d-e58d-4389-9894-554c10310ba4" providerId="ADAL" clId="{EF23FE1D-A042-481E-AFD7-2A9FB0847F54}" dt="2025-11-05T18:32:12.665" v="661" actId="20577"/>
        <pc:sldMkLst>
          <pc:docMk/>
          <pc:sldMk cId="3412771528" sldId="309"/>
        </pc:sldMkLst>
        <pc:spChg chg="mod">
          <ac:chgData name="Michael Hill" userId="41dba03d-e58d-4389-9894-554c10310ba4" providerId="ADAL" clId="{EF23FE1D-A042-481E-AFD7-2A9FB0847F54}" dt="2025-11-05T18:32:12.665" v="661" actId="20577"/>
          <ac:spMkLst>
            <pc:docMk/>
            <pc:sldMk cId="3412771528" sldId="309"/>
            <ac:spMk id="8" creationId="{2982D69B-5E0C-ABCE-7B25-92F0C2847CE9}"/>
          </ac:spMkLst>
        </pc:spChg>
      </pc:sldChg>
      <pc:sldChg chg="addSp modSp mod modAnim">
        <pc:chgData name="Michael Hill" userId="41dba03d-e58d-4389-9894-554c10310ba4" providerId="ADAL" clId="{EF23FE1D-A042-481E-AFD7-2A9FB0847F54}" dt="2025-11-05T18:43:43.912" v="922" actId="1076"/>
        <pc:sldMkLst>
          <pc:docMk/>
          <pc:sldMk cId="1252509168" sldId="310"/>
        </pc:sldMkLst>
        <pc:spChg chg="mod">
          <ac:chgData name="Michael Hill" userId="41dba03d-e58d-4389-9894-554c10310ba4" providerId="ADAL" clId="{EF23FE1D-A042-481E-AFD7-2A9FB0847F54}" dt="2025-11-05T18:42:54.528" v="918" actId="1076"/>
          <ac:spMkLst>
            <pc:docMk/>
            <pc:sldMk cId="1252509168" sldId="310"/>
            <ac:spMk id="5" creationId="{15907E37-151A-274F-CC12-A8B9249D90EE}"/>
          </ac:spMkLst>
        </pc:spChg>
        <pc:spChg chg="mod">
          <ac:chgData name="Michael Hill" userId="41dba03d-e58d-4389-9894-554c10310ba4" providerId="ADAL" clId="{EF23FE1D-A042-481E-AFD7-2A9FB0847F54}" dt="2025-11-05T18:42:42.688" v="897" actId="6549"/>
          <ac:spMkLst>
            <pc:docMk/>
            <pc:sldMk cId="1252509168" sldId="310"/>
            <ac:spMk id="8" creationId="{4BBEBABC-01DD-AB36-AC4D-FD2BA184071C}"/>
          </ac:spMkLst>
        </pc:spChg>
        <pc:picChg chg="add mod">
          <ac:chgData name="Michael Hill" userId="41dba03d-e58d-4389-9894-554c10310ba4" providerId="ADAL" clId="{EF23FE1D-A042-481E-AFD7-2A9FB0847F54}" dt="2025-11-05T18:43:43.912" v="922" actId="1076"/>
          <ac:picMkLst>
            <pc:docMk/>
            <pc:sldMk cId="1252509168" sldId="310"/>
            <ac:picMk id="2" creationId="{B9BB1338-6DCC-B9C0-2963-8E36348FE586}"/>
          </ac:picMkLst>
        </pc:picChg>
      </pc:sldChg>
      <pc:sldChg chg="addSp delSp modSp mod">
        <pc:chgData name="Michael Hill" userId="41dba03d-e58d-4389-9894-554c10310ba4" providerId="ADAL" clId="{EF23FE1D-A042-481E-AFD7-2A9FB0847F54}" dt="2025-11-05T18:46:11.151" v="1121" actId="1076"/>
        <pc:sldMkLst>
          <pc:docMk/>
          <pc:sldMk cId="901421339" sldId="311"/>
        </pc:sldMkLst>
        <pc:spChg chg="mod">
          <ac:chgData name="Michael Hill" userId="41dba03d-e58d-4389-9894-554c10310ba4" providerId="ADAL" clId="{EF23FE1D-A042-481E-AFD7-2A9FB0847F54}" dt="2025-11-05T18:44:37.411" v="944" actId="20577"/>
          <ac:spMkLst>
            <pc:docMk/>
            <pc:sldMk cId="901421339" sldId="311"/>
            <ac:spMk id="5" creationId="{5E8819DE-B3B9-C144-46AC-3E3A9AD7949D}"/>
          </ac:spMkLst>
        </pc:spChg>
        <pc:spChg chg="mod">
          <ac:chgData name="Michael Hill" userId="41dba03d-e58d-4389-9894-554c10310ba4" providerId="ADAL" clId="{EF23FE1D-A042-481E-AFD7-2A9FB0847F54}" dt="2025-11-05T18:45:09.845" v="1116" actId="14100"/>
          <ac:spMkLst>
            <pc:docMk/>
            <pc:sldMk cId="901421339" sldId="311"/>
            <ac:spMk id="8" creationId="{C3266794-893A-B6A1-2D48-5375B94BF480}"/>
          </ac:spMkLst>
        </pc:spChg>
        <pc:picChg chg="add mod">
          <ac:chgData name="Michael Hill" userId="41dba03d-e58d-4389-9894-554c10310ba4" providerId="ADAL" clId="{EF23FE1D-A042-481E-AFD7-2A9FB0847F54}" dt="2025-11-05T18:46:11.151" v="1121" actId="1076"/>
          <ac:picMkLst>
            <pc:docMk/>
            <pc:sldMk cId="901421339" sldId="311"/>
            <ac:picMk id="3" creationId="{550910EA-3074-AF1F-B657-464002D9C167}"/>
          </ac:picMkLst>
        </pc:picChg>
        <pc:picChg chg="del">
          <ac:chgData name="Michael Hill" userId="41dba03d-e58d-4389-9894-554c10310ba4" providerId="ADAL" clId="{EF23FE1D-A042-481E-AFD7-2A9FB0847F54}" dt="2025-11-05T18:44:33.001" v="923" actId="478"/>
          <ac:picMkLst>
            <pc:docMk/>
            <pc:sldMk cId="901421339" sldId="311"/>
            <ac:picMk id="6" creationId="{23842942-27B2-DF8B-A750-DB64D5BC6931}"/>
          </ac:picMkLst>
        </pc:picChg>
      </pc:sldChg>
      <pc:sldChg chg="modSp mod">
        <pc:chgData name="Michael Hill" userId="41dba03d-e58d-4389-9894-554c10310ba4" providerId="ADAL" clId="{EF23FE1D-A042-481E-AFD7-2A9FB0847F54}" dt="2025-11-05T18:49:18.255" v="1402" actId="20577"/>
        <pc:sldMkLst>
          <pc:docMk/>
          <pc:sldMk cId="3700627873" sldId="312"/>
        </pc:sldMkLst>
        <pc:spChg chg="mod">
          <ac:chgData name="Michael Hill" userId="41dba03d-e58d-4389-9894-554c10310ba4" providerId="ADAL" clId="{EF23FE1D-A042-481E-AFD7-2A9FB0847F54}" dt="2025-11-05T18:47:29.785" v="1138" actId="14100"/>
          <ac:spMkLst>
            <pc:docMk/>
            <pc:sldMk cId="3700627873" sldId="312"/>
            <ac:spMk id="5" creationId="{6118528D-A228-E429-3F44-8928A670B668}"/>
          </ac:spMkLst>
        </pc:spChg>
        <pc:spChg chg="mod">
          <ac:chgData name="Michael Hill" userId="41dba03d-e58d-4389-9894-554c10310ba4" providerId="ADAL" clId="{EF23FE1D-A042-481E-AFD7-2A9FB0847F54}" dt="2025-11-05T18:49:18.255" v="1402" actId="20577"/>
          <ac:spMkLst>
            <pc:docMk/>
            <pc:sldMk cId="3700627873" sldId="312"/>
            <ac:spMk id="8" creationId="{15596C40-255D-AFE9-222F-CA6CB1264202}"/>
          </ac:spMkLst>
        </pc:spChg>
      </pc:sldChg>
      <pc:sldChg chg="del">
        <pc:chgData name="Michael Hill" userId="41dba03d-e58d-4389-9894-554c10310ba4" providerId="ADAL" clId="{EF23FE1D-A042-481E-AFD7-2A9FB0847F54}" dt="2025-11-05T19:05:30.723" v="3515" actId="47"/>
        <pc:sldMkLst>
          <pc:docMk/>
          <pc:sldMk cId="3080041126" sldId="313"/>
        </pc:sldMkLst>
      </pc:sldChg>
      <pc:sldChg chg="del">
        <pc:chgData name="Michael Hill" userId="41dba03d-e58d-4389-9894-554c10310ba4" providerId="ADAL" clId="{EF23FE1D-A042-481E-AFD7-2A9FB0847F54}" dt="2025-11-05T19:05:30.723" v="3515" actId="47"/>
        <pc:sldMkLst>
          <pc:docMk/>
          <pc:sldMk cId="2341200669" sldId="314"/>
        </pc:sldMkLst>
      </pc:sldChg>
      <pc:sldChg chg="del">
        <pc:chgData name="Michael Hill" userId="41dba03d-e58d-4389-9894-554c10310ba4" providerId="ADAL" clId="{EF23FE1D-A042-481E-AFD7-2A9FB0847F54}" dt="2025-11-05T19:05:30.723" v="3515" actId="47"/>
        <pc:sldMkLst>
          <pc:docMk/>
          <pc:sldMk cId="1061704575" sldId="315"/>
        </pc:sldMkLst>
      </pc:sldChg>
      <pc:sldChg chg="del">
        <pc:chgData name="Michael Hill" userId="41dba03d-e58d-4389-9894-554c10310ba4" providerId="ADAL" clId="{EF23FE1D-A042-481E-AFD7-2A9FB0847F54}" dt="2025-11-05T19:05:30.723" v="3515" actId="47"/>
        <pc:sldMkLst>
          <pc:docMk/>
          <pc:sldMk cId="2198859331" sldId="316"/>
        </pc:sldMkLst>
      </pc:sldChg>
      <pc:sldChg chg="del">
        <pc:chgData name="Michael Hill" userId="41dba03d-e58d-4389-9894-554c10310ba4" providerId="ADAL" clId="{EF23FE1D-A042-481E-AFD7-2A9FB0847F54}" dt="2025-11-05T19:05:30.723" v="3515" actId="47"/>
        <pc:sldMkLst>
          <pc:docMk/>
          <pc:sldMk cId="369610514" sldId="317"/>
        </pc:sldMkLst>
      </pc:sldChg>
      <pc:sldChg chg="del">
        <pc:chgData name="Michael Hill" userId="41dba03d-e58d-4389-9894-554c10310ba4" providerId="ADAL" clId="{EF23FE1D-A042-481E-AFD7-2A9FB0847F54}" dt="2025-11-05T19:05:30.723" v="3515" actId="47"/>
        <pc:sldMkLst>
          <pc:docMk/>
          <pc:sldMk cId="2335453099" sldId="318"/>
        </pc:sldMkLst>
      </pc:sldChg>
      <pc:sldChg chg="del">
        <pc:chgData name="Michael Hill" userId="41dba03d-e58d-4389-9894-554c10310ba4" providerId="ADAL" clId="{EF23FE1D-A042-481E-AFD7-2A9FB0847F54}" dt="2025-11-05T19:05:30.723" v="3515" actId="47"/>
        <pc:sldMkLst>
          <pc:docMk/>
          <pc:sldMk cId="834697846" sldId="319"/>
        </pc:sldMkLst>
      </pc:sldChg>
      <pc:sldChg chg="modSp add mod">
        <pc:chgData name="Michael Hill" userId="41dba03d-e58d-4389-9894-554c10310ba4" providerId="ADAL" clId="{EF23FE1D-A042-481E-AFD7-2A9FB0847F54}" dt="2025-11-05T18:34:56.591" v="894" actId="15"/>
        <pc:sldMkLst>
          <pc:docMk/>
          <pc:sldMk cId="3925268127" sldId="321"/>
        </pc:sldMkLst>
        <pc:spChg chg="mod">
          <ac:chgData name="Michael Hill" userId="41dba03d-e58d-4389-9894-554c10310ba4" providerId="ADAL" clId="{EF23FE1D-A042-481E-AFD7-2A9FB0847F54}" dt="2025-11-05T18:34:56.591" v="894" actId="15"/>
          <ac:spMkLst>
            <pc:docMk/>
            <pc:sldMk cId="3925268127" sldId="321"/>
            <ac:spMk id="8" creationId="{33F782DE-F8C1-45FA-7ED3-154AD74748E6}"/>
          </ac:spMkLst>
        </pc:spChg>
      </pc:sldChg>
      <pc:sldChg chg="modSp add mod">
        <pc:chgData name="Michael Hill" userId="41dba03d-e58d-4389-9894-554c10310ba4" providerId="ADAL" clId="{EF23FE1D-A042-481E-AFD7-2A9FB0847F54}" dt="2025-11-05T18:51:02.354" v="1709" actId="20577"/>
        <pc:sldMkLst>
          <pc:docMk/>
          <pc:sldMk cId="3174332649" sldId="322"/>
        </pc:sldMkLst>
        <pc:spChg chg="mod">
          <ac:chgData name="Michael Hill" userId="41dba03d-e58d-4389-9894-554c10310ba4" providerId="ADAL" clId="{EF23FE1D-A042-481E-AFD7-2A9FB0847F54}" dt="2025-11-05T18:49:34.423" v="1438" actId="1076"/>
          <ac:spMkLst>
            <pc:docMk/>
            <pc:sldMk cId="3174332649" sldId="322"/>
            <ac:spMk id="5" creationId="{56ED495F-8745-2DFD-75CA-E728F85BD8B4}"/>
          </ac:spMkLst>
        </pc:spChg>
        <pc:spChg chg="mod">
          <ac:chgData name="Michael Hill" userId="41dba03d-e58d-4389-9894-554c10310ba4" providerId="ADAL" clId="{EF23FE1D-A042-481E-AFD7-2A9FB0847F54}" dt="2025-11-05T18:51:02.354" v="1709" actId="20577"/>
          <ac:spMkLst>
            <pc:docMk/>
            <pc:sldMk cId="3174332649" sldId="322"/>
            <ac:spMk id="8" creationId="{405E4154-0579-057B-CE53-99789B3263EC}"/>
          </ac:spMkLst>
        </pc:spChg>
      </pc:sldChg>
      <pc:sldChg chg="modSp add mod">
        <pc:chgData name="Michael Hill" userId="41dba03d-e58d-4389-9894-554c10310ba4" providerId="ADAL" clId="{EF23FE1D-A042-481E-AFD7-2A9FB0847F54}" dt="2025-11-05T18:52:12.629" v="1974" actId="20577"/>
        <pc:sldMkLst>
          <pc:docMk/>
          <pc:sldMk cId="3150480892" sldId="323"/>
        </pc:sldMkLst>
        <pc:spChg chg="mod">
          <ac:chgData name="Michael Hill" userId="41dba03d-e58d-4389-9894-554c10310ba4" providerId="ADAL" clId="{EF23FE1D-A042-481E-AFD7-2A9FB0847F54}" dt="2025-11-05T18:51:13.298" v="1742" actId="14100"/>
          <ac:spMkLst>
            <pc:docMk/>
            <pc:sldMk cId="3150480892" sldId="323"/>
            <ac:spMk id="5" creationId="{64BAFAAD-1AC7-5819-9CE4-D96ADF278F38}"/>
          </ac:spMkLst>
        </pc:spChg>
        <pc:spChg chg="mod">
          <ac:chgData name="Michael Hill" userId="41dba03d-e58d-4389-9894-554c10310ba4" providerId="ADAL" clId="{EF23FE1D-A042-481E-AFD7-2A9FB0847F54}" dt="2025-11-05T18:52:12.629" v="1974" actId="20577"/>
          <ac:spMkLst>
            <pc:docMk/>
            <pc:sldMk cId="3150480892" sldId="323"/>
            <ac:spMk id="8" creationId="{E3695BD9-6080-A7D3-477F-62EA7DA86C94}"/>
          </ac:spMkLst>
        </pc:spChg>
      </pc:sldChg>
      <pc:sldChg chg="addSp modSp add mod">
        <pc:chgData name="Michael Hill" userId="41dba03d-e58d-4389-9894-554c10310ba4" providerId="ADAL" clId="{EF23FE1D-A042-481E-AFD7-2A9FB0847F54}" dt="2025-11-05T18:56:41.079" v="2438" actId="1076"/>
        <pc:sldMkLst>
          <pc:docMk/>
          <pc:sldMk cId="2549345765" sldId="324"/>
        </pc:sldMkLst>
        <pc:spChg chg="mod">
          <ac:chgData name="Michael Hill" userId="41dba03d-e58d-4389-9894-554c10310ba4" providerId="ADAL" clId="{EF23FE1D-A042-481E-AFD7-2A9FB0847F54}" dt="2025-11-05T18:52:32.581" v="2002" actId="1076"/>
          <ac:spMkLst>
            <pc:docMk/>
            <pc:sldMk cId="2549345765" sldId="324"/>
            <ac:spMk id="5" creationId="{8D02E1C6-72CB-15B8-6DDA-3871EE4075C4}"/>
          </ac:spMkLst>
        </pc:spChg>
        <pc:spChg chg="mod">
          <ac:chgData name="Michael Hill" userId="41dba03d-e58d-4389-9894-554c10310ba4" providerId="ADAL" clId="{EF23FE1D-A042-481E-AFD7-2A9FB0847F54}" dt="2025-11-05T18:56:36.501" v="2436" actId="14100"/>
          <ac:spMkLst>
            <pc:docMk/>
            <pc:sldMk cId="2549345765" sldId="324"/>
            <ac:spMk id="8" creationId="{12E9ED72-7C12-9D3B-5143-63D4FB715F99}"/>
          </ac:spMkLst>
        </pc:spChg>
        <pc:spChg chg="mod">
          <ac:chgData name="Michael Hill" userId="41dba03d-e58d-4389-9894-554c10310ba4" providerId="ADAL" clId="{EF23FE1D-A042-481E-AFD7-2A9FB0847F54}" dt="2025-11-05T18:55:42.506" v="2421" actId="208"/>
          <ac:spMkLst>
            <pc:docMk/>
            <pc:sldMk cId="2549345765" sldId="324"/>
            <ac:spMk id="12" creationId="{FB9D1A58-9B08-2795-386E-284E2DFF539C}"/>
          </ac:spMkLst>
        </pc:spChg>
        <pc:picChg chg="add mod">
          <ac:chgData name="Michael Hill" userId="41dba03d-e58d-4389-9894-554c10310ba4" providerId="ADAL" clId="{EF23FE1D-A042-481E-AFD7-2A9FB0847F54}" dt="2025-11-05T18:56:41.079" v="2438" actId="1076"/>
          <ac:picMkLst>
            <pc:docMk/>
            <pc:sldMk cId="2549345765" sldId="324"/>
            <ac:picMk id="3" creationId="{1471DD53-A1C9-6362-83B7-D8EFD7E002B7}"/>
          </ac:picMkLst>
        </pc:picChg>
      </pc:sldChg>
      <pc:sldChg chg="addSp delSp modSp add mod">
        <pc:chgData name="Michael Hill" userId="41dba03d-e58d-4389-9894-554c10310ba4" providerId="ADAL" clId="{EF23FE1D-A042-481E-AFD7-2A9FB0847F54}" dt="2025-11-05T18:57:26.755" v="2473"/>
        <pc:sldMkLst>
          <pc:docMk/>
          <pc:sldMk cId="1216921183" sldId="325"/>
        </pc:sldMkLst>
        <pc:spChg chg="add del">
          <ac:chgData name="Michael Hill" userId="41dba03d-e58d-4389-9894-554c10310ba4" providerId="ADAL" clId="{EF23FE1D-A042-481E-AFD7-2A9FB0847F54}" dt="2025-11-05T18:56:43.011" v="2440" actId="22"/>
          <ac:spMkLst>
            <pc:docMk/>
            <pc:sldMk cId="1216921183" sldId="325"/>
            <ac:spMk id="6" creationId="{FCE2DB8F-2F90-74D4-6EBE-6FFD0A5DA288}"/>
          </ac:spMkLst>
        </pc:spChg>
        <pc:spChg chg="mod">
          <ac:chgData name="Michael Hill" userId="41dba03d-e58d-4389-9894-554c10310ba4" providerId="ADAL" clId="{EF23FE1D-A042-481E-AFD7-2A9FB0847F54}" dt="2025-11-05T18:57:18.816" v="2471" actId="14100"/>
          <ac:spMkLst>
            <pc:docMk/>
            <pc:sldMk cId="1216921183" sldId="325"/>
            <ac:spMk id="8" creationId="{270BB194-CE4E-250F-9995-189706955F02}"/>
          </ac:spMkLst>
        </pc:spChg>
        <pc:spChg chg="add mod">
          <ac:chgData name="Michael Hill" userId="41dba03d-e58d-4389-9894-554c10310ba4" providerId="ADAL" clId="{EF23FE1D-A042-481E-AFD7-2A9FB0847F54}" dt="2025-11-05T18:57:26.755" v="2473"/>
          <ac:spMkLst>
            <pc:docMk/>
            <pc:sldMk cId="1216921183" sldId="325"/>
            <ac:spMk id="10" creationId="{EC92E746-4A88-A3FF-99C0-8B4C432640E2}"/>
          </ac:spMkLst>
        </pc:spChg>
        <pc:picChg chg="add mod">
          <ac:chgData name="Michael Hill" userId="41dba03d-e58d-4389-9894-554c10310ba4" providerId="ADAL" clId="{EF23FE1D-A042-481E-AFD7-2A9FB0847F54}" dt="2025-11-05T18:57:00.264" v="2450" actId="1076"/>
          <ac:picMkLst>
            <pc:docMk/>
            <pc:sldMk cId="1216921183" sldId="325"/>
            <ac:picMk id="3" creationId="{B04CE121-A30A-E60B-1FB7-E0DC847EC8E7}"/>
          </ac:picMkLst>
        </pc:picChg>
      </pc:sldChg>
      <pc:sldChg chg="addSp delSp modSp add mod">
        <pc:chgData name="Michael Hill" userId="41dba03d-e58d-4389-9894-554c10310ba4" providerId="ADAL" clId="{EF23FE1D-A042-481E-AFD7-2A9FB0847F54}" dt="2025-11-05T18:58:27.186" v="2669" actId="1076"/>
        <pc:sldMkLst>
          <pc:docMk/>
          <pc:sldMk cId="2895947869" sldId="326"/>
        </pc:sldMkLst>
        <pc:spChg chg="mod">
          <ac:chgData name="Michael Hill" userId="41dba03d-e58d-4389-9894-554c10310ba4" providerId="ADAL" clId="{EF23FE1D-A042-481E-AFD7-2A9FB0847F54}" dt="2025-11-05T18:57:36.595" v="2502" actId="14100"/>
          <ac:spMkLst>
            <pc:docMk/>
            <pc:sldMk cId="2895947869" sldId="326"/>
            <ac:spMk id="5" creationId="{666A7158-7601-B460-1849-469B0341C529}"/>
          </ac:spMkLst>
        </pc:spChg>
        <pc:spChg chg="mod">
          <ac:chgData name="Michael Hill" userId="41dba03d-e58d-4389-9894-554c10310ba4" providerId="ADAL" clId="{EF23FE1D-A042-481E-AFD7-2A9FB0847F54}" dt="2025-11-05T18:58:11.449" v="2663" actId="14100"/>
          <ac:spMkLst>
            <pc:docMk/>
            <pc:sldMk cId="2895947869" sldId="326"/>
            <ac:spMk id="8" creationId="{8B123B34-70D2-A769-31C2-17D2C9E602A7}"/>
          </ac:spMkLst>
        </pc:spChg>
        <pc:picChg chg="del">
          <ac:chgData name="Michael Hill" userId="41dba03d-e58d-4389-9894-554c10310ba4" providerId="ADAL" clId="{EF23FE1D-A042-481E-AFD7-2A9FB0847F54}" dt="2025-11-05T18:58:09.135" v="2662" actId="478"/>
          <ac:picMkLst>
            <pc:docMk/>
            <pc:sldMk cId="2895947869" sldId="326"/>
            <ac:picMk id="3" creationId="{473E25A4-2BD4-0960-BDCE-1286B966F4D4}"/>
          </ac:picMkLst>
        </pc:picChg>
        <pc:picChg chg="add mod">
          <ac:chgData name="Michael Hill" userId="41dba03d-e58d-4389-9894-554c10310ba4" providerId="ADAL" clId="{EF23FE1D-A042-481E-AFD7-2A9FB0847F54}" dt="2025-11-05T18:58:27.186" v="2669" actId="1076"/>
          <ac:picMkLst>
            <pc:docMk/>
            <pc:sldMk cId="2895947869" sldId="326"/>
            <ac:picMk id="4" creationId="{36E1DCFB-1B04-DC15-42AF-507DADB76923}"/>
          </ac:picMkLst>
        </pc:picChg>
      </pc:sldChg>
      <pc:sldChg chg="delSp modSp add mod">
        <pc:chgData name="Michael Hill" userId="41dba03d-e58d-4389-9894-554c10310ba4" providerId="ADAL" clId="{EF23FE1D-A042-481E-AFD7-2A9FB0847F54}" dt="2025-11-05T18:59:20.492" v="2918" actId="14100"/>
        <pc:sldMkLst>
          <pc:docMk/>
          <pc:sldMk cId="1222756276" sldId="327"/>
        </pc:sldMkLst>
        <pc:spChg chg="mod">
          <ac:chgData name="Michael Hill" userId="41dba03d-e58d-4389-9894-554c10310ba4" providerId="ADAL" clId="{EF23FE1D-A042-481E-AFD7-2A9FB0847F54}" dt="2025-11-05T18:58:40.561" v="2701" actId="14100"/>
          <ac:spMkLst>
            <pc:docMk/>
            <pc:sldMk cId="1222756276" sldId="327"/>
            <ac:spMk id="5" creationId="{74A52355-1D02-B514-962A-8147A482763C}"/>
          </ac:spMkLst>
        </pc:spChg>
        <pc:spChg chg="mod">
          <ac:chgData name="Michael Hill" userId="41dba03d-e58d-4389-9894-554c10310ba4" providerId="ADAL" clId="{EF23FE1D-A042-481E-AFD7-2A9FB0847F54}" dt="2025-11-05T18:59:20.492" v="2918" actId="14100"/>
          <ac:spMkLst>
            <pc:docMk/>
            <pc:sldMk cId="1222756276" sldId="327"/>
            <ac:spMk id="8" creationId="{649B5023-06C3-5AAA-4392-5BD47C005E28}"/>
          </ac:spMkLst>
        </pc:spChg>
        <pc:picChg chg="del">
          <ac:chgData name="Michael Hill" userId="41dba03d-e58d-4389-9894-554c10310ba4" providerId="ADAL" clId="{EF23FE1D-A042-481E-AFD7-2A9FB0847F54}" dt="2025-11-05T18:59:13.971" v="2915" actId="478"/>
          <ac:picMkLst>
            <pc:docMk/>
            <pc:sldMk cId="1222756276" sldId="327"/>
            <ac:picMk id="4" creationId="{1080365C-75B6-717B-6ED7-C5D27A8EEE8E}"/>
          </ac:picMkLst>
        </pc:picChg>
      </pc:sldChg>
      <pc:sldChg chg="modSp add mod">
        <pc:chgData name="Michael Hill" userId="41dba03d-e58d-4389-9894-554c10310ba4" providerId="ADAL" clId="{EF23FE1D-A042-481E-AFD7-2A9FB0847F54}" dt="2025-11-05T19:00:44.152" v="3220" actId="20577"/>
        <pc:sldMkLst>
          <pc:docMk/>
          <pc:sldMk cId="24131591" sldId="328"/>
        </pc:sldMkLst>
        <pc:spChg chg="mod">
          <ac:chgData name="Michael Hill" userId="41dba03d-e58d-4389-9894-554c10310ba4" providerId="ADAL" clId="{EF23FE1D-A042-481E-AFD7-2A9FB0847F54}" dt="2025-11-05T18:59:49.719" v="2951" actId="20577"/>
          <ac:spMkLst>
            <pc:docMk/>
            <pc:sldMk cId="24131591" sldId="328"/>
            <ac:spMk id="5" creationId="{807D051C-AAC3-FF29-65B7-E6875CAC0898}"/>
          </ac:spMkLst>
        </pc:spChg>
        <pc:spChg chg="mod">
          <ac:chgData name="Michael Hill" userId="41dba03d-e58d-4389-9894-554c10310ba4" providerId="ADAL" clId="{EF23FE1D-A042-481E-AFD7-2A9FB0847F54}" dt="2025-11-05T19:00:44.152" v="3220" actId="20577"/>
          <ac:spMkLst>
            <pc:docMk/>
            <pc:sldMk cId="24131591" sldId="328"/>
            <ac:spMk id="8" creationId="{3BF15D76-589C-6802-9E08-00CDD327A2A6}"/>
          </ac:spMkLst>
        </pc:spChg>
      </pc:sldChg>
      <pc:sldChg chg="modSp add mod">
        <pc:chgData name="Michael Hill" userId="41dba03d-e58d-4389-9894-554c10310ba4" providerId="ADAL" clId="{EF23FE1D-A042-481E-AFD7-2A9FB0847F54}" dt="2025-11-05T19:04:45.906" v="3463" actId="20577"/>
        <pc:sldMkLst>
          <pc:docMk/>
          <pc:sldMk cId="476839165" sldId="329"/>
        </pc:sldMkLst>
        <pc:spChg chg="mod">
          <ac:chgData name="Michael Hill" userId="41dba03d-e58d-4389-9894-554c10310ba4" providerId="ADAL" clId="{EF23FE1D-A042-481E-AFD7-2A9FB0847F54}" dt="2025-11-05T19:03:57.534" v="3250" actId="14100"/>
          <ac:spMkLst>
            <pc:docMk/>
            <pc:sldMk cId="476839165" sldId="329"/>
            <ac:spMk id="5" creationId="{DF1A72FB-A04F-C5D3-447A-8BC7580BFE19}"/>
          </ac:spMkLst>
        </pc:spChg>
        <pc:spChg chg="mod">
          <ac:chgData name="Michael Hill" userId="41dba03d-e58d-4389-9894-554c10310ba4" providerId="ADAL" clId="{EF23FE1D-A042-481E-AFD7-2A9FB0847F54}" dt="2025-11-05T19:04:45.906" v="3463" actId="20577"/>
          <ac:spMkLst>
            <pc:docMk/>
            <pc:sldMk cId="476839165" sldId="329"/>
            <ac:spMk id="8" creationId="{EEDF873C-A19E-A8E4-A80C-8F2D9C7A90D5}"/>
          </ac:spMkLst>
        </pc:spChg>
      </pc:sldChg>
      <pc:sldChg chg="addSp modSp add mod">
        <pc:chgData name="Michael Hill" userId="41dba03d-e58d-4389-9894-554c10310ba4" providerId="ADAL" clId="{EF23FE1D-A042-481E-AFD7-2A9FB0847F54}" dt="2025-11-05T19:06:41.420" v="3783" actId="1076"/>
        <pc:sldMkLst>
          <pc:docMk/>
          <pc:sldMk cId="4145302821" sldId="330"/>
        </pc:sldMkLst>
        <pc:spChg chg="mod">
          <ac:chgData name="Michael Hill" userId="41dba03d-e58d-4389-9894-554c10310ba4" providerId="ADAL" clId="{EF23FE1D-A042-481E-AFD7-2A9FB0847F54}" dt="2025-11-05T19:05:02.924" v="3491" actId="14100"/>
          <ac:spMkLst>
            <pc:docMk/>
            <pc:sldMk cId="4145302821" sldId="330"/>
            <ac:spMk id="5" creationId="{147D71DA-4E0A-0143-9222-B2741AA4DEE1}"/>
          </ac:spMkLst>
        </pc:spChg>
        <pc:spChg chg="mod">
          <ac:chgData name="Michael Hill" userId="41dba03d-e58d-4389-9894-554c10310ba4" providerId="ADAL" clId="{EF23FE1D-A042-481E-AFD7-2A9FB0847F54}" dt="2025-11-05T19:06:22.100" v="3780" actId="14100"/>
          <ac:spMkLst>
            <pc:docMk/>
            <pc:sldMk cId="4145302821" sldId="330"/>
            <ac:spMk id="8" creationId="{4338E84A-4DCA-7E5E-906E-DD932EDDD402}"/>
          </ac:spMkLst>
        </pc:spChg>
        <pc:picChg chg="add mod">
          <ac:chgData name="Michael Hill" userId="41dba03d-e58d-4389-9894-554c10310ba4" providerId="ADAL" clId="{EF23FE1D-A042-481E-AFD7-2A9FB0847F54}" dt="2025-11-05T19:06:41.420" v="3783" actId="1076"/>
          <ac:picMkLst>
            <pc:docMk/>
            <pc:sldMk cId="4145302821" sldId="330"/>
            <ac:picMk id="3" creationId="{ABAAC3D1-2D5F-EECD-1867-169D926FCC8E}"/>
          </ac:picMkLst>
        </pc:picChg>
      </pc:sldChg>
      <pc:sldChg chg="delSp modSp add mod">
        <pc:chgData name="Michael Hill" userId="41dba03d-e58d-4389-9894-554c10310ba4" providerId="ADAL" clId="{EF23FE1D-A042-481E-AFD7-2A9FB0847F54}" dt="2025-11-05T19:09:29.276" v="4246" actId="20577"/>
        <pc:sldMkLst>
          <pc:docMk/>
          <pc:sldMk cId="4124081597" sldId="331"/>
        </pc:sldMkLst>
        <pc:spChg chg="mod">
          <ac:chgData name="Michael Hill" userId="41dba03d-e58d-4389-9894-554c10310ba4" providerId="ADAL" clId="{EF23FE1D-A042-481E-AFD7-2A9FB0847F54}" dt="2025-11-05T19:07:08.189" v="3800" actId="1076"/>
          <ac:spMkLst>
            <pc:docMk/>
            <pc:sldMk cId="4124081597" sldId="331"/>
            <ac:spMk id="5" creationId="{6B566FAB-5BD7-1A86-7746-02E1CC668D87}"/>
          </ac:spMkLst>
        </pc:spChg>
        <pc:spChg chg="mod">
          <ac:chgData name="Michael Hill" userId="41dba03d-e58d-4389-9894-554c10310ba4" providerId="ADAL" clId="{EF23FE1D-A042-481E-AFD7-2A9FB0847F54}" dt="2025-11-05T19:09:29.276" v="4246" actId="20577"/>
          <ac:spMkLst>
            <pc:docMk/>
            <pc:sldMk cId="4124081597" sldId="331"/>
            <ac:spMk id="8" creationId="{D4E2C4AB-F081-477E-965C-198C2D836FBC}"/>
          </ac:spMkLst>
        </pc:spChg>
        <pc:picChg chg="del">
          <ac:chgData name="Michael Hill" userId="41dba03d-e58d-4389-9894-554c10310ba4" providerId="ADAL" clId="{EF23FE1D-A042-481E-AFD7-2A9FB0847F54}" dt="2025-11-05T19:08:37.848" v="4105" actId="478"/>
          <ac:picMkLst>
            <pc:docMk/>
            <pc:sldMk cId="4124081597" sldId="331"/>
            <ac:picMk id="3" creationId="{FC4CC8FB-3796-514A-57FB-CB550256C39C}"/>
          </ac:picMkLst>
        </pc:picChg>
      </pc:sldChg>
      <pc:sldChg chg="addSp modSp add mod">
        <pc:chgData name="Michael Hill" userId="41dba03d-e58d-4389-9894-554c10310ba4" providerId="ADAL" clId="{EF23FE1D-A042-481E-AFD7-2A9FB0847F54}" dt="2025-11-05T19:12:44.821" v="4672" actId="20577"/>
        <pc:sldMkLst>
          <pc:docMk/>
          <pc:sldMk cId="1045232328" sldId="332"/>
        </pc:sldMkLst>
        <pc:spChg chg="mod">
          <ac:chgData name="Michael Hill" userId="41dba03d-e58d-4389-9894-554c10310ba4" providerId="ADAL" clId="{EF23FE1D-A042-481E-AFD7-2A9FB0847F54}" dt="2025-11-05T19:10:07.686" v="4274" actId="1076"/>
          <ac:spMkLst>
            <pc:docMk/>
            <pc:sldMk cId="1045232328" sldId="332"/>
            <ac:spMk id="5" creationId="{F94EABF8-6A4D-3B58-D24A-15706E8E1153}"/>
          </ac:spMkLst>
        </pc:spChg>
        <pc:spChg chg="mod">
          <ac:chgData name="Michael Hill" userId="41dba03d-e58d-4389-9894-554c10310ba4" providerId="ADAL" clId="{EF23FE1D-A042-481E-AFD7-2A9FB0847F54}" dt="2025-11-05T19:12:44.821" v="4672" actId="20577"/>
          <ac:spMkLst>
            <pc:docMk/>
            <pc:sldMk cId="1045232328" sldId="332"/>
            <ac:spMk id="8" creationId="{A0F3F209-295F-F0C7-33D8-EAB04F055618}"/>
          </ac:spMkLst>
        </pc:spChg>
        <pc:picChg chg="add mod">
          <ac:chgData name="Michael Hill" userId="41dba03d-e58d-4389-9894-554c10310ba4" providerId="ADAL" clId="{EF23FE1D-A042-481E-AFD7-2A9FB0847F54}" dt="2025-11-05T19:12:36.430" v="4631" actId="1076"/>
          <ac:picMkLst>
            <pc:docMk/>
            <pc:sldMk cId="1045232328" sldId="332"/>
            <ac:picMk id="3" creationId="{5EDB7884-227F-03D0-6FB4-8AD7026FA984}"/>
          </ac:picMkLst>
        </pc:picChg>
      </pc:sldChg>
      <pc:sldChg chg="delSp modSp add mod">
        <pc:chgData name="Michael Hill" userId="41dba03d-e58d-4389-9894-554c10310ba4" providerId="ADAL" clId="{EF23FE1D-A042-481E-AFD7-2A9FB0847F54}" dt="2025-11-05T19:13:54.806" v="4974" actId="20577"/>
        <pc:sldMkLst>
          <pc:docMk/>
          <pc:sldMk cId="3668249030" sldId="333"/>
        </pc:sldMkLst>
        <pc:spChg chg="mod">
          <ac:chgData name="Michael Hill" userId="41dba03d-e58d-4389-9894-554c10310ba4" providerId="ADAL" clId="{EF23FE1D-A042-481E-AFD7-2A9FB0847F54}" dt="2025-11-05T19:13:06.827" v="4713" actId="1076"/>
          <ac:spMkLst>
            <pc:docMk/>
            <pc:sldMk cId="3668249030" sldId="333"/>
            <ac:spMk id="5" creationId="{A6647AD6-3D7A-AA5F-21D8-EB1831617DF9}"/>
          </ac:spMkLst>
        </pc:spChg>
        <pc:spChg chg="mod">
          <ac:chgData name="Michael Hill" userId="41dba03d-e58d-4389-9894-554c10310ba4" providerId="ADAL" clId="{EF23FE1D-A042-481E-AFD7-2A9FB0847F54}" dt="2025-11-05T19:13:54.806" v="4974" actId="20577"/>
          <ac:spMkLst>
            <pc:docMk/>
            <pc:sldMk cId="3668249030" sldId="333"/>
            <ac:spMk id="8" creationId="{806254E5-4916-C1EB-FC15-4EC91DD6C828}"/>
          </ac:spMkLst>
        </pc:spChg>
        <pc:picChg chg="del">
          <ac:chgData name="Michael Hill" userId="41dba03d-e58d-4389-9894-554c10310ba4" providerId="ADAL" clId="{EF23FE1D-A042-481E-AFD7-2A9FB0847F54}" dt="2025-11-05T19:13:49.476" v="4962" actId="478"/>
          <ac:picMkLst>
            <pc:docMk/>
            <pc:sldMk cId="3668249030" sldId="333"/>
            <ac:picMk id="3" creationId="{9C28D4F9-2B2C-4F48-4965-91161A28840A}"/>
          </ac:picMkLst>
        </pc:picChg>
      </pc:sldChg>
      <pc:sldChg chg="modSp add mod">
        <pc:chgData name="Michael Hill" userId="41dba03d-e58d-4389-9894-554c10310ba4" providerId="ADAL" clId="{EF23FE1D-A042-481E-AFD7-2A9FB0847F54}" dt="2025-11-05T19:21:15.018" v="4994" actId="207"/>
        <pc:sldMkLst>
          <pc:docMk/>
          <pc:sldMk cId="1085257484" sldId="334"/>
        </pc:sldMkLst>
        <pc:spChg chg="mod">
          <ac:chgData name="Michael Hill" userId="41dba03d-e58d-4389-9894-554c10310ba4" providerId="ADAL" clId="{EF23FE1D-A042-481E-AFD7-2A9FB0847F54}" dt="2025-11-05T19:14:24.376" v="4992" actId="20577"/>
          <ac:spMkLst>
            <pc:docMk/>
            <pc:sldMk cId="1085257484" sldId="334"/>
            <ac:spMk id="5" creationId="{3F3E26AE-BD75-2CAD-92CF-331ACB4DB154}"/>
          </ac:spMkLst>
        </pc:spChg>
        <pc:spChg chg="mod">
          <ac:chgData name="Michael Hill" userId="41dba03d-e58d-4389-9894-554c10310ba4" providerId="ADAL" clId="{EF23FE1D-A042-481E-AFD7-2A9FB0847F54}" dt="2025-11-05T19:21:15.018" v="4994" actId="207"/>
          <ac:spMkLst>
            <pc:docMk/>
            <pc:sldMk cId="1085257484" sldId="334"/>
            <ac:spMk id="8" creationId="{91E13254-261B-A8BA-BDA2-8BA46F6B682C}"/>
          </ac:spMkLst>
        </pc:spChg>
      </pc:sldChg>
      <pc:sldChg chg="addSp delSp modSp add mod modAnim">
        <pc:chgData name="Michael Hill" userId="41dba03d-e58d-4389-9894-554c10310ba4" providerId="ADAL" clId="{EF23FE1D-A042-481E-AFD7-2A9FB0847F54}" dt="2025-11-05T19:24:15.495" v="4999" actId="1076"/>
        <pc:sldMkLst>
          <pc:docMk/>
          <pc:sldMk cId="206833006" sldId="335"/>
        </pc:sldMkLst>
        <pc:spChg chg="del">
          <ac:chgData name="Michael Hill" userId="41dba03d-e58d-4389-9894-554c10310ba4" providerId="ADAL" clId="{EF23FE1D-A042-481E-AFD7-2A9FB0847F54}" dt="2025-11-05T19:23:22.494" v="4996" actId="478"/>
          <ac:spMkLst>
            <pc:docMk/>
            <pc:sldMk cId="206833006" sldId="335"/>
            <ac:spMk id="8" creationId="{1BFDE0C0-29AE-9B44-E17A-F1040EC6893F}"/>
          </ac:spMkLst>
        </pc:spChg>
        <pc:picChg chg="add mod">
          <ac:chgData name="Michael Hill" userId="41dba03d-e58d-4389-9894-554c10310ba4" providerId="ADAL" clId="{EF23FE1D-A042-481E-AFD7-2A9FB0847F54}" dt="2025-11-05T19:24:15.495" v="4999" actId="1076"/>
          <ac:picMkLst>
            <pc:docMk/>
            <pc:sldMk cId="206833006" sldId="335"/>
            <ac:picMk id="2" creationId="{DB185DF3-5C27-DC9E-025A-BF49104EC02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sQ9o5M9aRZw?feature=oembed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dxx33.github.io/WebVulnsGuide/SQLi.html#simulator" TargetMode="Externa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QWIFhJ6LYrU?feature=oembed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C: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CASE STUDY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096073" cy="116091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C-4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1955484" y="3598700"/>
            <a:ext cx="7714990" cy="176308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THREAT MODELLING &amp; VULNERABILITY ANALYSIS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77431" y="938421"/>
            <a:ext cx="4516539" cy="5391671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Identifying Adversaries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Assessing Hacker Capabilities/Intentions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Methods of Exploitation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Valuable Asset Evaluation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Prioritizing Security Efforts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Scanning for Vulnerabilities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Manual Examination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Assessment of Weakness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Prioritization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474132"/>
            <a:ext cx="2903431" cy="928577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733476" y="1244357"/>
            <a:ext cx="9066029" cy="3830500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occurs in the following phases of the PTES?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Pre-engagement interactions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Intelligence Gathering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0828EB-D0F4-1C09-6097-16E7701BB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AC6A6C89-6D16-48F1-8F51-D17DCF2D648D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3C6C73E0-AF4E-4976-2CCB-5CC94A7B3F6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3B6F033-442A-73BB-152D-ABBD4683DB8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EBA96511-9848-EE29-7702-329F857FF89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D1605B4-4BFE-10C5-56D2-18FA52756CD0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631359D-1778-B822-8B18-9D6A8DCB4323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82D69B-5E0C-ABCE-7B25-92F0C2847CE9}"/>
              </a:ext>
            </a:extLst>
          </p:cNvPr>
          <p:cNvSpPr/>
          <p:nvPr/>
        </p:nvSpPr>
        <p:spPr>
          <a:xfrm>
            <a:off x="1733476" y="1244357"/>
            <a:ext cx="9066029" cy="3830500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Pre-engagement interactions: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Goals &amp; target identification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Define scope &amp; rules of engagement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Testing approaches (black, white, grey box)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Ethical Importance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Intelligence gathering: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449787-6ED2-84FB-10B2-2585FA42921F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E6A44E38-E135-B597-55A3-2D33FD996D7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AAFA517F-A1BA-F701-54A4-0BF22BB05A1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833E61A2-3CD9-B8A0-1EDF-478EA9A7C1E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771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A24224-605D-3461-02DE-6B2BF2861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5E375AD8-CBE0-7D90-207D-1654EB8707FB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F145DDAD-5A5B-02D6-92AF-44A6700701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65941438-0A9B-FCAD-20EA-F27DEFE7D05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042339C-8CC1-C8F9-61CC-D615AF1562E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7B0EF12-2408-DEBF-154F-FBF2E732F67B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29E3F6E-4CC5-B437-EF97-0437E62AC1E5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F782DE-F8C1-45FA-7ED3-154AD74748E6}"/>
              </a:ext>
            </a:extLst>
          </p:cNvPr>
          <p:cNvSpPr/>
          <p:nvPr/>
        </p:nvSpPr>
        <p:spPr>
          <a:xfrm>
            <a:off x="1733476" y="1244357"/>
            <a:ext cx="9066029" cy="3830500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Intelligence Gathering: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Identify passive OSINT sources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Social Media, Search Engines, Forums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Search Engine Dorking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Map internal network structure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Active Scanning</a:t>
            </a:r>
          </a:p>
          <a:p>
            <a:pPr marL="1828800" lvl="3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Port scanning, OS detection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EB2237-D679-F3A5-EB11-416CFFE1CF55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2C6AF2FA-233E-AC1D-BAFF-618BAC3D77C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DFEDB108-671A-A661-DFB8-935C32FE2BE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D3A7C647-CBE5-7AED-3408-02E25CD2B6C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268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892297-F66F-79C5-0C2F-87D5BA50C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2FA73301-6177-AA2D-0D7D-B17AEDF773F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45B59D1-03DB-A0E5-772C-E607346C189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B4A513-89DB-943F-6F85-04B01303A7C7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EBABC-01DD-AB36-AC4D-FD2BA184071C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907E37-151A-274F-CC12-A8B9249D90EE}"/>
              </a:ext>
            </a:extLst>
          </p:cNvPr>
          <p:cNvSpPr/>
          <p:nvPr/>
        </p:nvSpPr>
        <p:spPr>
          <a:xfrm>
            <a:off x="-280635" y="187053"/>
            <a:ext cx="6376635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HOW A HACK MAY LOOK</a:t>
            </a:r>
          </a:p>
        </p:txBody>
      </p:sp>
      <p:pic>
        <p:nvPicPr>
          <p:cNvPr id="2" name="Online Media 1" title="Unhinged ransomware attack targets hospitals">
            <a:hlinkClick r:id="" action="ppaction://media"/>
            <a:extLst>
              <a:ext uri="{FF2B5EF4-FFF2-40B4-BE49-F238E27FC236}">
                <a16:creationId xmlns:a16="http://schemas.microsoft.com/office/drawing/2014/main" id="{B9BB1338-6DCC-B9C0-2963-8E36348FE58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643542" y="1449422"/>
            <a:ext cx="8659812" cy="489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509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14C84-06B3-37A9-7A92-3179AFC12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B540DE1-1C3A-8132-BC59-D25823E104FA}"/>
              </a:ext>
            </a:extLst>
          </p:cNvPr>
          <p:cNvSpPr/>
          <p:nvPr/>
        </p:nvSpPr>
        <p:spPr>
          <a:xfrm>
            <a:off x="8942268" y="4595096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B5C4AE-6E7F-2809-6769-55F0D70203E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A93B334-3457-9B78-BF18-464BED30C570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266794-893A-B6A1-2D48-5375B94BF480}"/>
              </a:ext>
            </a:extLst>
          </p:cNvPr>
          <p:cNvSpPr/>
          <p:nvPr/>
        </p:nvSpPr>
        <p:spPr>
          <a:xfrm>
            <a:off x="825244" y="1120703"/>
            <a:ext cx="2887774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are the most valuable digital assets in a hospital?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Who might attack them and why?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8819DE-B3B9-C144-46AC-3E3A9AD7949D}"/>
              </a:ext>
            </a:extLst>
          </p:cNvPr>
          <p:cNvSpPr/>
          <p:nvPr/>
        </p:nvSpPr>
        <p:spPr>
          <a:xfrm>
            <a:off x="148856" y="187053"/>
            <a:ext cx="4031258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QUESTIONS</a:t>
            </a:r>
          </a:p>
        </p:txBody>
      </p:sp>
      <p:pic>
        <p:nvPicPr>
          <p:cNvPr id="3" name="Picture 2" descr="A person looking at a light bulb&#10;&#10;AI-generated content may be incorrect.">
            <a:extLst>
              <a:ext uri="{FF2B5EF4-FFF2-40B4-BE49-F238E27FC236}">
                <a16:creationId xmlns:a16="http://schemas.microsoft.com/office/drawing/2014/main" id="{550910EA-3074-AF1F-B657-464002D9C1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574" y="294409"/>
            <a:ext cx="6269182" cy="626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421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722FD7-384D-368A-0CB6-7B81B1993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40FA3B7-60F4-B731-E14E-D40ECEB0448D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B651107-27DA-0909-84FD-37873FC0CB6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3F85440-773D-EFBA-E85E-77D88EB3E31A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596C40-255D-AFE9-222F-CA6CB1264202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talk about who might attack, what they might target, and how they can pull it off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Identify potential adversaries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Assessing hacker capabilities and intentions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Methods of exploitation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Valuable asset evaluation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Prioritization of security efforts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18528D-A228-E429-3F44-8928A670B668}"/>
              </a:ext>
            </a:extLst>
          </p:cNvPr>
          <p:cNvSpPr/>
          <p:nvPr/>
        </p:nvSpPr>
        <p:spPr>
          <a:xfrm>
            <a:off x="148856" y="187053"/>
            <a:ext cx="5503799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THREAT MODELLING</a:t>
            </a:r>
          </a:p>
        </p:txBody>
      </p:sp>
    </p:spTree>
    <p:extLst>
      <p:ext uri="{BB962C8B-B14F-4D97-AF65-F5344CB8AC3E}">
        <p14:creationId xmlns:p14="http://schemas.microsoft.com/office/powerpoint/2010/main" val="3700627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49CF30-26AB-BFA7-E850-6650D0E98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EDD9170-58A6-1D18-7DF7-F90935343D5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EDEFE76-4947-2470-1F5F-4466533EFA6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9ADC31E-6090-EBB2-A82E-20F74DBBF919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5E4154-0579-057B-CE53-99789B3263EC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Potential adversaries: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Cybercriminals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Insiders (employees/contractors)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“Hacktivists”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ED495F-8745-2DFD-75CA-E728F85BD8B4}"/>
              </a:ext>
            </a:extLst>
          </p:cNvPr>
          <p:cNvSpPr/>
          <p:nvPr/>
        </p:nvSpPr>
        <p:spPr>
          <a:xfrm>
            <a:off x="-557725" y="187053"/>
            <a:ext cx="9313799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IDENTIFY POTENTIAL ADVERSARIES</a:t>
            </a:r>
          </a:p>
        </p:txBody>
      </p:sp>
    </p:spTree>
    <p:extLst>
      <p:ext uri="{BB962C8B-B14F-4D97-AF65-F5344CB8AC3E}">
        <p14:creationId xmlns:p14="http://schemas.microsoft.com/office/powerpoint/2010/main" val="3174332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FC1A20-9445-3EBB-9304-1474D727D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1C7FD489-899B-2F1D-E2C7-A60E289A925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145B282-6403-9E0D-CE31-8DD2B9A3A0A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F95E790-DF4B-6ED9-AA9C-A35B30B8D8A5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695BD9-6080-A7D3-477F-62EA7DA86C94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Cybercriminals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Career hackers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Can be hired, or plan to sell information on their own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Insiders (employees/contractors)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Revenge, money, etc.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Knowledge of system internals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“Hacktivists”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Advocating for a cause by causing damage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Can potentially be unexperienced or very experienced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BAFAAD-1AC7-5819-9CE4-D96ADF278F38}"/>
              </a:ext>
            </a:extLst>
          </p:cNvPr>
          <p:cNvSpPr/>
          <p:nvPr/>
        </p:nvSpPr>
        <p:spPr>
          <a:xfrm>
            <a:off x="-557724" y="187053"/>
            <a:ext cx="8302416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CAPABILITIES AND INTENTIONS</a:t>
            </a:r>
          </a:p>
        </p:txBody>
      </p:sp>
    </p:spTree>
    <p:extLst>
      <p:ext uri="{BB962C8B-B14F-4D97-AF65-F5344CB8AC3E}">
        <p14:creationId xmlns:p14="http://schemas.microsoft.com/office/powerpoint/2010/main" val="3150480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A33DCC-7CCF-FE41-259C-32EBB0AA4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B9D1A58-9B08-2795-386E-284E2DFF539C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1900C6-4F21-61D3-B7A5-319CD42677F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49E4172-91AA-5D5A-1DFA-DF1E18432571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E9ED72-7C12-9D3B-5143-63D4FB715F99}"/>
              </a:ext>
            </a:extLst>
          </p:cNvPr>
          <p:cNvSpPr/>
          <p:nvPr/>
        </p:nvSpPr>
        <p:spPr>
          <a:xfrm>
            <a:off x="825243" y="1120703"/>
            <a:ext cx="4148539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Phishing/Social Engineering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Scam where attackers deceive people into revealing sensitive information or installing malware such as viruses, worms, adware, or ransomware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02E1C6-72CB-15B8-6DDA-3871EE4075C4}"/>
              </a:ext>
            </a:extLst>
          </p:cNvPr>
          <p:cNvSpPr/>
          <p:nvPr/>
        </p:nvSpPr>
        <p:spPr>
          <a:xfrm>
            <a:off x="-349906" y="187053"/>
            <a:ext cx="7457288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METHODS OF EXPLOITATION</a:t>
            </a:r>
          </a:p>
        </p:txBody>
      </p:sp>
      <p:pic>
        <p:nvPicPr>
          <p:cNvPr id="3" name="Picture 2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1471DD53-A1C9-6362-83B7-D8EFD7E00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7828" y="1309901"/>
            <a:ext cx="6783335" cy="481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345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3BA97B-93CB-3172-5E0C-EBA137928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894DBFB-05B0-93FA-C09A-F8D8BA6C9F3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0877A6C-A2A7-5207-071E-44C6DB4F438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9A54480-A84A-D574-87C6-A9646370F3A5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0BB194-CE4E-250F-9995-189706955F02}"/>
              </a:ext>
            </a:extLst>
          </p:cNvPr>
          <p:cNvSpPr/>
          <p:nvPr/>
        </p:nvSpPr>
        <p:spPr>
          <a:xfrm>
            <a:off x="825242" y="1120703"/>
            <a:ext cx="6282139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Network Attacks	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Overloading servers with requests (DDoS)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Taking sensitive information as it travels the web (MitM)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Malware Attack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Software with the explicit purpose of causing harm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Can be sent over email, downloaded or put onto device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AD68CA-4A40-F162-B5BB-D0BCF60FC8CB}"/>
              </a:ext>
            </a:extLst>
          </p:cNvPr>
          <p:cNvSpPr/>
          <p:nvPr/>
        </p:nvSpPr>
        <p:spPr>
          <a:xfrm>
            <a:off x="-349906" y="187053"/>
            <a:ext cx="7457288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METHODS OF EXPLOITATION</a:t>
            </a:r>
          </a:p>
        </p:txBody>
      </p:sp>
      <p:pic>
        <p:nvPicPr>
          <p:cNvPr id="3" name="Picture 2" descr="A computer with a computer and a lock&#10;&#10;AI-generated content may be incorrect.">
            <a:extLst>
              <a:ext uri="{FF2B5EF4-FFF2-40B4-BE49-F238E27FC236}">
                <a16:creationId xmlns:a16="http://schemas.microsoft.com/office/drawing/2014/main" id="{B04CE121-A30A-E60B-1FB7-E0DC847EC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829" y="2172700"/>
            <a:ext cx="4785903" cy="251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921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B42970-1F3F-CC99-E104-E232226FC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7859CE5-1D1A-0345-356B-F0AE903A4AC4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45623F-0CE1-566B-9760-754A4A60AC5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6B8014-753D-9836-6703-865648829AA2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123B34-70D2-A769-31C2-17D2C9E602A7}"/>
              </a:ext>
            </a:extLst>
          </p:cNvPr>
          <p:cNvSpPr/>
          <p:nvPr/>
        </p:nvSpPr>
        <p:spPr>
          <a:xfrm>
            <a:off x="825243" y="1120703"/>
            <a:ext cx="4009994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Patient Data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Obviously lol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IoT Devices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Very expensive, very important to maintain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Hospital Operations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the hospital goes down we’re cooked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6A7158-7601-B460-1849-469B0341C529}"/>
              </a:ext>
            </a:extLst>
          </p:cNvPr>
          <p:cNvSpPr/>
          <p:nvPr/>
        </p:nvSpPr>
        <p:spPr>
          <a:xfrm>
            <a:off x="-349907" y="187053"/>
            <a:ext cx="8039179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VALUABLE ASSET EVALUATION</a:t>
            </a:r>
          </a:p>
        </p:txBody>
      </p:sp>
      <p:pic>
        <p:nvPicPr>
          <p:cNvPr id="4" name="Picture 3" descr="Cartoon character holding a bag of money&#10;&#10;AI-generated content may be incorrect.">
            <a:extLst>
              <a:ext uri="{FF2B5EF4-FFF2-40B4-BE49-F238E27FC236}">
                <a16:creationId xmlns:a16="http://schemas.microsoft.com/office/drawing/2014/main" id="{36E1DCFB-1B04-DC15-42AF-507DADB76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604" y="1650013"/>
            <a:ext cx="5787278" cy="423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47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134B96-66EC-CCFE-4E33-E917C2AC0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CFA39A81-03FC-6E6C-7B44-D05038D78D0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CCD1F5E-325A-C2A4-A17C-EBAE0F14070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E71B62-580B-061D-2DB5-746C303A18EB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9B5023-06C3-5AAA-4392-5BD47C005E28}"/>
              </a:ext>
            </a:extLst>
          </p:cNvPr>
          <p:cNvSpPr/>
          <p:nvPr/>
        </p:nvSpPr>
        <p:spPr>
          <a:xfrm>
            <a:off x="825242" y="1120703"/>
            <a:ext cx="10660176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need to prioritize the following systems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High value- would be costly to go down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High risk – if something is a prime target, or is very vulnerable, we need to protect 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A52355-1D02-B514-962A-8147A482763C}"/>
              </a:ext>
            </a:extLst>
          </p:cNvPr>
          <p:cNvSpPr/>
          <p:nvPr/>
        </p:nvSpPr>
        <p:spPr>
          <a:xfrm>
            <a:off x="-280635" y="187053"/>
            <a:ext cx="8815035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PRIORITIZING SECURITY EFFORTS</a:t>
            </a:r>
          </a:p>
        </p:txBody>
      </p:sp>
    </p:spTree>
    <p:extLst>
      <p:ext uri="{BB962C8B-B14F-4D97-AF65-F5344CB8AC3E}">
        <p14:creationId xmlns:p14="http://schemas.microsoft.com/office/powerpoint/2010/main" val="1222756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2F0652-2975-73D1-A25F-6E1D6F5B8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CF38D04-E40B-5CEC-FBCA-05C0083B950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2C0826-56BA-18FD-2C83-6E797100C08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64FB65C-23C3-EF3F-7B8D-5E7A4F977459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F15D76-589C-6802-9E08-00CDD327A2A6}"/>
              </a:ext>
            </a:extLst>
          </p:cNvPr>
          <p:cNvSpPr/>
          <p:nvPr/>
        </p:nvSpPr>
        <p:spPr>
          <a:xfrm>
            <a:off x="825242" y="1120703"/>
            <a:ext cx="10660176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Identify: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Three potential adversaries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Three valuable assets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Three threats or attack methods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Then, rank each threat on a scale for likelihood and impact, justifying the ranking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7D051C-AAC3-FF29-65B7-E6875CAC0898}"/>
              </a:ext>
            </a:extLst>
          </p:cNvPr>
          <p:cNvSpPr/>
          <p:nvPr/>
        </p:nvSpPr>
        <p:spPr>
          <a:xfrm>
            <a:off x="-280635" y="187053"/>
            <a:ext cx="8815035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THREAT MODELLING ANSWERS</a:t>
            </a:r>
          </a:p>
        </p:txBody>
      </p:sp>
    </p:spTree>
    <p:extLst>
      <p:ext uri="{BB962C8B-B14F-4D97-AF65-F5344CB8AC3E}">
        <p14:creationId xmlns:p14="http://schemas.microsoft.com/office/powerpoint/2010/main" val="24131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E07543-ADA9-E231-3569-83F176A15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763CAE2F-7AE6-A241-2010-89F475A96C9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2CE3D97-D08D-C2CF-5588-9023FA92804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CF93C7-9256-04E0-68AD-76BAA126EBD0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DF873C-A19E-A8E4-A80C-8F2D9C7A90D5}"/>
              </a:ext>
            </a:extLst>
          </p:cNvPr>
          <p:cNvSpPr/>
          <p:nvPr/>
        </p:nvSpPr>
        <p:spPr>
          <a:xfrm>
            <a:off x="825242" y="1120703"/>
            <a:ext cx="10660176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 that we know what’s valuable and what could go wrong, we need to see where those weaknesses actually are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will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Scan for vulnerabilities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Manual examination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Assess weaknesses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Prioritize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1A72FB-A04F-C5D3-447A-8BC7580BFE19}"/>
              </a:ext>
            </a:extLst>
          </p:cNvPr>
          <p:cNvSpPr/>
          <p:nvPr/>
        </p:nvSpPr>
        <p:spPr>
          <a:xfrm>
            <a:off x="-280634" y="187053"/>
            <a:ext cx="7013944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VULNERABILITY ANALYSIS</a:t>
            </a:r>
          </a:p>
        </p:txBody>
      </p:sp>
    </p:spTree>
    <p:extLst>
      <p:ext uri="{BB962C8B-B14F-4D97-AF65-F5344CB8AC3E}">
        <p14:creationId xmlns:p14="http://schemas.microsoft.com/office/powerpoint/2010/main" val="476839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1332C6-643E-4078-319D-7361AF2C5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08DFC88-BD24-4703-1A8D-A0CCC1E26E5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D40CD9E-2D2C-52DC-4CE0-8E78AD6B440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4AC2BE2-EC7F-D9EB-3F74-ACCD52948373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38E84A-4DCA-7E5E-906E-DD932EDDD402}"/>
              </a:ext>
            </a:extLst>
          </p:cNvPr>
          <p:cNvSpPr/>
          <p:nvPr/>
        </p:nvSpPr>
        <p:spPr>
          <a:xfrm>
            <a:off x="825242" y="1120703"/>
            <a:ext cx="4771994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programs like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PatchManager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Systweak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and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IObit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that can manage updates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Outdated programs can come with software vulnerabilities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programs will scan to see if any of your programs are outdated and update them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7D71DA-4E0A-0143-9222-B2741AA4DEE1}"/>
              </a:ext>
            </a:extLst>
          </p:cNvPr>
          <p:cNvSpPr/>
          <p:nvPr/>
        </p:nvSpPr>
        <p:spPr>
          <a:xfrm>
            <a:off x="-280634" y="187053"/>
            <a:ext cx="7732766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SCAN FOR VULNERABILITIES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AAC3D1-2D5F-EECD-1867-169D926FC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431" y="1358397"/>
            <a:ext cx="5648691" cy="507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302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FED293-1456-2A84-E81D-313099142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928DCAB4-531D-A935-F01B-6BCC459D7DC4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8AD6C4-D435-EDA9-9D56-9124466EEC1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B1374DA-DC53-E11D-1787-87EF115C2FF0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E2C4AB-F081-477E-965C-198C2D836FBC}"/>
              </a:ext>
            </a:extLst>
          </p:cNvPr>
          <p:cNvSpPr/>
          <p:nvPr/>
        </p:nvSpPr>
        <p:spPr>
          <a:xfrm>
            <a:off x="825241" y="1120703"/>
            <a:ext cx="10757159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will also have our people do a manual scan of the system to identify subtle flaws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Programs might not validate input properly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Race conditions in programs leading to instability (was in video)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Undocumented admin websites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Websites don’t log you out properly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API connections are too open, revealing too much info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566FAB-5BD7-1A86-7746-02E1CC668D87}"/>
              </a:ext>
            </a:extLst>
          </p:cNvPr>
          <p:cNvSpPr/>
          <p:nvPr/>
        </p:nvSpPr>
        <p:spPr>
          <a:xfrm>
            <a:off x="0" y="187053"/>
            <a:ext cx="4159907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 MANUAL SCAN</a:t>
            </a:r>
          </a:p>
        </p:txBody>
      </p:sp>
    </p:spTree>
    <p:extLst>
      <p:ext uri="{BB962C8B-B14F-4D97-AF65-F5344CB8AC3E}">
        <p14:creationId xmlns:p14="http://schemas.microsoft.com/office/powerpoint/2010/main" val="4124081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A0A2EE-4EAA-A2BE-6A22-A550F830D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AEAB1FD-8F9C-80A5-81AD-176266CAAA6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869B268-017F-648F-10CF-CB995E2BC6A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8A72AD0-EE69-7599-DF1C-9B719F5BDBA6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F3F209-295F-F0C7-33D8-EAB04F055618}"/>
              </a:ext>
            </a:extLst>
          </p:cNvPr>
          <p:cNvSpPr/>
          <p:nvPr/>
        </p:nvSpPr>
        <p:spPr>
          <a:xfrm>
            <a:off x="825241" y="1120703"/>
            <a:ext cx="10757159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Determine which weaknesses are exploitable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Microsoft Paint being out of date will not lead to a security vulnerability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Microsoft Access being out of data could lead to a security vulnerability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Port scan to see how which ports are vulnerable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4EABF8-6A4D-3B58-D24A-15706E8E1153}"/>
              </a:ext>
            </a:extLst>
          </p:cNvPr>
          <p:cNvSpPr/>
          <p:nvPr/>
        </p:nvSpPr>
        <p:spPr>
          <a:xfrm>
            <a:off x="-207818" y="187053"/>
            <a:ext cx="6096000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ASSESS WEAKNESSES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DB7884-227F-03D0-6FB4-8AD7026FA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335" y="4311222"/>
            <a:ext cx="6103065" cy="235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232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8AF179-FDA2-0EDB-EEA4-9D5D8D68A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0B0171A0-24AC-106B-8786-1690B37CF0F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E3D4449-1EF5-02A6-101A-2177E9F709E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6BF33EC-0299-89C0-8420-CAF57607B824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6254E5-4916-C1EB-FC15-4EC91DD6C828}"/>
              </a:ext>
            </a:extLst>
          </p:cNvPr>
          <p:cNvSpPr/>
          <p:nvPr/>
        </p:nvSpPr>
        <p:spPr>
          <a:xfrm>
            <a:off x="820488" y="1120703"/>
            <a:ext cx="10757159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From there we need to rank these weaknesses to prioritize them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should be a multi-step process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Focus on vulnerabilities that are high risk or easy to exploit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647AD6-3D7A-AA5F-21D8-EB1831617DF9}"/>
              </a:ext>
            </a:extLst>
          </p:cNvPr>
          <p:cNvSpPr/>
          <p:nvPr/>
        </p:nvSpPr>
        <p:spPr>
          <a:xfrm>
            <a:off x="0" y="187053"/>
            <a:ext cx="4378036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PRIORITIZATION</a:t>
            </a:r>
          </a:p>
        </p:txBody>
      </p:sp>
    </p:spTree>
    <p:extLst>
      <p:ext uri="{BB962C8B-B14F-4D97-AF65-F5344CB8AC3E}">
        <p14:creationId xmlns:p14="http://schemas.microsoft.com/office/powerpoint/2010/main" val="3668249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A933D5-442B-86C3-55BF-107811A75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93010E7A-F421-18DE-F95D-56B1F08BDD3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83BBBC9-C57D-3CE0-0DA6-40F8063A880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B3DD97E-8702-7197-8916-7ADA046D6B7F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E13254-261B-A8BA-BDA2-8BA46F6B682C}"/>
              </a:ext>
            </a:extLst>
          </p:cNvPr>
          <p:cNvSpPr/>
          <p:nvPr/>
        </p:nvSpPr>
        <p:spPr>
          <a:xfrm>
            <a:off x="820488" y="1120703"/>
            <a:ext cx="10757159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  <a:latin typeface="Bahnschrif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https://dxx33.github.io/WebVulnsGuide/SQLi.html#simulator</a:t>
            </a:r>
            <a:endParaRPr lang="en-US" sz="2800" dirty="0">
              <a:solidFill>
                <a:schemeClr val="tx2">
                  <a:lumMod val="50000"/>
                  <a:lumOff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3E26AE-BD75-2CAD-92CF-331ACB4DB154}"/>
              </a:ext>
            </a:extLst>
          </p:cNvPr>
          <p:cNvSpPr/>
          <p:nvPr/>
        </p:nvSpPr>
        <p:spPr>
          <a:xfrm>
            <a:off x="0" y="187053"/>
            <a:ext cx="4378036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SQL INJECTION</a:t>
            </a:r>
          </a:p>
        </p:txBody>
      </p:sp>
    </p:spTree>
    <p:extLst>
      <p:ext uri="{BB962C8B-B14F-4D97-AF65-F5344CB8AC3E}">
        <p14:creationId xmlns:p14="http://schemas.microsoft.com/office/powerpoint/2010/main" val="1085257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415A70-8835-F161-6FD1-F374BA7CF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0A4B1876-4267-45F6-A0F7-6FA50CC20C4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D74E08D-E060-0766-C213-35E535949AB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10375A-C4FF-4C78-6028-12C52844089F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E6A64C-2AC3-3BCB-4E49-E33416E58080}"/>
              </a:ext>
            </a:extLst>
          </p:cNvPr>
          <p:cNvSpPr/>
          <p:nvPr/>
        </p:nvSpPr>
        <p:spPr>
          <a:xfrm>
            <a:off x="0" y="187053"/>
            <a:ext cx="4378036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SQL INJECTION</a:t>
            </a:r>
          </a:p>
        </p:txBody>
      </p:sp>
      <p:pic>
        <p:nvPicPr>
          <p:cNvPr id="2" name="Online Media 1" title="Every Hacking Technique Explained in 10 Minutes">
            <a:hlinkClick r:id="" action="ppaction://media"/>
            <a:extLst>
              <a:ext uri="{FF2B5EF4-FFF2-40B4-BE49-F238E27FC236}">
                <a16:creationId xmlns:a16="http://schemas.microsoft.com/office/drawing/2014/main" id="{DB185DF3-5C27-DC9E-025A-BF49104EC02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211287" y="1120703"/>
            <a:ext cx="9685898" cy="547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33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58ADAE-1FF9-6D8D-F4F4-610C7CE7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135F870-3858-EF01-2EB6-00FA305D9914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F559D5F-C4C5-D26D-292B-859A1F94D0F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1EE114-A3B0-2C76-345D-1498B7B5B07B}"/>
              </a:ext>
            </a:extLst>
          </p:cNvPr>
          <p:cNvSpPr/>
          <p:nvPr/>
        </p:nvSpPr>
        <p:spPr>
          <a:xfrm>
            <a:off x="7777253" y="427637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A154EA-5A79-ABA3-3478-61D01F6CD5D8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Explain three OSINT techniques the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CyberHealth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team could use on MTPH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Discuss one ethical and one operational limitation </a:t>
            </a:r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for each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F068B0-6A58-1282-BA40-A1FA1C47DF57}"/>
              </a:ext>
            </a:extLst>
          </p:cNvPr>
          <p:cNvSpPr/>
          <p:nvPr/>
        </p:nvSpPr>
        <p:spPr>
          <a:xfrm>
            <a:off x="-345942" y="72809"/>
            <a:ext cx="6319390" cy="928577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REVIEW QUESTIONS</a:t>
            </a:r>
          </a:p>
        </p:txBody>
      </p:sp>
    </p:spTree>
    <p:extLst>
      <p:ext uri="{BB962C8B-B14F-4D97-AF65-F5344CB8AC3E}">
        <p14:creationId xmlns:p14="http://schemas.microsoft.com/office/powerpoint/2010/main" val="3817370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10433</TotalTime>
  <Words>678</Words>
  <Application>Microsoft Office PowerPoint</Application>
  <PresentationFormat>Widescreen</PresentationFormat>
  <Paragraphs>121</Paragraphs>
  <Slides>23</Slides>
  <Notes>0</Notes>
  <HiddenSlides>1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7</cp:revision>
  <dcterms:created xsi:type="dcterms:W3CDTF">2025-08-11T14:07:39Z</dcterms:created>
  <dcterms:modified xsi:type="dcterms:W3CDTF">2025-11-05T19:24:19Z</dcterms:modified>
</cp:coreProperties>
</file>