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6" r:id="rId4"/>
    <p:sldId id="297" r:id="rId5"/>
    <p:sldId id="417" r:id="rId6"/>
    <p:sldId id="460" r:id="rId7"/>
    <p:sldId id="461" r:id="rId8"/>
    <p:sldId id="449" r:id="rId9"/>
    <p:sldId id="448" r:id="rId10"/>
    <p:sldId id="462" r:id="rId11"/>
    <p:sldId id="450" r:id="rId12"/>
    <p:sldId id="463" r:id="rId13"/>
    <p:sldId id="464" r:id="rId14"/>
    <p:sldId id="465" r:id="rId15"/>
    <p:sldId id="466" r:id="rId16"/>
    <p:sldId id="467" r:id="rId17"/>
    <p:sldId id="468" r:id="rId18"/>
    <p:sldId id="469" r:id="rId19"/>
    <p:sldId id="446" r:id="rId20"/>
    <p:sldId id="470" r:id="rId21"/>
    <p:sldId id="35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55D"/>
    <a:srgbClr val="516881"/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19F1A2-2829-4A03-BF1A-746D0988FCAD}" v="44" dt="2026-01-26T18:04:51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94" d="100"/>
          <a:sy n="94" d="100"/>
        </p:scale>
        <p:origin x="44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6-01-26T18:27:55.286" v="4507" actId="5793"/>
      <pc:docMkLst>
        <pc:docMk/>
      </pc:docMkLst>
      <pc:sldChg chg="modSp mod">
        <pc:chgData name="Michael Hill" userId="41dba03d-e58d-4389-9894-554c10310ba4" providerId="ADAL" clId="{EF23FE1D-A042-481E-AFD7-2A9FB0847F54}" dt="2026-01-22T17:05:14.319" v="12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1-22T17:04:58.593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1-22T17:05:14.319" v="12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1-22T19:27:02.862" v="168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1-22T19:27:02.862" v="168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delSp modSp mod">
        <pc:chgData name="Michael Hill" userId="41dba03d-e58d-4389-9894-554c10310ba4" providerId="ADAL" clId="{EF23FE1D-A042-481E-AFD7-2A9FB0847F54}" dt="2026-01-22T19:28:57.778" v="477" actId="20577"/>
        <pc:sldMkLst>
          <pc:docMk/>
          <pc:sldMk cId="4221327636" sldId="296"/>
        </pc:sldMkLst>
        <pc:spChg chg="mod">
          <ac:chgData name="Michael Hill" userId="41dba03d-e58d-4389-9894-554c10310ba4" providerId="ADAL" clId="{EF23FE1D-A042-481E-AFD7-2A9FB0847F54}" dt="2026-01-22T19:28:57.778" v="477" actId="20577"/>
          <ac:spMkLst>
            <pc:docMk/>
            <pc:sldMk cId="4221327636" sldId="296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1-26T17:31:09.556" v="528" actId="20577"/>
        <pc:sldMkLst>
          <pc:docMk/>
          <pc:sldMk cId="2098128014" sldId="297"/>
        </pc:sldMkLst>
        <pc:spChg chg="mod">
          <ac:chgData name="Michael Hill" userId="41dba03d-e58d-4389-9894-554c10310ba4" providerId="ADAL" clId="{EF23FE1D-A042-481E-AFD7-2A9FB0847F54}" dt="2026-01-26T17:31:09.556" v="528" actId="20577"/>
          <ac:spMkLst>
            <pc:docMk/>
            <pc:sldMk cId="2098128014" sldId="297"/>
            <ac:spMk id="3" creationId="{35D819EC-F1E2-670B-A66D-1BF9366A5C98}"/>
          </ac:spMkLst>
        </pc:spChg>
      </pc:sldChg>
      <pc:sldChg chg="modSp mod">
        <pc:chgData name="Michael Hill" userId="41dba03d-e58d-4389-9894-554c10310ba4" providerId="ADAL" clId="{EF23FE1D-A042-481E-AFD7-2A9FB0847F54}" dt="2026-01-26T18:04:54.686" v="4314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6-01-26T18:04:54.686" v="4314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modSp mod">
        <pc:chgData name="Michael Hill" userId="41dba03d-e58d-4389-9894-554c10310ba4" providerId="ADAL" clId="{EF23FE1D-A042-481E-AFD7-2A9FB0847F54}" dt="2026-01-26T17:33:43.838" v="704" actId="20577"/>
        <pc:sldMkLst>
          <pc:docMk/>
          <pc:sldMk cId="978586516" sldId="417"/>
        </pc:sldMkLst>
        <pc:spChg chg="mod">
          <ac:chgData name="Michael Hill" userId="41dba03d-e58d-4389-9894-554c10310ba4" providerId="ADAL" clId="{EF23FE1D-A042-481E-AFD7-2A9FB0847F54}" dt="2026-01-26T17:33:43.838" v="704" actId="20577"/>
          <ac:spMkLst>
            <pc:docMk/>
            <pc:sldMk cId="978586516" sldId="417"/>
            <ac:spMk id="3" creationId="{9CB4AEFE-ACDF-9249-68E8-563C3BA47C5E}"/>
          </ac:spMkLst>
        </pc:spChg>
        <pc:spChg chg="mod">
          <ac:chgData name="Michael Hill" userId="41dba03d-e58d-4389-9894-554c10310ba4" providerId="ADAL" clId="{EF23FE1D-A042-481E-AFD7-2A9FB0847F54}" dt="2026-01-26T17:32:05.757" v="550" actId="1076"/>
          <ac:spMkLst>
            <pc:docMk/>
            <pc:sldMk cId="978586516" sldId="417"/>
            <ac:spMk id="5" creationId="{1E11D907-A331-3354-9F65-8614C2BA07F0}"/>
          </ac:spMkLst>
        </pc:spChg>
      </pc:sldChg>
      <pc:sldChg chg="modSp mod">
        <pc:chgData name="Michael Hill" userId="41dba03d-e58d-4389-9894-554c10310ba4" providerId="ADAL" clId="{EF23FE1D-A042-481E-AFD7-2A9FB0847F54}" dt="2026-01-26T18:04:38.185" v="4311" actId="20577"/>
        <pc:sldMkLst>
          <pc:docMk/>
          <pc:sldMk cId="3832448631" sldId="446"/>
        </pc:sldMkLst>
        <pc:spChg chg="mod">
          <ac:chgData name="Michael Hill" userId="41dba03d-e58d-4389-9894-554c10310ba4" providerId="ADAL" clId="{EF23FE1D-A042-481E-AFD7-2A9FB0847F54}" dt="2026-01-26T18:04:38.185" v="4311" actId="20577"/>
          <ac:spMkLst>
            <pc:docMk/>
            <pc:sldMk cId="3832448631" sldId="446"/>
            <ac:spMk id="8" creationId="{EF326003-A81F-0ED2-6578-5778CDE8D99C}"/>
          </ac:spMkLst>
        </pc:spChg>
      </pc:sldChg>
      <pc:sldChg chg="delSp modSp mod">
        <pc:chgData name="Michael Hill" userId="41dba03d-e58d-4389-9894-554c10310ba4" providerId="ADAL" clId="{EF23FE1D-A042-481E-AFD7-2A9FB0847F54}" dt="2026-01-26T17:36:17.858" v="1237" actId="20577"/>
        <pc:sldMkLst>
          <pc:docMk/>
          <pc:sldMk cId="3066209072" sldId="448"/>
        </pc:sldMkLst>
        <pc:spChg chg="mod">
          <ac:chgData name="Michael Hill" userId="41dba03d-e58d-4389-9894-554c10310ba4" providerId="ADAL" clId="{EF23FE1D-A042-481E-AFD7-2A9FB0847F54}" dt="2026-01-26T17:36:17.858" v="1237" actId="20577"/>
          <ac:spMkLst>
            <pc:docMk/>
            <pc:sldMk cId="3066209072" sldId="448"/>
            <ac:spMk id="3" creationId="{55864167-C3A8-4CCD-536D-935FE12CECE2}"/>
          </ac:spMkLst>
        </pc:spChg>
        <pc:spChg chg="mod">
          <ac:chgData name="Michael Hill" userId="41dba03d-e58d-4389-9894-554c10310ba4" providerId="ADAL" clId="{EF23FE1D-A042-481E-AFD7-2A9FB0847F54}" dt="2026-01-26T17:35:51.463" v="1139" actId="20577"/>
          <ac:spMkLst>
            <pc:docMk/>
            <pc:sldMk cId="3066209072" sldId="448"/>
            <ac:spMk id="5" creationId="{1D70E969-611D-D207-D6CB-EED47B10FAFB}"/>
          </ac:spMkLst>
        </pc:spChg>
        <pc:picChg chg="del">
          <ac:chgData name="Michael Hill" userId="41dba03d-e58d-4389-9894-554c10310ba4" providerId="ADAL" clId="{EF23FE1D-A042-481E-AFD7-2A9FB0847F54}" dt="2026-01-26T17:35:58.881" v="1140" actId="478"/>
          <ac:picMkLst>
            <pc:docMk/>
            <pc:sldMk cId="3066209072" sldId="448"/>
            <ac:picMk id="2050" creationId="{76CF61FF-5E21-4E5B-01EF-4B75D6AE0025}"/>
          </ac:picMkLst>
        </pc:picChg>
      </pc:sldChg>
      <pc:sldChg chg="modSp mod">
        <pc:chgData name="Michael Hill" userId="41dba03d-e58d-4389-9894-554c10310ba4" providerId="ADAL" clId="{EF23FE1D-A042-481E-AFD7-2A9FB0847F54}" dt="2026-01-26T17:35:41.608" v="1115" actId="114"/>
        <pc:sldMkLst>
          <pc:docMk/>
          <pc:sldMk cId="3703502601" sldId="449"/>
        </pc:sldMkLst>
        <pc:spChg chg="mod">
          <ac:chgData name="Michael Hill" userId="41dba03d-e58d-4389-9894-554c10310ba4" providerId="ADAL" clId="{EF23FE1D-A042-481E-AFD7-2A9FB0847F54}" dt="2026-01-26T17:35:41.608" v="1115" actId="114"/>
          <ac:spMkLst>
            <pc:docMk/>
            <pc:sldMk cId="3703502601" sldId="449"/>
            <ac:spMk id="3" creationId="{B3BED70D-8555-1724-6F11-6A23736E045B}"/>
          </ac:spMkLst>
        </pc:spChg>
      </pc:sldChg>
      <pc:sldChg chg="addSp delSp modSp mod">
        <pc:chgData name="Michael Hill" userId="41dba03d-e58d-4389-9894-554c10310ba4" providerId="ADAL" clId="{EF23FE1D-A042-481E-AFD7-2A9FB0847F54}" dt="2026-01-26T17:42:15.095" v="2221" actId="114"/>
        <pc:sldMkLst>
          <pc:docMk/>
          <pc:sldMk cId="587411848" sldId="450"/>
        </pc:sldMkLst>
        <pc:spChg chg="mod">
          <ac:chgData name="Michael Hill" userId="41dba03d-e58d-4389-9894-554c10310ba4" providerId="ADAL" clId="{EF23FE1D-A042-481E-AFD7-2A9FB0847F54}" dt="2026-01-26T17:42:15.095" v="2221" actId="114"/>
          <ac:spMkLst>
            <pc:docMk/>
            <pc:sldMk cId="587411848" sldId="450"/>
            <ac:spMk id="3" creationId="{1B959D95-ECF8-3FB4-7B73-23BED8AA1CFC}"/>
          </ac:spMkLst>
        </pc:spChg>
        <pc:spChg chg="mod">
          <ac:chgData name="Michael Hill" userId="41dba03d-e58d-4389-9894-554c10310ba4" providerId="ADAL" clId="{EF23FE1D-A042-481E-AFD7-2A9FB0847F54}" dt="2026-01-26T17:39:32.973" v="1755" actId="1076"/>
          <ac:spMkLst>
            <pc:docMk/>
            <pc:sldMk cId="587411848" sldId="450"/>
            <ac:spMk id="5" creationId="{86F5FF1A-ECF1-844E-022B-3A4C9A2ECFEC}"/>
          </ac:spMkLst>
        </pc:spChg>
        <pc:picChg chg="add mod">
          <ac:chgData name="Michael Hill" userId="41dba03d-e58d-4389-9894-554c10310ba4" providerId="ADAL" clId="{EF23FE1D-A042-481E-AFD7-2A9FB0847F54}" dt="2026-01-26T17:41:30.527" v="2174" actId="1076"/>
          <ac:picMkLst>
            <pc:docMk/>
            <pc:sldMk cId="587411848" sldId="450"/>
            <ac:picMk id="2050" creationId="{BC1D5EB3-6786-EBF9-D160-D09158FEC442}"/>
          </ac:picMkLst>
        </pc:picChg>
        <pc:picChg chg="del">
          <ac:chgData name="Michael Hill" userId="41dba03d-e58d-4389-9894-554c10310ba4" providerId="ADAL" clId="{EF23FE1D-A042-481E-AFD7-2A9FB0847F54}" dt="2026-01-26T17:40:45.431" v="2169" actId="478"/>
          <ac:picMkLst>
            <pc:docMk/>
            <pc:sldMk cId="587411848" sldId="450"/>
            <ac:picMk id="3074" creationId="{17D91AAD-0804-52C4-28E7-C151D88087A1}"/>
          </ac:picMkLst>
        </pc:picChg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2547382381" sldId="451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157047166" sldId="452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2781497245" sldId="453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2572014677" sldId="454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4165964728" sldId="455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1196356910" sldId="456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1939603213" sldId="457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4292869618" sldId="458"/>
        </pc:sldMkLst>
      </pc:sldChg>
      <pc:sldChg chg="del">
        <pc:chgData name="Michael Hill" userId="41dba03d-e58d-4389-9894-554c10310ba4" providerId="ADAL" clId="{EF23FE1D-A042-481E-AFD7-2A9FB0847F54}" dt="2026-01-26T17:42:43.660" v="2236" actId="47"/>
        <pc:sldMkLst>
          <pc:docMk/>
          <pc:sldMk cId="3989970264" sldId="459"/>
        </pc:sldMkLst>
      </pc:sldChg>
      <pc:sldChg chg="modSp add mod">
        <pc:chgData name="Michael Hill" userId="41dba03d-e58d-4389-9894-554c10310ba4" providerId="ADAL" clId="{EF23FE1D-A042-481E-AFD7-2A9FB0847F54}" dt="2026-01-26T17:33:59.597" v="732" actId="20577"/>
        <pc:sldMkLst>
          <pc:docMk/>
          <pc:sldMk cId="4092132774" sldId="460"/>
        </pc:sldMkLst>
        <pc:spChg chg="mod">
          <ac:chgData name="Michael Hill" userId="41dba03d-e58d-4389-9894-554c10310ba4" providerId="ADAL" clId="{EF23FE1D-A042-481E-AFD7-2A9FB0847F54}" dt="2026-01-26T17:33:59.597" v="732" actId="20577"/>
          <ac:spMkLst>
            <pc:docMk/>
            <pc:sldMk cId="4092132774" sldId="460"/>
            <ac:spMk id="3" creationId="{B7BBD6FB-EFDD-2818-E254-2AFB7F2704AA}"/>
          </ac:spMkLst>
        </pc:spChg>
      </pc:sldChg>
      <pc:sldChg chg="modSp add mod">
        <pc:chgData name="Michael Hill" userId="41dba03d-e58d-4389-9894-554c10310ba4" providerId="ADAL" clId="{EF23FE1D-A042-481E-AFD7-2A9FB0847F54}" dt="2026-01-26T17:34:19.319" v="792" actId="20577"/>
        <pc:sldMkLst>
          <pc:docMk/>
          <pc:sldMk cId="1922032128" sldId="461"/>
        </pc:sldMkLst>
        <pc:spChg chg="mod">
          <ac:chgData name="Michael Hill" userId="41dba03d-e58d-4389-9894-554c10310ba4" providerId="ADAL" clId="{EF23FE1D-A042-481E-AFD7-2A9FB0847F54}" dt="2026-01-26T17:34:19.319" v="792" actId="20577"/>
          <ac:spMkLst>
            <pc:docMk/>
            <pc:sldMk cId="1922032128" sldId="461"/>
            <ac:spMk id="3" creationId="{50BEC3CF-53F6-908C-527B-6F9471CECE34}"/>
          </ac:spMkLst>
        </pc:spChg>
      </pc:sldChg>
      <pc:sldChg chg="addSp modSp add mod">
        <pc:chgData name="Michael Hill" userId="41dba03d-e58d-4389-9894-554c10310ba4" providerId="ADAL" clId="{EF23FE1D-A042-481E-AFD7-2A9FB0847F54}" dt="2026-01-26T17:42:28.222" v="2235" actId="113"/>
        <pc:sldMkLst>
          <pc:docMk/>
          <pc:sldMk cId="239664693" sldId="462"/>
        </pc:sldMkLst>
        <pc:spChg chg="mod">
          <ac:chgData name="Michael Hill" userId="41dba03d-e58d-4389-9894-554c10310ba4" providerId="ADAL" clId="{EF23FE1D-A042-481E-AFD7-2A9FB0847F54}" dt="2026-01-26T17:42:28.222" v="2235" actId="113"/>
          <ac:spMkLst>
            <pc:docMk/>
            <pc:sldMk cId="239664693" sldId="462"/>
            <ac:spMk id="3" creationId="{28135904-A114-EFCA-BA53-BF1B41C783E7}"/>
          </ac:spMkLst>
        </pc:spChg>
        <pc:picChg chg="add mod">
          <ac:chgData name="Michael Hill" userId="41dba03d-e58d-4389-9894-554c10310ba4" providerId="ADAL" clId="{EF23FE1D-A042-481E-AFD7-2A9FB0847F54}" dt="2026-01-26T17:39:03.616" v="1678" actId="14100"/>
          <ac:picMkLst>
            <pc:docMk/>
            <pc:sldMk cId="239664693" sldId="462"/>
            <ac:picMk id="1026" creationId="{BF05BD6C-540B-219B-7446-039452DF598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6T17:45:30.144" v="2702" actId="1076"/>
        <pc:sldMkLst>
          <pc:docMk/>
          <pc:sldMk cId="2180089616" sldId="463"/>
        </pc:sldMkLst>
        <pc:spChg chg="add">
          <ac:chgData name="Michael Hill" userId="41dba03d-e58d-4389-9894-554c10310ba4" providerId="ADAL" clId="{EF23FE1D-A042-481E-AFD7-2A9FB0847F54}" dt="2026-01-26T17:45:09.318" v="2697"/>
          <ac:spMkLst>
            <pc:docMk/>
            <pc:sldMk cId="2180089616" sldId="463"/>
            <ac:spMk id="2" creationId="{1F9B3CCC-9D70-447C-CB7E-10E53DA2AF82}"/>
          </ac:spMkLst>
        </pc:spChg>
        <pc:spChg chg="mod">
          <ac:chgData name="Michael Hill" userId="41dba03d-e58d-4389-9894-554c10310ba4" providerId="ADAL" clId="{EF23FE1D-A042-481E-AFD7-2A9FB0847F54}" dt="2026-01-26T17:44:26.087" v="2695" actId="20577"/>
          <ac:spMkLst>
            <pc:docMk/>
            <pc:sldMk cId="2180089616" sldId="463"/>
            <ac:spMk id="3" creationId="{50B647FF-35A3-63A6-855A-91337D5D3C57}"/>
          </ac:spMkLst>
        </pc:spChg>
        <pc:spChg chg="mod">
          <ac:chgData name="Michael Hill" userId="41dba03d-e58d-4389-9894-554c10310ba4" providerId="ADAL" clId="{EF23FE1D-A042-481E-AFD7-2A9FB0847F54}" dt="2026-01-26T17:43:02.470" v="2261" actId="1076"/>
          <ac:spMkLst>
            <pc:docMk/>
            <pc:sldMk cId="2180089616" sldId="463"/>
            <ac:spMk id="5" creationId="{896CB23C-18A5-B59D-5AAB-84832303C734}"/>
          </ac:spMkLst>
        </pc:spChg>
        <pc:picChg chg="del">
          <ac:chgData name="Michael Hill" userId="41dba03d-e58d-4389-9894-554c10310ba4" providerId="ADAL" clId="{EF23FE1D-A042-481E-AFD7-2A9FB0847F54}" dt="2026-01-26T17:44:28.078" v="2696" actId="478"/>
          <ac:picMkLst>
            <pc:docMk/>
            <pc:sldMk cId="2180089616" sldId="463"/>
            <ac:picMk id="2050" creationId="{E0295ABC-B65F-A15C-2AFB-2DE206686FA7}"/>
          </ac:picMkLst>
        </pc:picChg>
        <pc:picChg chg="add mod">
          <ac:chgData name="Michael Hill" userId="41dba03d-e58d-4389-9894-554c10310ba4" providerId="ADAL" clId="{EF23FE1D-A042-481E-AFD7-2A9FB0847F54}" dt="2026-01-26T17:45:30.144" v="2702" actId="1076"/>
          <ac:picMkLst>
            <pc:docMk/>
            <pc:sldMk cId="2180089616" sldId="463"/>
            <ac:picMk id="3076" creationId="{8CD0E485-A284-5C51-BEB5-44E2417D13CF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6T17:47:50.146" v="3019" actId="1076"/>
        <pc:sldMkLst>
          <pc:docMk/>
          <pc:sldMk cId="1423850069" sldId="464"/>
        </pc:sldMkLst>
        <pc:spChg chg="mod">
          <ac:chgData name="Michael Hill" userId="41dba03d-e58d-4389-9894-554c10310ba4" providerId="ADAL" clId="{EF23FE1D-A042-481E-AFD7-2A9FB0847F54}" dt="2026-01-26T17:46:52.471" v="3008" actId="20577"/>
          <ac:spMkLst>
            <pc:docMk/>
            <pc:sldMk cId="1423850069" sldId="464"/>
            <ac:spMk id="3" creationId="{207B6A24-DF53-BDB1-E431-EABE85960B20}"/>
          </ac:spMkLst>
        </pc:spChg>
        <pc:spChg chg="mod">
          <ac:chgData name="Michael Hill" userId="41dba03d-e58d-4389-9894-554c10310ba4" providerId="ADAL" clId="{EF23FE1D-A042-481E-AFD7-2A9FB0847F54}" dt="2026-01-26T17:45:45.051" v="2718" actId="1076"/>
          <ac:spMkLst>
            <pc:docMk/>
            <pc:sldMk cId="1423850069" sldId="464"/>
            <ac:spMk id="5" creationId="{85B8F7AA-3BE4-D75D-2450-CF90C0B27B44}"/>
          </ac:spMkLst>
        </pc:spChg>
        <pc:picChg chg="del">
          <ac:chgData name="Michael Hill" userId="41dba03d-e58d-4389-9894-554c10310ba4" providerId="ADAL" clId="{EF23FE1D-A042-481E-AFD7-2A9FB0847F54}" dt="2026-01-26T17:46:57.234" v="3009" actId="478"/>
          <ac:picMkLst>
            <pc:docMk/>
            <pc:sldMk cId="1423850069" sldId="464"/>
            <ac:picMk id="3076" creationId="{0850A28A-B891-AC3D-D62A-39E44480C25A}"/>
          </ac:picMkLst>
        </pc:picChg>
        <pc:picChg chg="add mod">
          <ac:chgData name="Michael Hill" userId="41dba03d-e58d-4389-9894-554c10310ba4" providerId="ADAL" clId="{EF23FE1D-A042-481E-AFD7-2A9FB0847F54}" dt="2026-01-26T17:47:22.696" v="3014" actId="1076"/>
          <ac:picMkLst>
            <pc:docMk/>
            <pc:sldMk cId="1423850069" sldId="464"/>
            <ac:picMk id="4098" creationId="{D4B57D2F-FEF4-3E2C-ADE2-8F2B7B0FA2BA}"/>
          </ac:picMkLst>
        </pc:picChg>
        <pc:picChg chg="add mod">
          <ac:chgData name="Michael Hill" userId="41dba03d-e58d-4389-9894-554c10310ba4" providerId="ADAL" clId="{EF23FE1D-A042-481E-AFD7-2A9FB0847F54}" dt="2026-01-26T17:47:50.146" v="3019" actId="1076"/>
          <ac:picMkLst>
            <pc:docMk/>
            <pc:sldMk cId="1423850069" sldId="464"/>
            <ac:picMk id="4100" creationId="{EFC4A27D-2531-6982-6690-B8F683E19C48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6T17:50:17.728" v="3492" actId="404"/>
        <pc:sldMkLst>
          <pc:docMk/>
          <pc:sldMk cId="2378059111" sldId="465"/>
        </pc:sldMkLst>
        <pc:spChg chg="mod">
          <ac:chgData name="Michael Hill" userId="41dba03d-e58d-4389-9894-554c10310ba4" providerId="ADAL" clId="{EF23FE1D-A042-481E-AFD7-2A9FB0847F54}" dt="2026-01-26T17:50:17.728" v="3492" actId="404"/>
          <ac:spMkLst>
            <pc:docMk/>
            <pc:sldMk cId="2378059111" sldId="465"/>
            <ac:spMk id="3" creationId="{0AC5C318-31C6-E9C3-1844-68A964F6723A}"/>
          </ac:spMkLst>
        </pc:spChg>
        <pc:spChg chg="mod">
          <ac:chgData name="Michael Hill" userId="41dba03d-e58d-4389-9894-554c10310ba4" providerId="ADAL" clId="{EF23FE1D-A042-481E-AFD7-2A9FB0847F54}" dt="2026-01-26T17:48:10.826" v="3043" actId="14100"/>
          <ac:spMkLst>
            <pc:docMk/>
            <pc:sldMk cId="2378059111" sldId="465"/>
            <ac:spMk id="5" creationId="{ACC58DE3-2224-37DF-A30D-B802BFF44934}"/>
          </ac:spMkLst>
        </pc:spChg>
        <pc:picChg chg="del">
          <ac:chgData name="Michael Hill" userId="41dba03d-e58d-4389-9894-554c10310ba4" providerId="ADAL" clId="{EF23FE1D-A042-481E-AFD7-2A9FB0847F54}" dt="2026-01-26T17:48:56.970" v="3292" actId="478"/>
          <ac:picMkLst>
            <pc:docMk/>
            <pc:sldMk cId="2378059111" sldId="465"/>
            <ac:picMk id="4098" creationId="{01F60C23-1F23-D194-7759-35561BE9E73E}"/>
          </ac:picMkLst>
        </pc:picChg>
        <pc:picChg chg="del">
          <ac:chgData name="Michael Hill" userId="41dba03d-e58d-4389-9894-554c10310ba4" providerId="ADAL" clId="{EF23FE1D-A042-481E-AFD7-2A9FB0847F54}" dt="2026-01-26T17:49:39.004" v="3485" actId="478"/>
          <ac:picMkLst>
            <pc:docMk/>
            <pc:sldMk cId="2378059111" sldId="465"/>
            <ac:picMk id="4100" creationId="{F636A7B0-E310-DFE8-F6E1-689119E105EB}"/>
          </ac:picMkLst>
        </pc:picChg>
        <pc:picChg chg="add mod">
          <ac:chgData name="Michael Hill" userId="41dba03d-e58d-4389-9894-554c10310ba4" providerId="ADAL" clId="{EF23FE1D-A042-481E-AFD7-2A9FB0847F54}" dt="2026-01-26T17:50:11.755" v="3490" actId="1076"/>
          <ac:picMkLst>
            <pc:docMk/>
            <pc:sldMk cId="2378059111" sldId="465"/>
            <ac:picMk id="5122" creationId="{62EA1B56-50DA-463D-026C-E6D88CAFBDB3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1-26T18:02:06.852" v="3725" actId="20577"/>
        <pc:sldMkLst>
          <pc:docMk/>
          <pc:sldMk cId="2079699206" sldId="466"/>
        </pc:sldMkLst>
        <pc:spChg chg="del">
          <ac:chgData name="Michael Hill" userId="41dba03d-e58d-4389-9894-554c10310ba4" providerId="ADAL" clId="{EF23FE1D-A042-481E-AFD7-2A9FB0847F54}" dt="2026-01-26T17:58:50.798" v="3521" actId="478"/>
          <ac:spMkLst>
            <pc:docMk/>
            <pc:sldMk cId="2079699206" sldId="466"/>
            <ac:spMk id="3" creationId="{6B8E468D-BD7D-D15F-D4A7-92ABC38D2B14}"/>
          </ac:spMkLst>
        </pc:spChg>
        <pc:spChg chg="add mod">
          <ac:chgData name="Michael Hill" userId="41dba03d-e58d-4389-9894-554c10310ba4" providerId="ADAL" clId="{EF23FE1D-A042-481E-AFD7-2A9FB0847F54}" dt="2026-01-26T18:02:06.852" v="3725" actId="20577"/>
          <ac:spMkLst>
            <pc:docMk/>
            <pc:sldMk cId="2079699206" sldId="466"/>
            <ac:spMk id="4" creationId="{2F8AA0BB-4D77-B6C7-CF74-2213DCA30D5A}"/>
          </ac:spMkLst>
        </pc:spChg>
        <pc:spChg chg="mod">
          <ac:chgData name="Michael Hill" userId="41dba03d-e58d-4389-9894-554c10310ba4" providerId="ADAL" clId="{EF23FE1D-A042-481E-AFD7-2A9FB0847F54}" dt="2026-01-26T17:58:46.842" v="3520" actId="14100"/>
          <ac:spMkLst>
            <pc:docMk/>
            <pc:sldMk cId="2079699206" sldId="466"/>
            <ac:spMk id="5" creationId="{F84C52AD-0CE3-C4DB-2B76-8961B174350B}"/>
          </ac:spMkLst>
        </pc:spChg>
        <pc:graphicFrameChg chg="add mod modGraphic">
          <ac:chgData name="Michael Hill" userId="41dba03d-e58d-4389-9894-554c10310ba4" providerId="ADAL" clId="{EF23FE1D-A042-481E-AFD7-2A9FB0847F54}" dt="2026-01-26T18:01:10.407" v="3551" actId="207"/>
          <ac:graphicFrameMkLst>
            <pc:docMk/>
            <pc:sldMk cId="2079699206" sldId="466"/>
            <ac:graphicFrameMk id="2" creationId="{9A5F2238-4341-6FC9-0B31-3FB0DF0A56DA}"/>
          </ac:graphicFrameMkLst>
        </pc:graphicFrameChg>
        <pc:picChg chg="del">
          <ac:chgData name="Michael Hill" userId="41dba03d-e58d-4389-9894-554c10310ba4" providerId="ADAL" clId="{EF23FE1D-A042-481E-AFD7-2A9FB0847F54}" dt="2026-01-26T17:58:52.336" v="3522" actId="478"/>
          <ac:picMkLst>
            <pc:docMk/>
            <pc:sldMk cId="2079699206" sldId="466"/>
            <ac:picMk id="5122" creationId="{ACD47837-4C40-85C6-B421-B0734ACAFB4F}"/>
          </ac:picMkLst>
        </pc:picChg>
      </pc:sldChg>
      <pc:sldChg chg="modSp add mod">
        <pc:chgData name="Michael Hill" userId="41dba03d-e58d-4389-9894-554c10310ba4" providerId="ADAL" clId="{EF23FE1D-A042-481E-AFD7-2A9FB0847F54}" dt="2026-01-26T18:02:41.299" v="3893" actId="20577"/>
        <pc:sldMkLst>
          <pc:docMk/>
          <pc:sldMk cId="2236514390" sldId="467"/>
        </pc:sldMkLst>
        <pc:spChg chg="mod">
          <ac:chgData name="Michael Hill" userId="41dba03d-e58d-4389-9894-554c10310ba4" providerId="ADAL" clId="{EF23FE1D-A042-481E-AFD7-2A9FB0847F54}" dt="2026-01-26T18:02:41.299" v="3893" actId="20577"/>
          <ac:spMkLst>
            <pc:docMk/>
            <pc:sldMk cId="2236514390" sldId="467"/>
            <ac:spMk id="4" creationId="{E48EC32F-BCA4-9D9B-54B6-DAD7562BAE0F}"/>
          </ac:spMkLst>
        </pc:spChg>
      </pc:sldChg>
      <pc:sldChg chg="modSp add mod">
        <pc:chgData name="Michael Hill" userId="41dba03d-e58d-4389-9894-554c10310ba4" providerId="ADAL" clId="{EF23FE1D-A042-481E-AFD7-2A9FB0847F54}" dt="2026-01-26T18:03:55.701" v="4148" actId="20577"/>
        <pc:sldMkLst>
          <pc:docMk/>
          <pc:sldMk cId="959563959" sldId="468"/>
        </pc:sldMkLst>
        <pc:spChg chg="mod">
          <ac:chgData name="Michael Hill" userId="41dba03d-e58d-4389-9894-554c10310ba4" providerId="ADAL" clId="{EF23FE1D-A042-481E-AFD7-2A9FB0847F54}" dt="2026-01-26T18:03:55.701" v="4148" actId="20577"/>
          <ac:spMkLst>
            <pc:docMk/>
            <pc:sldMk cId="959563959" sldId="468"/>
            <ac:spMk id="4" creationId="{DCABD2C1-18B6-66BA-89B7-20515028EAE7}"/>
          </ac:spMkLst>
        </pc:spChg>
      </pc:sldChg>
      <pc:sldChg chg="modSp add mod">
        <pc:chgData name="Michael Hill" userId="41dba03d-e58d-4389-9894-554c10310ba4" providerId="ADAL" clId="{EF23FE1D-A042-481E-AFD7-2A9FB0847F54}" dt="2026-01-26T18:03:36.580" v="4118" actId="20577"/>
        <pc:sldMkLst>
          <pc:docMk/>
          <pc:sldMk cId="3164202443" sldId="469"/>
        </pc:sldMkLst>
        <pc:spChg chg="mod">
          <ac:chgData name="Michael Hill" userId="41dba03d-e58d-4389-9894-554c10310ba4" providerId="ADAL" clId="{EF23FE1D-A042-481E-AFD7-2A9FB0847F54}" dt="2026-01-26T18:03:36.580" v="4118" actId="20577"/>
          <ac:spMkLst>
            <pc:docMk/>
            <pc:sldMk cId="3164202443" sldId="469"/>
            <ac:spMk id="4" creationId="{6AC58106-3552-0C4D-6AD8-CCFC48E7785E}"/>
          </ac:spMkLst>
        </pc:spChg>
      </pc:sldChg>
      <pc:sldChg chg="modSp add mod">
        <pc:chgData name="Michael Hill" userId="41dba03d-e58d-4389-9894-554c10310ba4" providerId="ADAL" clId="{EF23FE1D-A042-481E-AFD7-2A9FB0847F54}" dt="2026-01-26T18:27:55.286" v="4507" actId="5793"/>
        <pc:sldMkLst>
          <pc:docMk/>
          <pc:sldMk cId="338361375" sldId="470"/>
        </pc:sldMkLst>
        <pc:spChg chg="mod">
          <ac:chgData name="Michael Hill" userId="41dba03d-e58d-4389-9894-554c10310ba4" providerId="ADAL" clId="{EF23FE1D-A042-481E-AFD7-2A9FB0847F54}" dt="2026-01-26T18:27:16.307" v="4327" actId="20577"/>
          <ac:spMkLst>
            <pc:docMk/>
            <pc:sldMk cId="338361375" sldId="470"/>
            <ac:spMk id="5" creationId="{4D2AC02D-26BC-7328-CB18-DF336A473423}"/>
          </ac:spMkLst>
        </pc:spChg>
        <pc:spChg chg="mod">
          <ac:chgData name="Michael Hill" userId="41dba03d-e58d-4389-9894-554c10310ba4" providerId="ADAL" clId="{EF23FE1D-A042-481E-AFD7-2A9FB0847F54}" dt="2026-01-26T18:27:55.286" v="4507" actId="5793"/>
          <ac:spMkLst>
            <pc:docMk/>
            <pc:sldMk cId="338361375" sldId="470"/>
            <ac:spMk id="8" creationId="{9917EA57-1504-6FA0-0849-78E85F9ADDCD}"/>
          </ac:spMkLst>
        </pc:spChg>
      </pc:sldChg>
      <pc:sldChg chg="add del">
        <pc:chgData name="Michael Hill" userId="41dba03d-e58d-4389-9894-554c10310ba4" providerId="ADAL" clId="{EF23FE1D-A042-481E-AFD7-2A9FB0847F54}" dt="2026-01-26T18:04:08.451" v="4150" actId="47"/>
        <pc:sldMkLst>
          <pc:docMk/>
          <pc:sldMk cId="2316945416" sldId="47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18T14:30:51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89 4607 0 0,'-130'-66'3807'0'0,"118"61"-3441"0"0,6 2-179 0 0,0 0 0 0 0,0 1 0 0 0,-1-1 0 0 0,1 2 0 0 0,-1-1 0 0 0,1 1 1 0 0,-11-1-1 0 0,16 2-241 0 0,2 8-1466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007EC-7779-4BAC-8F03-814B556CCD3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DB48C-FCC8-4682-A5C6-34BDEF33D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A-18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918200" y="3695603"/>
            <a:ext cx="3878938" cy="9807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 USAGE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785627" cy="2255680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Predictive Modelling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Decision Tree Induction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Backpropagation in Neural Networks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Database Segmentation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 Analysis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Deviation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160867"/>
            <a:ext cx="2903431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419726" y="1244356"/>
            <a:ext cx="937977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What data mining technique would be used to find the following patterns in a dataset?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People who buy a toothbrush are very likely to also buy toothpaste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People who buy</a:t>
            </a: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 a car will get an oil change in a few months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Stock prices in the next </a:t>
            </a:r>
            <a:r>
              <a:rPr lang="en-US" sz="2400">
                <a:solidFill>
                  <a:prstClr val="white"/>
                </a:solidFill>
                <a:latin typeface="Bahnschrift" panose="020B0502040204020203" pitchFamily="34" charset="0"/>
              </a:rPr>
              <a:t>two months</a:t>
            </a:r>
            <a:endParaRPr lang="en-US" sz="24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2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613153" y="-1528902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D819EC-F1E2-670B-A66D-1BF9366A5C98}"/>
              </a:ext>
            </a:extLst>
          </p:cNvPr>
          <p:cNvSpPr/>
          <p:nvPr/>
        </p:nvSpPr>
        <p:spPr>
          <a:xfrm>
            <a:off x="1733476" y="1244356"/>
            <a:ext cx="9066029" cy="428268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Associations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Sequential Patterns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latin typeface="Bahnschrift" panose="020B0502040204020203" pitchFamily="34" charset="0"/>
              </a:rPr>
              <a:t>Forecasting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F4C78-06C3-CCBE-A6E4-DAB02567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87266C-0C7C-0587-AD50-4D73254B565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970333-9DDE-AD61-19CC-D231894BC45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D7C3BF-8F6B-77C2-092F-14C855F6C91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11D907-A331-3354-9F65-8614C2BA07F0}"/>
              </a:ext>
            </a:extLst>
          </p:cNvPr>
          <p:cNvSpPr/>
          <p:nvPr/>
        </p:nvSpPr>
        <p:spPr>
          <a:xfrm>
            <a:off x="-284480" y="233565"/>
            <a:ext cx="720682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NEURAL NETWORK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F2028E-D624-443B-7E3A-BFECB982EC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CB4AEFE-ACDF-9249-68E8-563C3BA47C5E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are part of a credit score neural network.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Your goal, determine if the user should be approved for a loan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1: Give me some student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8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76B92-1D84-0B0E-7397-0DF501EC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5E1E15F-CAFC-DFF7-F575-C7CC9813C97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6B9E99-9B69-5383-A20C-625F7874B47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436740-6FEA-5D73-EAC4-7264B409600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8840FF-3F12-420D-A39C-AC5542950B90}"/>
              </a:ext>
            </a:extLst>
          </p:cNvPr>
          <p:cNvSpPr/>
          <p:nvPr/>
        </p:nvSpPr>
        <p:spPr>
          <a:xfrm>
            <a:off x="-284480" y="233565"/>
            <a:ext cx="720682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NEURAL NETWORK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E6E9595-3A07-DFAD-B8DE-2E79AE866F0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E6E9595-3A07-DFAD-B8DE-2E79AE866F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7BBD6FB-EFDD-2818-E254-2AFB7F2704AA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2: Weight this data</a:t>
            </a:r>
          </a:p>
        </p:txBody>
      </p:sp>
    </p:spTree>
    <p:extLst>
      <p:ext uri="{BB962C8B-B14F-4D97-AF65-F5344CB8AC3E}">
        <p14:creationId xmlns:p14="http://schemas.microsoft.com/office/powerpoint/2010/main" val="409213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E6C8C-FF45-F716-BE51-67009B76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0FDDB11-E436-97BF-E75F-B8844A69A9D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7C882F-F956-3C95-64ED-F4E8211E69A5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2B1485-64F2-E8E5-CDA7-95F10973331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29F55-92C0-E537-655E-6C378D3D994C}"/>
              </a:ext>
            </a:extLst>
          </p:cNvPr>
          <p:cNvSpPr/>
          <p:nvPr/>
        </p:nvSpPr>
        <p:spPr>
          <a:xfrm>
            <a:off x="-284480" y="233565"/>
            <a:ext cx="720682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HUMAN NEURAL NETWORK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C43CEFD-5B91-BC77-71C4-0A0A05C536E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C43CEFD-5B91-BC77-71C4-0A0A05C536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BEC3CF-53F6-908C-527B-6F9471CECE34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3: Decide if the student should be approved for the loan</a:t>
            </a:r>
          </a:p>
        </p:txBody>
      </p:sp>
    </p:spTree>
    <p:extLst>
      <p:ext uri="{BB962C8B-B14F-4D97-AF65-F5344CB8AC3E}">
        <p14:creationId xmlns:p14="http://schemas.microsoft.com/office/powerpoint/2010/main" val="192203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F364A-562E-AE74-3972-ABFE8F09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954028B-65CE-574E-3377-1398AEBB8BB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938D0-693C-DF8E-9864-568F3C40387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60CB1D-D296-F15F-9366-5F4CE53CCC43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05AD5-B194-7D77-B004-031858986C31}"/>
              </a:ext>
            </a:extLst>
          </p:cNvPr>
          <p:cNvSpPr/>
          <p:nvPr/>
        </p:nvSpPr>
        <p:spPr>
          <a:xfrm>
            <a:off x="0" y="233565"/>
            <a:ext cx="373608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 MINING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C12BF4-8FE2-CA85-0055-834B4532247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C12BF4-8FE2-CA85-0055-834B453224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3BED70D-8555-1724-6F11-6A23736E045B}"/>
              </a:ext>
            </a:extLst>
          </p:cNvPr>
          <p:cNvSpPr/>
          <p:nvPr/>
        </p:nvSpPr>
        <p:spPr>
          <a:xfrm>
            <a:off x="821436" y="1197864"/>
            <a:ext cx="10440893" cy="5053433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say that we weighted age far too much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hope that a human supervisor would go back and tell the computer (thus approving the loan as well)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feedback is then sent back to the network, which changes its weights accordingly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called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backpropagation</a:t>
            </a:r>
          </a:p>
        </p:txBody>
      </p:sp>
    </p:spTree>
    <p:extLst>
      <p:ext uri="{BB962C8B-B14F-4D97-AF65-F5344CB8AC3E}">
        <p14:creationId xmlns:p14="http://schemas.microsoft.com/office/powerpoint/2010/main" val="3703502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FBBE6-D168-B304-AB5E-F9B9BD4B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6AC92A8-FB02-53E2-C280-B45FF7D3286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C851C8-A9DC-149F-7DB2-61C8A985C4D3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FDB486-2101-C263-5800-A903AE56A3A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0E969-611D-D207-D6CB-EED47B10FAFB}"/>
              </a:ext>
            </a:extLst>
          </p:cNvPr>
          <p:cNvSpPr/>
          <p:nvPr/>
        </p:nvSpPr>
        <p:spPr>
          <a:xfrm>
            <a:off x="0" y="233565"/>
            <a:ext cx="520065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DECISION TREES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ACF3EB6-6A45-5D3A-AED1-7638B63A352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ACF3EB6-6A45-5D3A-AED1-7638B63A35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5864167-C3A8-4CCD-536D-935FE12CECE2}"/>
              </a:ext>
            </a:extLst>
          </p:cNvPr>
          <p:cNvSpPr/>
          <p:nvPr/>
        </p:nvSpPr>
        <p:spPr>
          <a:xfrm>
            <a:off x="821436" y="1197864"/>
            <a:ext cx="6435631" cy="5660136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do trees look like, per the abstract data types unit we did last year?</a:t>
            </a:r>
          </a:p>
        </p:txBody>
      </p:sp>
    </p:spTree>
    <p:extLst>
      <p:ext uri="{BB962C8B-B14F-4D97-AF65-F5344CB8AC3E}">
        <p14:creationId xmlns:p14="http://schemas.microsoft.com/office/powerpoint/2010/main" val="306620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A1F3B-943F-DDE9-D93B-EF6AFFE2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37FB181-76C2-AB7A-5712-49D813D9D2F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5B31B9-6F61-DDBB-0161-DBCD706114F1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D543E-4EB5-1C73-3347-9FC06940567A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4BFF8-E867-5CBD-0249-0144AA27FA61}"/>
              </a:ext>
            </a:extLst>
          </p:cNvPr>
          <p:cNvSpPr/>
          <p:nvPr/>
        </p:nvSpPr>
        <p:spPr>
          <a:xfrm>
            <a:off x="0" y="233565"/>
            <a:ext cx="5200650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DECISION TREES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1AA45BA-4E3F-A36B-07C0-3837BBC4114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1AA45BA-4E3F-A36B-07C0-3837BBC411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8135904-A114-EFCA-BA53-BF1B41C783E7}"/>
              </a:ext>
            </a:extLst>
          </p:cNvPr>
          <p:cNvSpPr/>
          <p:nvPr/>
        </p:nvSpPr>
        <p:spPr>
          <a:xfrm>
            <a:off x="821436" y="1197864"/>
            <a:ext cx="10828697" cy="5660136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also use </a:t>
            </a:r>
            <a:r>
              <a:rPr lang="en-US" sz="24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decision trees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 predictive modeling – trying to decide on outcomes for a situation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tree acts almost as a flowchart, where each node is a test of an attribute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can learn which attributes to test based on existing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Example: Has the user watched Sci-Fi? -&gt; Yes -&gt; Was it released after 2020? -&gt; Yes -&gt; Recommend “Dune”</a:t>
            </a:r>
          </a:p>
        </p:txBody>
      </p:sp>
      <p:pic>
        <p:nvPicPr>
          <p:cNvPr id="1026" name="Picture 2" descr="What Is a Decision Tree and How Is It Used?">
            <a:extLst>
              <a:ext uri="{FF2B5EF4-FFF2-40B4-BE49-F238E27FC236}">
                <a16:creationId xmlns:a16="http://schemas.microsoft.com/office/drawing/2014/main" id="{BF05BD6C-540B-219B-7446-039452DF5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412" y="3920108"/>
            <a:ext cx="4598618" cy="293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1E961-0856-34A2-63B4-6727DF06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B43C56F-EB8B-2D07-4EB7-A6611B55E32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2E4F8D-6FD6-DA18-B701-9AB3375229B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D0C1C7-F505-190F-3C35-74DC8114AFB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5FF1A-ECF1-844E-022B-3A4C9A2ECFEC}"/>
              </a:ext>
            </a:extLst>
          </p:cNvPr>
          <p:cNvSpPr/>
          <p:nvPr/>
        </p:nvSpPr>
        <p:spPr>
          <a:xfrm>
            <a:off x="-745068" y="250252"/>
            <a:ext cx="11101493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NEURAL NETWORKS &amp; BACKPROPAGATION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163B9B-5312-19CB-6024-E61412829358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163B9B-5312-19CB-6024-E614128293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B959D95-ECF8-3FB4-7B73-23BED8AA1CFC}"/>
              </a:ext>
            </a:extLst>
          </p:cNvPr>
          <p:cNvSpPr/>
          <p:nvPr/>
        </p:nvSpPr>
        <p:spPr>
          <a:xfrm>
            <a:off x="382772" y="1197864"/>
            <a:ext cx="6780027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Neural Networks &amp; Backpropagation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  Inspired by the human brain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Layers of interconnected “neurons” process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When the network makes a mistake, the error is sent backward through the layers to adjust the weights of the connections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black box problem: We know the input and output, but as the system develops we don’t know why the network makes a specific decision.</a:t>
            </a:r>
          </a:p>
        </p:txBody>
      </p:sp>
      <p:pic>
        <p:nvPicPr>
          <p:cNvPr id="2050" name="Picture 2" descr="Neural Network Weights - Deep Learning Dictionary - deeplizard">
            <a:extLst>
              <a:ext uri="{FF2B5EF4-FFF2-40B4-BE49-F238E27FC236}">
                <a16:creationId xmlns:a16="http://schemas.microsoft.com/office/drawing/2014/main" id="{BC1D5EB3-6786-EBF9-D160-D09158FEC4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22"/>
          <a:stretch>
            <a:fillRect/>
          </a:stretch>
        </p:blipFill>
        <p:spPr bwMode="auto">
          <a:xfrm>
            <a:off x="7452132" y="2042099"/>
            <a:ext cx="4174972" cy="355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41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C355AA-00AA-632D-D603-AF9D7062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973755F-12ED-0AA8-6F22-0A0B55A39F2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5EC64F-1E71-0E03-1097-99E123376C9B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4169B7-82DC-BECD-B783-CE5620CA37A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6CB23C-18A5-B59D-5AAB-84832303C734}"/>
              </a:ext>
            </a:extLst>
          </p:cNvPr>
          <p:cNvSpPr/>
          <p:nvPr/>
        </p:nvSpPr>
        <p:spPr>
          <a:xfrm>
            <a:off x="-365761" y="250252"/>
            <a:ext cx="7328747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DATABASE SEGMENTATION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BDA7A4E-9839-0C1D-CB5B-8F18A8BE721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BDA7A4E-9839-0C1D-CB5B-8F18A8BE72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B647FF-35A3-63A6-855A-91337D5D3C57}"/>
              </a:ext>
            </a:extLst>
          </p:cNvPr>
          <p:cNvSpPr/>
          <p:nvPr/>
        </p:nvSpPr>
        <p:spPr>
          <a:xfrm>
            <a:off x="382772" y="1197864"/>
            <a:ext cx="6780027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Database Segmentation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  partitioning (splitting) a database into distinct groups (segments) based on common features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 airline partitions its database into “Economy”, “Business”, and “First Class” rows to send different marketing emails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Goal: Treat different users differently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can be used in a business as well to segment different departments of employees for example</a:t>
            </a:r>
          </a:p>
        </p:txBody>
      </p:sp>
      <p:pic>
        <p:nvPicPr>
          <p:cNvPr id="3076" name="Picture 4" descr="PPT - Chapter 35 PowerPoint Presentation, free download - ID:1355582">
            <a:extLst>
              <a:ext uri="{FF2B5EF4-FFF2-40B4-BE49-F238E27FC236}">
                <a16:creationId xmlns:a16="http://schemas.microsoft.com/office/drawing/2014/main" id="{8CD0E485-A284-5C51-BEB5-44E2417D1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383" y="1821414"/>
            <a:ext cx="4659328" cy="349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08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2F844-AA94-BFAF-3F44-8A5153B1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99A3D8F-8193-9CD3-21F4-51025BD7474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B18D53-BD52-4D64-EDC7-BBF8AF85F40F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FDEC23-C8F6-59AC-4B44-2DE20A26B802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8F7AA-3BE4-D75D-2450-CF90C0B27B44}"/>
              </a:ext>
            </a:extLst>
          </p:cNvPr>
          <p:cNvSpPr/>
          <p:nvPr/>
        </p:nvSpPr>
        <p:spPr>
          <a:xfrm>
            <a:off x="0" y="250252"/>
            <a:ext cx="4253654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LINK ANALYSIS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4842E8-D0B9-B934-4963-3B15AE879F23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4842E8-D0B9-B934-4963-3B15AE879F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07B6A24-DF53-BDB1-E431-EABE85960B20}"/>
              </a:ext>
            </a:extLst>
          </p:cNvPr>
          <p:cNvSpPr/>
          <p:nvPr/>
        </p:nvSpPr>
        <p:spPr>
          <a:xfrm>
            <a:off x="382772" y="1197864"/>
            <a:ext cx="6780027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Link Analysis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– establishing associations/relationships between individual records.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goal: Treat records not as independent, but in context with connections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Examples: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Identifying criminal networks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Social media mutual friends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Web page rankings </a:t>
            </a:r>
          </a:p>
        </p:txBody>
      </p:sp>
      <p:pic>
        <p:nvPicPr>
          <p:cNvPr id="4098" name="Picture 2" descr="Link Analysis: How to Use It to Prevent Fraud &amp; Money Laundering">
            <a:extLst>
              <a:ext uri="{FF2B5EF4-FFF2-40B4-BE49-F238E27FC236}">
                <a16:creationId xmlns:a16="http://schemas.microsoft.com/office/drawing/2014/main" id="{D4B57D2F-FEF4-3E2C-ADE2-8F2B7B0F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522" y="2955424"/>
            <a:ext cx="4922745" cy="384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WORD AND SHIELD: A dedicated blog to The Legend of Zelda. My name is ...">
            <a:extLst>
              <a:ext uri="{FF2B5EF4-FFF2-40B4-BE49-F238E27FC236}">
                <a16:creationId xmlns:a16="http://schemas.microsoft.com/office/drawing/2014/main" id="{EFC4A27D-2531-6982-6690-B8F683E19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08" y="201373"/>
            <a:ext cx="2913746" cy="291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850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BAFE5-63D4-3051-8162-DA67768B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702C420-DAA1-6760-ED1C-372BD97FB47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AE9CA3-D686-CCB7-1DC6-BA025597AE9C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B8FA2D-6E44-6EAA-727D-F00034169374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58DE3-2224-37DF-A30D-B802BFF44934}"/>
              </a:ext>
            </a:extLst>
          </p:cNvPr>
          <p:cNvSpPr/>
          <p:nvPr/>
        </p:nvSpPr>
        <p:spPr>
          <a:xfrm>
            <a:off x="-1" y="250252"/>
            <a:ext cx="6199069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DEVIATION DETECTION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4D2CD52-8D26-80F6-1670-D3DE4528C25C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4D2CD52-8D26-80F6-1670-D3DE4528C2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AC5C318-31C6-E9C3-1844-68A964F6723A}"/>
              </a:ext>
            </a:extLst>
          </p:cNvPr>
          <p:cNvSpPr/>
          <p:nvPr/>
        </p:nvSpPr>
        <p:spPr>
          <a:xfrm>
            <a:off x="382772" y="1197864"/>
            <a:ext cx="11484108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Deviation Detection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– identifying outliers in data – data that doesn’t fit the established pattern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Process: statistical techniques used to find data subsets that are unusual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 user breaking their clustering group, for example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Example: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You usually spend $20 on lunch, but suddenly a $4000 charge appears for a gold watch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 user logs in from London, and 5 minutes later logins in from Kyoto</a:t>
            </a:r>
          </a:p>
        </p:txBody>
      </p:sp>
      <p:pic>
        <p:nvPicPr>
          <p:cNvPr id="5122" name="Picture 2" descr="PPT - Data Mining PowerPoint Presentation, free download - ID:1818997">
            <a:extLst>
              <a:ext uri="{FF2B5EF4-FFF2-40B4-BE49-F238E27FC236}">
                <a16:creationId xmlns:a16="http://schemas.microsoft.com/office/drawing/2014/main" id="{62EA1B56-50DA-463D-026C-E6D88CAFBD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92"/>
          <a:stretch>
            <a:fillRect/>
          </a:stretch>
        </p:blipFill>
        <p:spPr bwMode="auto">
          <a:xfrm>
            <a:off x="2585053" y="4307906"/>
            <a:ext cx="6274544" cy="236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05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93AA9-EF59-A7B4-1D99-240153B7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7754CD4-56AF-02DC-A479-D8D9A606125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EE0AA9-5F76-D719-9D37-A9E4508064F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60A66A-190B-B63C-A859-BB0FBA86F6EB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4C52AD-0CE3-C4DB-2B76-8961B174350B}"/>
              </a:ext>
            </a:extLst>
          </p:cNvPr>
          <p:cNvSpPr/>
          <p:nvPr/>
        </p:nvSpPr>
        <p:spPr>
          <a:xfrm>
            <a:off x="-1" y="250252"/>
            <a:ext cx="8148321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SERVER LOG – ANOMALY HUNT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ED7B8D-C6D2-CBAE-CB68-8A9D7C1A117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ED7B8D-C6D2-CBAE-CB68-8A9D7C1A11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5F2238-4341-6FC9-0B31-3FB0DF0A5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590118"/>
              </p:ext>
            </p:extLst>
          </p:nvPr>
        </p:nvGraphicFramePr>
        <p:xfrm>
          <a:off x="160787" y="1191605"/>
          <a:ext cx="8313978" cy="53841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71317">
                  <a:extLst>
                    <a:ext uri="{9D8B030D-6E8A-4147-A177-3AD203B41FA5}">
                      <a16:colId xmlns:a16="http://schemas.microsoft.com/office/drawing/2014/main" val="36673567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140411159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1981218128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23955417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995856951"/>
                    </a:ext>
                  </a:extLst>
                </a:gridCol>
                <a:gridCol w="1443029">
                  <a:extLst>
                    <a:ext uri="{9D8B030D-6E8A-4147-A177-3AD203B41FA5}">
                      <a16:colId xmlns:a16="http://schemas.microsoft.com/office/drawing/2014/main" val="554043685"/>
                    </a:ext>
                  </a:extLst>
                </a:gridCol>
              </a:tblGrid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Log ID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Timestamp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Source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Destination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Data Transferred (MB)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Region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85152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41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3389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09:02:45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435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09:03:20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3201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09:05:11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209458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09:07:33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9908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09:10:02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203.0.113.5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8500.0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Unknown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10416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651183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09:14:50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4.1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4459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09:15:22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170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09:18:05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14.8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06191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09:20:44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16204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09:22:12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889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09:25:59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333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09:30:01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13.0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73803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2101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09:35:40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890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09:40:11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5.5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020379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09:42:33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16.1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363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09:45:00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07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F8AA0BB-4D77-B6C7-CF74-2213DCA30D5A}"/>
              </a:ext>
            </a:extLst>
          </p:cNvPr>
          <p:cNvSpPr/>
          <p:nvPr/>
        </p:nvSpPr>
        <p:spPr>
          <a:xfrm>
            <a:off x="8686800" y="1197864"/>
            <a:ext cx="3180080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First, partition this database into three segments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What are you partitioning it based on?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What similarities and differences do the partitions have?</a:t>
            </a:r>
          </a:p>
        </p:txBody>
      </p:sp>
    </p:spTree>
    <p:extLst>
      <p:ext uri="{BB962C8B-B14F-4D97-AF65-F5344CB8AC3E}">
        <p14:creationId xmlns:p14="http://schemas.microsoft.com/office/powerpoint/2010/main" val="2079699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AD324-A261-FBDA-CFB4-5CD50250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2B774BE-56DD-1D9E-3D95-99E10544BA3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C64CC6-1BC4-4C18-ACE3-ADC6639B0DE2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735983-1574-1DDA-6C7E-42A79ED8D7B5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CC741-512B-30D2-976C-E1595CD9CDC9}"/>
              </a:ext>
            </a:extLst>
          </p:cNvPr>
          <p:cNvSpPr/>
          <p:nvPr/>
        </p:nvSpPr>
        <p:spPr>
          <a:xfrm>
            <a:off x="-1" y="250252"/>
            <a:ext cx="8148321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SERVER LOG – ANOMALY HUNT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A19342-D449-B767-FC21-4E43BACD5F2D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A19342-D449-B767-FC21-4E43BACD5F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1A729-8B23-B1DD-ED01-4D2EBBF25557}"/>
              </a:ext>
            </a:extLst>
          </p:cNvPr>
          <p:cNvGraphicFramePr>
            <a:graphicFrameLocks noGrp="1"/>
          </p:cNvGraphicFramePr>
          <p:nvPr/>
        </p:nvGraphicFramePr>
        <p:xfrm>
          <a:off x="160787" y="1191605"/>
          <a:ext cx="8313978" cy="53841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71317">
                  <a:extLst>
                    <a:ext uri="{9D8B030D-6E8A-4147-A177-3AD203B41FA5}">
                      <a16:colId xmlns:a16="http://schemas.microsoft.com/office/drawing/2014/main" val="36673567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140411159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1981218128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23955417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995856951"/>
                    </a:ext>
                  </a:extLst>
                </a:gridCol>
                <a:gridCol w="1443029">
                  <a:extLst>
                    <a:ext uri="{9D8B030D-6E8A-4147-A177-3AD203B41FA5}">
                      <a16:colId xmlns:a16="http://schemas.microsoft.com/office/drawing/2014/main" val="554043685"/>
                    </a:ext>
                  </a:extLst>
                </a:gridCol>
              </a:tblGrid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Log ID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Timestamp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Source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Destination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Data Transferred (MB)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Region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85152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41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3389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09:02:45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435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09:03:20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3201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09:05:11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209458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09:07:33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9908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09:10:02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203.0.113.5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8500.0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Unknown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10416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651183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09:14:50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4.1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4459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09:15:22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170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09:18:05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14.8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06191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09:20:44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16204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09:22:12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889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09:25:59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333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09:30:01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13.0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73803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2101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09:35:40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890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09:40:11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5.5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020379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09:42:33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16.1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363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09:45:00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07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48EC32F-BCA4-9D9B-54B6-DAD7562BAE0F}"/>
              </a:ext>
            </a:extLst>
          </p:cNvPr>
          <p:cNvSpPr/>
          <p:nvPr/>
        </p:nvSpPr>
        <p:spPr>
          <a:xfrm>
            <a:off x="8686800" y="1197864"/>
            <a:ext cx="3180080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Now, take this data, and create a graph (with nodes and edges) between source IPs and destination IPs</a:t>
            </a:r>
          </a:p>
        </p:txBody>
      </p:sp>
    </p:spTree>
    <p:extLst>
      <p:ext uri="{BB962C8B-B14F-4D97-AF65-F5344CB8AC3E}">
        <p14:creationId xmlns:p14="http://schemas.microsoft.com/office/powerpoint/2010/main" val="2236514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B5DF5-0F30-70AB-E17C-D8D2C7EE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280A525-348B-859D-9F3D-7B828AA17D9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58B828-64BE-1397-A9AC-644DDF956806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F00B52-6F31-838A-BDF1-60F3D95385B9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7DDDC-E19B-CC93-0C6E-62440B62B199}"/>
              </a:ext>
            </a:extLst>
          </p:cNvPr>
          <p:cNvSpPr/>
          <p:nvPr/>
        </p:nvSpPr>
        <p:spPr>
          <a:xfrm>
            <a:off x="-1" y="250252"/>
            <a:ext cx="8148321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SERVER LOG – ANOMALY HUNT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530DC38-B490-78D3-B3B5-1653F51C56C7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530DC38-B490-78D3-B3B5-1653F51C56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66CAF3-B235-FFB8-6278-E470B8F4925A}"/>
              </a:ext>
            </a:extLst>
          </p:cNvPr>
          <p:cNvGraphicFramePr>
            <a:graphicFrameLocks noGrp="1"/>
          </p:cNvGraphicFramePr>
          <p:nvPr/>
        </p:nvGraphicFramePr>
        <p:xfrm>
          <a:off x="160787" y="1191605"/>
          <a:ext cx="8313978" cy="53841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71317">
                  <a:extLst>
                    <a:ext uri="{9D8B030D-6E8A-4147-A177-3AD203B41FA5}">
                      <a16:colId xmlns:a16="http://schemas.microsoft.com/office/drawing/2014/main" val="36673567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140411159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1981218128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23955417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995856951"/>
                    </a:ext>
                  </a:extLst>
                </a:gridCol>
                <a:gridCol w="1443029">
                  <a:extLst>
                    <a:ext uri="{9D8B030D-6E8A-4147-A177-3AD203B41FA5}">
                      <a16:colId xmlns:a16="http://schemas.microsoft.com/office/drawing/2014/main" val="554043685"/>
                    </a:ext>
                  </a:extLst>
                </a:gridCol>
              </a:tblGrid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Log ID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Timestamp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Source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Destination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Data Transferred (MB)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Region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85152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41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3389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09:02:45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435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09:03:20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3201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09:05:11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209458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09:07:33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9908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09:10:02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203.0.113.5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8500.0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Unknown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10416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651183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09:14:50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4.1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4459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09:15:22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170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09:18:05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14.8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06191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09:20:44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16204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09:22:12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889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09:25:59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333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09:30:01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13.0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73803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2101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09:35:40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890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09:40:11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5.5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020379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09:42:33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16.1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363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09:45:00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07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CABD2C1-18B6-66BA-89B7-20515028EAE7}"/>
              </a:ext>
            </a:extLst>
          </p:cNvPr>
          <p:cNvSpPr/>
          <p:nvPr/>
        </p:nvSpPr>
        <p:spPr>
          <a:xfrm>
            <a:off x="8686800" y="1197864"/>
            <a:ext cx="3180080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Now look at the Data Transferred Column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Identify the record that doesn’t fit the statistical norm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What could this anomaly be?</a:t>
            </a:r>
          </a:p>
        </p:txBody>
      </p:sp>
    </p:spTree>
    <p:extLst>
      <p:ext uri="{BB962C8B-B14F-4D97-AF65-F5344CB8AC3E}">
        <p14:creationId xmlns:p14="http://schemas.microsoft.com/office/powerpoint/2010/main" val="959563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9DC00-B4DC-0562-0C0F-ABC8EFA2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2D2FE97-7443-4322-0F22-175733F89A7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A2F0CF-A74B-63AC-983C-EACC6042C249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91B193-877B-925A-641E-33B3637E3AD1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3FF1D-C8B5-5B89-F344-22074F5D22AF}"/>
              </a:ext>
            </a:extLst>
          </p:cNvPr>
          <p:cNvSpPr/>
          <p:nvPr/>
        </p:nvSpPr>
        <p:spPr>
          <a:xfrm>
            <a:off x="-1" y="250252"/>
            <a:ext cx="8148321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SERVER LOG – ANOMALY HUNT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E0ABBD-33A7-6B3D-5197-A55EA3CF7121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E0ABBD-33A7-6B3D-5197-A55EA3CF71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577155-61BE-53BF-B8A6-01392BE54B92}"/>
              </a:ext>
            </a:extLst>
          </p:cNvPr>
          <p:cNvGraphicFramePr>
            <a:graphicFrameLocks noGrp="1"/>
          </p:cNvGraphicFramePr>
          <p:nvPr/>
        </p:nvGraphicFramePr>
        <p:xfrm>
          <a:off x="160787" y="1191605"/>
          <a:ext cx="8313978" cy="538410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71317">
                  <a:extLst>
                    <a:ext uri="{9D8B030D-6E8A-4147-A177-3AD203B41FA5}">
                      <a16:colId xmlns:a16="http://schemas.microsoft.com/office/drawing/2014/main" val="36673567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1404111594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1981218128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23955417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995856951"/>
                    </a:ext>
                  </a:extLst>
                </a:gridCol>
                <a:gridCol w="1443029">
                  <a:extLst>
                    <a:ext uri="{9D8B030D-6E8A-4147-A177-3AD203B41FA5}">
                      <a16:colId xmlns:a16="http://schemas.microsoft.com/office/drawing/2014/main" val="554043685"/>
                    </a:ext>
                  </a:extLst>
                </a:gridCol>
              </a:tblGrid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Log ID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Timestamp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Source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Destination IP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Data Transferred (MB)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Region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85152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41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09:01:12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83389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09:02:45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435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09:03:20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3201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09:05:11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209458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09:07:33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69908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09:10:02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203.0.113.5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8500.0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Unknown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10416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651183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09:14:50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4.1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4459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09:15:22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3170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09:18:05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14.8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706191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09:20:44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16204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09:22:12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58893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114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09:25:59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3337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09:30:01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13.0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673803"/>
                  </a:ext>
                </a:extLst>
              </a:tr>
              <a:tr h="29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116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09:32:15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2.9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921015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117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09:35:40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10.0.0.8 (Web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89046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09:40:11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185.45.12.5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5.5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Asia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020379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119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09:42:33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192.168.1.45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10.0.0.5 (File Server)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16.1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North America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36380"/>
                  </a:ext>
                </a:extLst>
              </a:tr>
              <a:tr h="249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120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09:45:00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172.16.25.10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172.16.25.12 (Workstation)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3.8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Bahnschrift" panose="020B0502040204020203" pitchFamily="34" charset="0"/>
                        </a:rPr>
                        <a:t>Europe</a:t>
                      </a:r>
                    </a:p>
                  </a:txBody>
                  <a:tcPr marL="29009" marR="29009" marT="14504" marB="14504"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807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AC58106-3552-0C4D-6AD8-CCFC48E7785E}"/>
              </a:ext>
            </a:extLst>
          </p:cNvPr>
          <p:cNvSpPr/>
          <p:nvPr/>
        </p:nvSpPr>
        <p:spPr>
          <a:xfrm>
            <a:off x="8686800" y="1197864"/>
            <a:ext cx="3180080" cy="5271457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If we were to build a decision tree to catch that transfer, what would the first threat detection node check?</a:t>
            </a:r>
          </a:p>
        </p:txBody>
      </p:sp>
    </p:spTree>
    <p:extLst>
      <p:ext uri="{BB962C8B-B14F-4D97-AF65-F5344CB8AC3E}">
        <p14:creationId xmlns:p14="http://schemas.microsoft.com/office/powerpoint/2010/main" val="3164202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7A0A7-4E6D-5EBF-EA38-BC53E9F4D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65AECE4-B8DD-2151-543D-E3D9FD10EAE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C7E535-FBCF-0B78-28DF-12A79305F91A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C0147D-AC35-5E9D-18D1-56A3F1FDF88D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26003-A81F-0ED2-6578-5778CDE8D99C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Define the term backpropagation in a neural network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Describe how a credit card company might use deviation detection to protect a customer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B2DA6F-75AE-2631-7E70-47676E35B7B9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LAB QUESTION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EDDC18-6A5B-A1CB-4D57-1D89049E75FF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EDDC18-6A5B-A1CB-4D57-1D89049E75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448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E25A7-B9E4-4487-8217-6DEB52ED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AB30AA2-46E9-A73D-7735-4391EF05E32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35EDE2-E1AD-0E4B-A97D-1A41D0D98810}"/>
              </a:ext>
            </a:extLst>
          </p:cNvPr>
          <p:cNvSpPr/>
          <p:nvPr/>
        </p:nvSpPr>
        <p:spPr>
          <a:xfrm>
            <a:off x="9789783" y="4306188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401B25-A74F-645A-2A1E-03FF2E0C859C}"/>
              </a:ext>
            </a:extLst>
          </p:cNvPr>
          <p:cNvSpPr/>
          <p:nvPr/>
        </p:nvSpPr>
        <p:spPr>
          <a:xfrm>
            <a:off x="929670" y="530080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7EA57-1504-6FA0-0849-78E85F9ADDCD}"/>
              </a:ext>
            </a:extLst>
          </p:cNvPr>
          <p:cNvSpPr/>
          <p:nvPr/>
        </p:nvSpPr>
        <p:spPr>
          <a:xfrm>
            <a:off x="679055" y="981992"/>
            <a:ext cx="10483398" cy="564415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WS A-6 – Topic A HL is available on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Github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It is due before your quiz next time.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will help substantially, so you’d better do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it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AC02D-26BC-7328-CB18-DF336A473423}"/>
              </a:ext>
            </a:extLst>
          </p:cNvPr>
          <p:cNvSpPr/>
          <p:nvPr/>
        </p:nvSpPr>
        <p:spPr>
          <a:xfrm>
            <a:off x="40871" y="9761"/>
            <a:ext cx="4283725" cy="746275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WORRKSHEET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F70919-D342-AAC3-2503-6408C27A1249}"/>
                  </a:ext>
                </a:extLst>
              </p14:cNvPr>
              <p14:cNvContentPartPr/>
              <p14:nvPr/>
            </p14:nvContentPartPr>
            <p14:xfrm>
              <a:off x="9533147" y="6157453"/>
              <a:ext cx="73800" cy="32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F70919-D342-AAC3-2503-6408C27A12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027" y="6151333"/>
                <a:ext cx="8604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361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68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3D455D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837227" cy="5598444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Predictive Modelling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Decision Tree Induction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>
                <a:latin typeface="Bahnschrift" panose="020B0502040204020203" pitchFamily="34" charset="0"/>
              </a:rPr>
              <a:t>Backpropagation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>
                <a:latin typeface="Bahnschrift" panose="020B0502040204020203" pitchFamily="34" charset="0"/>
              </a:rPr>
              <a:t>Neural </a:t>
            </a:r>
            <a:r>
              <a:rPr lang="en-US" sz="2800" dirty="0">
                <a:latin typeface="Bahnschrift" panose="020B0502040204020203" pitchFamily="34" charset="0"/>
              </a:rPr>
              <a:t>Networks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Database Segmentation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Link Analysis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Deviation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51688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25431</TotalTime>
  <Words>1604</Words>
  <Application>Microsoft Office PowerPoint</Application>
  <PresentationFormat>Widescreen</PresentationFormat>
  <Paragraphs>601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21</cp:revision>
  <dcterms:created xsi:type="dcterms:W3CDTF">2025-08-11T14:07:39Z</dcterms:created>
  <dcterms:modified xsi:type="dcterms:W3CDTF">2026-01-26T18:28:03Z</dcterms:modified>
</cp:coreProperties>
</file>