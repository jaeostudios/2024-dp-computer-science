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09" r:id="rId5"/>
    <p:sldId id="296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3D32"/>
    <a:srgbClr val="785238"/>
    <a:srgbClr val="274F3F"/>
    <a:srgbClr val="326648"/>
    <a:srgbClr val="388049"/>
    <a:srgbClr val="2A4C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759C97-E0FB-45CF-8FBE-6AD273F8A520}" v="7" dt="2025-10-27T23:26:07.8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5-11-04T16:44:16.804" v="3997" actId="47"/>
      <pc:docMkLst>
        <pc:docMk/>
      </pc:docMkLst>
      <pc:sldChg chg="modSp mod">
        <pc:chgData name="Michael Hill" userId="41dba03d-e58d-4389-9894-554c10310ba4" providerId="ADAL" clId="{EF23FE1D-A042-481E-AFD7-2A9FB0847F54}" dt="2025-10-27T19:58:02.637" v="32" actId="1076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5-10-27T18:38:01.805" v="1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5-10-27T19:58:02.637" v="32" actId="1076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5-10-27T19:59:02.917" v="192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5-10-27T19:59:02.917" v="192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mod">
        <pc:chgData name="Michael Hill" userId="41dba03d-e58d-4389-9894-554c10310ba4" providerId="ADAL" clId="{EF23FE1D-A042-481E-AFD7-2A9FB0847F54}" dt="2025-10-27T23:29:02.834" v="3996" actId="20577"/>
        <pc:sldMkLst>
          <pc:docMk/>
          <pc:sldMk cId="510623671" sldId="276"/>
        </pc:sldMkLst>
        <pc:spChg chg="mod">
          <ac:chgData name="Michael Hill" userId="41dba03d-e58d-4389-9894-554c10310ba4" providerId="ADAL" clId="{EF23FE1D-A042-481E-AFD7-2A9FB0847F54}" dt="2025-10-27T23:28:01.637" v="3748" actId="14100"/>
          <ac:spMkLst>
            <pc:docMk/>
            <pc:sldMk cId="510623671" sldId="276"/>
            <ac:spMk id="5" creationId="{7A51E191-FB80-DD01-12DA-A63D6699BDF7}"/>
          </ac:spMkLst>
        </pc:spChg>
        <pc:spChg chg="mod">
          <ac:chgData name="Michael Hill" userId="41dba03d-e58d-4389-9894-554c10310ba4" providerId="ADAL" clId="{EF23FE1D-A042-481E-AFD7-2A9FB0847F54}" dt="2025-10-27T23:29:02.834" v="3996" actId="20577"/>
          <ac:spMkLst>
            <pc:docMk/>
            <pc:sldMk cId="510623671" sldId="276"/>
            <ac:spMk id="8" creationId="{0D1FA388-F44C-0D62-E127-5DAA237B2FBA}"/>
          </ac:spMkLst>
        </pc:spChg>
      </pc:sldChg>
      <pc:sldChg chg="addSp delSp modSp mod modAnim">
        <pc:chgData name="Michael Hill" userId="41dba03d-e58d-4389-9894-554c10310ba4" providerId="ADAL" clId="{EF23FE1D-A042-481E-AFD7-2A9FB0847F54}" dt="2025-10-27T20:06:37.231" v="224" actId="1076"/>
        <pc:sldMkLst>
          <pc:docMk/>
          <pc:sldMk cId="1115561923" sldId="296"/>
        </pc:sldMkLst>
        <pc:spChg chg="mod">
          <ac:chgData name="Michael Hill" userId="41dba03d-e58d-4389-9894-554c10310ba4" providerId="ADAL" clId="{EF23FE1D-A042-481E-AFD7-2A9FB0847F54}" dt="2025-10-27T20:06:37.231" v="224" actId="1076"/>
          <ac:spMkLst>
            <pc:docMk/>
            <pc:sldMk cId="1115561923" sldId="296"/>
            <ac:spMk id="5" creationId="{E7C36B6E-C7A9-A4FD-E620-C5311C6F21D8}"/>
          </ac:spMkLst>
        </pc:spChg>
        <pc:picChg chg="add mod">
          <ac:chgData name="Michael Hill" userId="41dba03d-e58d-4389-9894-554c10310ba4" providerId="ADAL" clId="{EF23FE1D-A042-481E-AFD7-2A9FB0847F54}" dt="2025-10-27T20:06:21.494" v="199" actId="1076"/>
          <ac:picMkLst>
            <pc:docMk/>
            <pc:sldMk cId="1115561923" sldId="296"/>
            <ac:picMk id="2" creationId="{D5EA00F2-37A8-B448-2247-C975C97BF0CB}"/>
          </ac:picMkLst>
        </pc:picChg>
      </pc:sldChg>
      <pc:sldChg chg="modSp mod">
        <pc:chgData name="Michael Hill" userId="41dba03d-e58d-4389-9894-554c10310ba4" providerId="ADAL" clId="{EF23FE1D-A042-481E-AFD7-2A9FB0847F54}" dt="2025-10-27T22:18:45.036" v="482" actId="20577"/>
        <pc:sldMkLst>
          <pc:docMk/>
          <pc:sldMk cId="1252509168" sldId="310"/>
        </pc:sldMkLst>
        <pc:spChg chg="mod">
          <ac:chgData name="Michael Hill" userId="41dba03d-e58d-4389-9894-554c10310ba4" providerId="ADAL" clId="{EF23FE1D-A042-481E-AFD7-2A9FB0847F54}" dt="2025-10-27T22:17:29.468" v="238" actId="14100"/>
          <ac:spMkLst>
            <pc:docMk/>
            <pc:sldMk cId="1252509168" sldId="310"/>
            <ac:spMk id="5" creationId="{15907E37-151A-274F-CC12-A8B9249D90EE}"/>
          </ac:spMkLst>
        </pc:spChg>
        <pc:spChg chg="mod">
          <ac:chgData name="Michael Hill" userId="41dba03d-e58d-4389-9894-554c10310ba4" providerId="ADAL" clId="{EF23FE1D-A042-481E-AFD7-2A9FB0847F54}" dt="2025-10-27T22:18:45.036" v="482" actId="20577"/>
          <ac:spMkLst>
            <pc:docMk/>
            <pc:sldMk cId="1252509168" sldId="310"/>
            <ac:spMk id="8" creationId="{4BBEBABC-01DD-AB36-AC4D-FD2BA184071C}"/>
          </ac:spMkLst>
        </pc:spChg>
      </pc:sldChg>
      <pc:sldChg chg="modSp add mod">
        <pc:chgData name="Michael Hill" userId="41dba03d-e58d-4389-9894-554c10310ba4" providerId="ADAL" clId="{EF23FE1D-A042-481E-AFD7-2A9FB0847F54}" dt="2025-10-27T22:19:53.997" v="810" actId="20577"/>
        <pc:sldMkLst>
          <pc:docMk/>
          <pc:sldMk cId="2094084617" sldId="311"/>
        </pc:sldMkLst>
        <pc:spChg chg="mod">
          <ac:chgData name="Michael Hill" userId="41dba03d-e58d-4389-9894-554c10310ba4" providerId="ADAL" clId="{EF23FE1D-A042-481E-AFD7-2A9FB0847F54}" dt="2025-10-27T22:18:56.923" v="498" actId="14100"/>
          <ac:spMkLst>
            <pc:docMk/>
            <pc:sldMk cId="2094084617" sldId="311"/>
            <ac:spMk id="5" creationId="{E25C1459-99F5-9A6E-0DCC-C0A2856AFF86}"/>
          </ac:spMkLst>
        </pc:spChg>
        <pc:spChg chg="mod">
          <ac:chgData name="Michael Hill" userId="41dba03d-e58d-4389-9894-554c10310ba4" providerId="ADAL" clId="{EF23FE1D-A042-481E-AFD7-2A9FB0847F54}" dt="2025-10-27T22:19:53.997" v="810" actId="20577"/>
          <ac:spMkLst>
            <pc:docMk/>
            <pc:sldMk cId="2094084617" sldId="311"/>
            <ac:spMk id="8" creationId="{A0E39AE1-ED65-D595-85D8-681B41519EBD}"/>
          </ac:spMkLst>
        </pc:spChg>
      </pc:sldChg>
      <pc:sldChg chg="modSp add mod">
        <pc:chgData name="Michael Hill" userId="41dba03d-e58d-4389-9894-554c10310ba4" providerId="ADAL" clId="{EF23FE1D-A042-481E-AFD7-2A9FB0847F54}" dt="2025-10-27T22:25:16.422" v="1115" actId="20577"/>
        <pc:sldMkLst>
          <pc:docMk/>
          <pc:sldMk cId="965067350" sldId="312"/>
        </pc:sldMkLst>
        <pc:spChg chg="mod">
          <ac:chgData name="Michael Hill" userId="41dba03d-e58d-4389-9894-554c10310ba4" providerId="ADAL" clId="{EF23FE1D-A042-481E-AFD7-2A9FB0847F54}" dt="2025-10-27T22:23:56.430" v="843" actId="1076"/>
          <ac:spMkLst>
            <pc:docMk/>
            <pc:sldMk cId="965067350" sldId="312"/>
            <ac:spMk id="5" creationId="{FAA6548C-5869-8282-CAD8-0EDB2E8AAC32}"/>
          </ac:spMkLst>
        </pc:spChg>
        <pc:spChg chg="mod">
          <ac:chgData name="Michael Hill" userId="41dba03d-e58d-4389-9894-554c10310ba4" providerId="ADAL" clId="{EF23FE1D-A042-481E-AFD7-2A9FB0847F54}" dt="2025-10-27T22:25:16.422" v="1115" actId="20577"/>
          <ac:spMkLst>
            <pc:docMk/>
            <pc:sldMk cId="965067350" sldId="312"/>
            <ac:spMk id="8" creationId="{07C06C92-9692-A615-489F-7BD413F6A4AB}"/>
          </ac:spMkLst>
        </pc:spChg>
      </pc:sldChg>
      <pc:sldChg chg="modSp add mod">
        <pc:chgData name="Michael Hill" userId="41dba03d-e58d-4389-9894-554c10310ba4" providerId="ADAL" clId="{EF23FE1D-A042-481E-AFD7-2A9FB0847F54}" dt="2025-10-27T22:29:34.512" v="1495" actId="14"/>
        <pc:sldMkLst>
          <pc:docMk/>
          <pc:sldMk cId="2366949176" sldId="313"/>
        </pc:sldMkLst>
        <pc:spChg chg="mod">
          <ac:chgData name="Michael Hill" userId="41dba03d-e58d-4389-9894-554c10310ba4" providerId="ADAL" clId="{EF23FE1D-A042-481E-AFD7-2A9FB0847F54}" dt="2025-10-27T22:26:05.195" v="1173" actId="14100"/>
          <ac:spMkLst>
            <pc:docMk/>
            <pc:sldMk cId="2366949176" sldId="313"/>
            <ac:spMk id="5" creationId="{A72CAD95-BBAF-D21F-32F0-F2A389A36FA8}"/>
          </ac:spMkLst>
        </pc:spChg>
        <pc:spChg chg="mod">
          <ac:chgData name="Michael Hill" userId="41dba03d-e58d-4389-9894-554c10310ba4" providerId="ADAL" clId="{EF23FE1D-A042-481E-AFD7-2A9FB0847F54}" dt="2025-10-27T22:29:34.512" v="1495" actId="14"/>
          <ac:spMkLst>
            <pc:docMk/>
            <pc:sldMk cId="2366949176" sldId="313"/>
            <ac:spMk id="8" creationId="{8BF2B4F0-85ED-E2FD-F38D-E3B75E3A1CEC}"/>
          </ac:spMkLst>
        </pc:spChg>
      </pc:sldChg>
      <pc:sldChg chg="modSp add mod">
        <pc:chgData name="Michael Hill" userId="41dba03d-e58d-4389-9894-554c10310ba4" providerId="ADAL" clId="{EF23FE1D-A042-481E-AFD7-2A9FB0847F54}" dt="2025-10-27T22:50:02.985" v="1904" actId="20577"/>
        <pc:sldMkLst>
          <pc:docMk/>
          <pc:sldMk cId="3694799774" sldId="314"/>
        </pc:sldMkLst>
        <pc:spChg chg="mod">
          <ac:chgData name="Michael Hill" userId="41dba03d-e58d-4389-9894-554c10310ba4" providerId="ADAL" clId="{EF23FE1D-A042-481E-AFD7-2A9FB0847F54}" dt="2025-10-27T22:50:02.985" v="1904" actId="20577"/>
          <ac:spMkLst>
            <pc:docMk/>
            <pc:sldMk cId="3694799774" sldId="314"/>
            <ac:spMk id="8" creationId="{D3FB99E7-03B3-0DB6-3FA8-8621CD14CD1D}"/>
          </ac:spMkLst>
        </pc:spChg>
      </pc:sldChg>
      <pc:sldChg chg="addSp modSp add mod">
        <pc:chgData name="Michael Hill" userId="41dba03d-e58d-4389-9894-554c10310ba4" providerId="ADAL" clId="{EF23FE1D-A042-481E-AFD7-2A9FB0847F54}" dt="2025-10-27T22:57:26.342" v="2378" actId="1076"/>
        <pc:sldMkLst>
          <pc:docMk/>
          <pc:sldMk cId="135049039" sldId="315"/>
        </pc:sldMkLst>
        <pc:spChg chg="mod">
          <ac:chgData name="Michael Hill" userId="41dba03d-e58d-4389-9894-554c10310ba4" providerId="ADAL" clId="{EF23FE1D-A042-481E-AFD7-2A9FB0847F54}" dt="2025-10-27T22:50:20.452" v="1944" actId="20577"/>
          <ac:spMkLst>
            <pc:docMk/>
            <pc:sldMk cId="135049039" sldId="315"/>
            <ac:spMk id="5" creationId="{A6F25E8E-8BF8-1A5B-1160-E6AD921A8593}"/>
          </ac:spMkLst>
        </pc:spChg>
        <pc:spChg chg="mod">
          <ac:chgData name="Michael Hill" userId="41dba03d-e58d-4389-9894-554c10310ba4" providerId="ADAL" clId="{EF23FE1D-A042-481E-AFD7-2A9FB0847F54}" dt="2025-10-27T22:52:37.651" v="2372" actId="14100"/>
          <ac:spMkLst>
            <pc:docMk/>
            <pc:sldMk cId="135049039" sldId="315"/>
            <ac:spMk id="8" creationId="{A0DF8176-0A7E-F68D-A92C-D35979CA2088}"/>
          </ac:spMkLst>
        </pc:spChg>
        <pc:spChg chg="mod">
          <ac:chgData name="Michael Hill" userId="41dba03d-e58d-4389-9894-554c10310ba4" providerId="ADAL" clId="{EF23FE1D-A042-481E-AFD7-2A9FB0847F54}" dt="2025-10-27T22:52:45.229" v="2373" actId="208"/>
          <ac:spMkLst>
            <pc:docMk/>
            <pc:sldMk cId="135049039" sldId="315"/>
            <ac:spMk id="12" creationId="{D4371AF3-7749-D920-94AD-22CCBD470240}"/>
          </ac:spMkLst>
        </pc:spChg>
        <pc:picChg chg="add mod">
          <ac:chgData name="Michael Hill" userId="41dba03d-e58d-4389-9894-554c10310ba4" providerId="ADAL" clId="{EF23FE1D-A042-481E-AFD7-2A9FB0847F54}" dt="2025-10-27T22:57:26.342" v="2378" actId="1076"/>
          <ac:picMkLst>
            <pc:docMk/>
            <pc:sldMk cId="135049039" sldId="315"/>
            <ac:picMk id="3" creationId="{77263C67-209F-D633-0066-0B381CA00814}"/>
          </ac:picMkLst>
        </pc:picChg>
      </pc:sldChg>
      <pc:sldChg chg="addSp delSp modSp add mod">
        <pc:chgData name="Michael Hill" userId="41dba03d-e58d-4389-9894-554c10310ba4" providerId="ADAL" clId="{EF23FE1D-A042-481E-AFD7-2A9FB0847F54}" dt="2025-10-27T23:01:15.513" v="2705" actId="1076"/>
        <pc:sldMkLst>
          <pc:docMk/>
          <pc:sldMk cId="2406803497" sldId="316"/>
        </pc:sldMkLst>
        <pc:spChg chg="mod">
          <ac:chgData name="Michael Hill" userId="41dba03d-e58d-4389-9894-554c10310ba4" providerId="ADAL" clId="{EF23FE1D-A042-481E-AFD7-2A9FB0847F54}" dt="2025-10-27T22:58:19.508" v="2409" actId="1076"/>
          <ac:spMkLst>
            <pc:docMk/>
            <pc:sldMk cId="2406803497" sldId="316"/>
            <ac:spMk id="5" creationId="{3DCACD0A-3AC8-7B0B-2B80-31A74F4A58C2}"/>
          </ac:spMkLst>
        </pc:spChg>
        <pc:spChg chg="mod">
          <ac:chgData name="Michael Hill" userId="41dba03d-e58d-4389-9894-554c10310ba4" providerId="ADAL" clId="{EF23FE1D-A042-481E-AFD7-2A9FB0847F54}" dt="2025-10-27T23:00:39.240" v="2697" actId="20577"/>
          <ac:spMkLst>
            <pc:docMk/>
            <pc:sldMk cId="2406803497" sldId="316"/>
            <ac:spMk id="8" creationId="{8C0FD9DD-ED64-0BA6-95E6-7B89AA6AD1C2}"/>
          </ac:spMkLst>
        </pc:spChg>
        <pc:picChg chg="add mod modCrop">
          <ac:chgData name="Michael Hill" userId="41dba03d-e58d-4389-9894-554c10310ba4" providerId="ADAL" clId="{EF23FE1D-A042-481E-AFD7-2A9FB0847F54}" dt="2025-10-27T23:01:15.513" v="2705" actId="1076"/>
          <ac:picMkLst>
            <pc:docMk/>
            <pc:sldMk cId="2406803497" sldId="316"/>
            <ac:picMk id="4" creationId="{6EFD46E6-46A9-87DB-D691-25DD31F828C7}"/>
          </ac:picMkLst>
        </pc:picChg>
      </pc:sldChg>
      <pc:sldChg chg="addSp delSp modSp add mod">
        <pc:chgData name="Michael Hill" userId="41dba03d-e58d-4389-9894-554c10310ba4" providerId="ADAL" clId="{EF23FE1D-A042-481E-AFD7-2A9FB0847F54}" dt="2025-10-27T23:03:58.071" v="2980" actId="14100"/>
        <pc:sldMkLst>
          <pc:docMk/>
          <pc:sldMk cId="415922808" sldId="317"/>
        </pc:sldMkLst>
        <pc:spChg chg="mod">
          <ac:chgData name="Michael Hill" userId="41dba03d-e58d-4389-9894-554c10310ba4" providerId="ADAL" clId="{EF23FE1D-A042-481E-AFD7-2A9FB0847F54}" dt="2025-10-27T23:03:53.927" v="2978" actId="14100"/>
          <ac:spMkLst>
            <pc:docMk/>
            <pc:sldMk cId="415922808" sldId="317"/>
            <ac:spMk id="8" creationId="{98F030D5-A9C8-314B-EDEA-5F13F04776F3}"/>
          </ac:spMkLst>
        </pc:spChg>
        <pc:picChg chg="add mod">
          <ac:chgData name="Michael Hill" userId="41dba03d-e58d-4389-9894-554c10310ba4" providerId="ADAL" clId="{EF23FE1D-A042-481E-AFD7-2A9FB0847F54}" dt="2025-10-27T23:03:58.071" v="2980" actId="14100"/>
          <ac:picMkLst>
            <pc:docMk/>
            <pc:sldMk cId="415922808" sldId="317"/>
            <ac:picMk id="3" creationId="{80A61196-45EB-241D-2B87-985426D368A6}"/>
          </ac:picMkLst>
        </pc:picChg>
      </pc:sldChg>
      <pc:sldChg chg="delSp modSp add mod">
        <pc:chgData name="Michael Hill" userId="41dba03d-e58d-4389-9894-554c10310ba4" providerId="ADAL" clId="{EF23FE1D-A042-481E-AFD7-2A9FB0847F54}" dt="2025-10-27T23:14:39.069" v="3147" actId="14100"/>
        <pc:sldMkLst>
          <pc:docMk/>
          <pc:sldMk cId="2888835138" sldId="318"/>
        </pc:sldMkLst>
        <pc:spChg chg="mod">
          <ac:chgData name="Michael Hill" userId="41dba03d-e58d-4389-9894-554c10310ba4" providerId="ADAL" clId="{EF23FE1D-A042-481E-AFD7-2A9FB0847F54}" dt="2025-10-27T23:14:39.069" v="3147" actId="14100"/>
          <ac:spMkLst>
            <pc:docMk/>
            <pc:sldMk cId="2888835138" sldId="318"/>
            <ac:spMk id="8" creationId="{E057B9B4-DBBB-5669-3A9F-F618DC33BE40}"/>
          </ac:spMkLst>
        </pc:spChg>
      </pc:sldChg>
      <pc:sldChg chg="modSp add mod">
        <pc:chgData name="Michael Hill" userId="41dba03d-e58d-4389-9894-554c10310ba4" providerId="ADAL" clId="{EF23FE1D-A042-481E-AFD7-2A9FB0847F54}" dt="2025-10-27T23:25:40.797" v="3712" actId="20577"/>
        <pc:sldMkLst>
          <pc:docMk/>
          <pc:sldMk cId="1560630759" sldId="319"/>
        </pc:sldMkLst>
        <pc:spChg chg="mod">
          <ac:chgData name="Michael Hill" userId="41dba03d-e58d-4389-9894-554c10310ba4" providerId="ADAL" clId="{EF23FE1D-A042-481E-AFD7-2A9FB0847F54}" dt="2025-10-27T23:19:22.697" v="3166" actId="20577"/>
          <ac:spMkLst>
            <pc:docMk/>
            <pc:sldMk cId="1560630759" sldId="319"/>
            <ac:spMk id="5" creationId="{BEAA6B85-98ED-7C87-BECD-6130CB7C0C6F}"/>
          </ac:spMkLst>
        </pc:spChg>
        <pc:spChg chg="mod">
          <ac:chgData name="Michael Hill" userId="41dba03d-e58d-4389-9894-554c10310ba4" providerId="ADAL" clId="{EF23FE1D-A042-481E-AFD7-2A9FB0847F54}" dt="2025-10-27T23:25:40.797" v="3712" actId="20577"/>
          <ac:spMkLst>
            <pc:docMk/>
            <pc:sldMk cId="1560630759" sldId="319"/>
            <ac:spMk id="8" creationId="{93360BE7-A8C8-1EEE-4FC5-94E1C367ED5A}"/>
          </ac:spMkLst>
        </pc:spChg>
      </pc:sldChg>
      <pc:sldChg chg="addSp modSp add mod">
        <pc:chgData name="Michael Hill" userId="41dba03d-e58d-4389-9894-554c10310ba4" providerId="ADAL" clId="{EF23FE1D-A042-481E-AFD7-2A9FB0847F54}" dt="2025-10-27T23:27:06.731" v="3719" actId="1076"/>
        <pc:sldMkLst>
          <pc:docMk/>
          <pc:sldMk cId="1188148989" sldId="320"/>
        </pc:sldMkLst>
        <pc:spChg chg="mod">
          <ac:chgData name="Michael Hill" userId="41dba03d-e58d-4389-9894-554c10310ba4" providerId="ADAL" clId="{EF23FE1D-A042-481E-AFD7-2A9FB0847F54}" dt="2025-10-27T23:26:07.345" v="3714" actId="6549"/>
          <ac:spMkLst>
            <pc:docMk/>
            <pc:sldMk cId="1188148989" sldId="320"/>
            <ac:spMk id="8" creationId="{DC60469F-995D-7AB2-864A-E1B8C7B74542}"/>
          </ac:spMkLst>
        </pc:spChg>
        <pc:graphicFrameChg chg="add mod modGraphic">
          <ac:chgData name="Michael Hill" userId="41dba03d-e58d-4389-9894-554c10310ba4" providerId="ADAL" clId="{EF23FE1D-A042-481E-AFD7-2A9FB0847F54}" dt="2025-10-27T23:27:06.731" v="3719" actId="1076"/>
          <ac:graphicFrameMkLst>
            <pc:docMk/>
            <pc:sldMk cId="1188148989" sldId="320"/>
            <ac:graphicFrameMk id="2" creationId="{40ECD2E2-8E70-025E-602B-99DB4B6A6190}"/>
          </ac:graphicFrameMkLst>
        </pc:graphicFrameChg>
      </pc:sldChg>
      <pc:sldChg chg="add del ord">
        <pc:chgData name="Michael Hill" userId="41dba03d-e58d-4389-9894-554c10310ba4" providerId="ADAL" clId="{EF23FE1D-A042-481E-AFD7-2A9FB0847F54}" dt="2025-11-04T16:44:16.804" v="3997" actId="47"/>
        <pc:sldMkLst>
          <pc:docMk/>
          <pc:sldMk cId="2949293612" sldId="32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VH8DLYuO_FU?feature=oembed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C: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CASE STUDY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096073" cy="116091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C-2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237519" y="3695603"/>
            <a:ext cx="10127153" cy="116091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PRE-ENGAGEMENT INTERACTIONS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77431" y="938421"/>
            <a:ext cx="4516539" cy="5391671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Goals &amp; target identification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Defining scope and &amp; rules of engagement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Testing approaches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Ethical importance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474132"/>
            <a:ext cx="2903431" cy="928577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733476" y="1244357"/>
            <a:ext cx="9066029" cy="3830500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0828EB-D0F4-1C09-6097-16E7701BB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AC6A6C89-6D16-48F1-8F51-D17DCF2D648D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3C6C73E0-AF4E-4976-2CCB-5CC94A7B3F6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3B6F033-442A-73BB-152D-ABBD4683DB8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EBA96511-9848-EE29-7702-329F857FF89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D1605B4-4BFE-10C5-56D2-18FA52756CD0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631359D-1778-B822-8B18-9D6A8DCB4323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82D69B-5E0C-ABCE-7B25-92F0C2847CE9}"/>
              </a:ext>
            </a:extLst>
          </p:cNvPr>
          <p:cNvSpPr/>
          <p:nvPr/>
        </p:nvSpPr>
        <p:spPr>
          <a:xfrm>
            <a:off x="1733476" y="1244357"/>
            <a:ext cx="9066029" cy="3830500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449787-6ED2-84FB-10B2-2585FA42921F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E6A44E38-E135-B597-55A3-2D33FD996D7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AAFA517F-A1BA-F701-54A4-0BF22BB05A1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833E61A2-3CD9-B8A0-1EDF-478EA9A7C1E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771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66BFE-343E-FB94-2F94-E9557E823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2DDDEEC9-71EF-0686-E768-15B5215AF43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51C739A-521C-76C8-DA94-DCB8AC8A334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4A61FE-A1E9-AEF2-D7AC-28367819945B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C36B6E-C7A9-A4FD-E620-C5311C6F21D8}"/>
              </a:ext>
            </a:extLst>
          </p:cNvPr>
          <p:cNvSpPr/>
          <p:nvPr/>
        </p:nvSpPr>
        <p:spPr>
          <a:xfrm>
            <a:off x="-222406" y="200855"/>
            <a:ext cx="6616329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YES IT REALLY HAPPENS</a:t>
            </a:r>
          </a:p>
        </p:txBody>
      </p:sp>
      <p:pic>
        <p:nvPicPr>
          <p:cNvPr id="2" name="Online Media 1" title="HCA Healthcare data breach">
            <a:hlinkClick r:id="" action="ppaction://media"/>
            <a:extLst>
              <a:ext uri="{FF2B5EF4-FFF2-40B4-BE49-F238E27FC236}">
                <a16:creationId xmlns:a16="http://schemas.microsoft.com/office/drawing/2014/main" id="{D5EA00F2-37A8-B448-2247-C975C97BF0C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288710" y="1285903"/>
            <a:ext cx="9531051" cy="538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561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892297-F66F-79C5-0C2F-87D5BA50C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2FA73301-6177-AA2D-0D7D-B17AEDF773F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45B59D1-03DB-A0E5-772C-E607346C189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B4A513-89DB-943F-6F85-04B01303A7C7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EBABC-01DD-AB36-AC4D-FD2BA184071C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could have gone wrong with their cybersecurity planning?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could this organization have benefitted by having penetration testing conducted?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907E37-151A-274F-CC12-A8B9249D90EE}"/>
              </a:ext>
            </a:extLst>
          </p:cNvPr>
          <p:cNvSpPr/>
          <p:nvPr/>
        </p:nvSpPr>
        <p:spPr>
          <a:xfrm>
            <a:off x="148856" y="187053"/>
            <a:ext cx="3665907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REFLECTION</a:t>
            </a:r>
          </a:p>
        </p:txBody>
      </p:sp>
    </p:spTree>
    <p:extLst>
      <p:ext uri="{BB962C8B-B14F-4D97-AF65-F5344CB8AC3E}">
        <p14:creationId xmlns:p14="http://schemas.microsoft.com/office/powerpoint/2010/main" val="1252509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1E616A-4123-DC8C-4477-9AD95E22F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3B336459-C1A4-F959-B765-20E3C1E86839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40BE81E-0728-B590-FC7F-6FE0E8EAD09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4CC46F-0A8F-AE43-0768-4B0F5FE3F5F8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E39AE1-ED65-D595-85D8-681B41519EBD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Just like these hospitals, our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CyberHealth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Security holds sensitive patient information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They also hold much </a:t>
            </a:r>
            <a:r>
              <a:rPr lang="en-US" sz="2800" i="1" dirty="0">
                <a:solidFill>
                  <a:schemeClr val="bg1"/>
                </a:solidFill>
                <a:latin typeface="Bahnschrift" panose="020B0502040204020203" pitchFamily="34" charset="0"/>
              </a:rPr>
              <a:t>less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sensitive information, like email addresses and phone numbers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Of course, we don’t want any data to leak at all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Prioritize important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5C1459-99F5-9A6E-0DCC-C0A2856AFF86}"/>
              </a:ext>
            </a:extLst>
          </p:cNvPr>
          <p:cNvSpPr/>
          <p:nvPr/>
        </p:nvSpPr>
        <p:spPr>
          <a:xfrm>
            <a:off x="148856" y="187053"/>
            <a:ext cx="4523157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OUR CASE STUDY</a:t>
            </a:r>
          </a:p>
        </p:txBody>
      </p:sp>
    </p:spTree>
    <p:extLst>
      <p:ext uri="{BB962C8B-B14F-4D97-AF65-F5344CB8AC3E}">
        <p14:creationId xmlns:p14="http://schemas.microsoft.com/office/powerpoint/2010/main" val="2094084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354273-E2CA-CF82-3B26-5C7C8DE39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A7133B19-058D-83DE-9E4E-C7E5951ED1FD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F49ABE9-90D0-0DF6-D1F2-D408CADB3A4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96B4044-FD7E-27BB-06C1-B831087817A0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C06C92-9692-A615-489F-7BD413F6A4AB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But before we can do the testing, we’ll need to establish what the guidelines of this testing is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do this through a few different strategies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Goals and target identification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Defining scope and rules of engagement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Testing approaches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Ethical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importace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A6548C-5869-8282-CAD8-0EDB2E8AAC32}"/>
              </a:ext>
            </a:extLst>
          </p:cNvPr>
          <p:cNvSpPr/>
          <p:nvPr/>
        </p:nvSpPr>
        <p:spPr>
          <a:xfrm>
            <a:off x="-522656" y="151144"/>
            <a:ext cx="8666532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PRE ENGAGEMENT INTERACTION</a:t>
            </a:r>
          </a:p>
        </p:txBody>
      </p:sp>
    </p:spTree>
    <p:extLst>
      <p:ext uri="{BB962C8B-B14F-4D97-AF65-F5344CB8AC3E}">
        <p14:creationId xmlns:p14="http://schemas.microsoft.com/office/powerpoint/2010/main" val="965067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677FF4-117A-56B2-BF8C-4B3759B06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6AA110E2-E24F-A016-8DCA-4D9F3E910F9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FF2AAEA-65A5-C9E6-4CCA-3263C1C0661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536AA2-7E37-719D-88A6-3E62194A7101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F2B4F0-85ED-E2FD-F38D-E3B75E3A1CEC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After talking to MTPH (Med Tech Pro Health), we have identified their main concerns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concerns may be: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Patient data integrity (data safety)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Uninterrupted service delivery (hospital remaining fully operational)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Compliance with health regulations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2CAD95-BBAF-D21F-32F0-F2A389A36FA8}"/>
              </a:ext>
            </a:extLst>
          </p:cNvPr>
          <p:cNvSpPr/>
          <p:nvPr/>
        </p:nvSpPr>
        <p:spPr>
          <a:xfrm>
            <a:off x="-522657" y="151144"/>
            <a:ext cx="8852269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GOALS &amp; TARGET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2366949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AEC8B5-6B84-993E-5846-CFFB9C3C1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6BD8E0D3-98C4-A100-64F9-D0FC9C07D098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268D636-F390-063B-5553-F07F68C1639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D579437-7A02-71A0-F739-6502F3CD4654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FB99E7-03B3-0DB6-3FA8-8621CD14CD1D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should identify specific targets in the network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High risk areas that require specific attention specially noted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Patient record databases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Internet of Things enabled medical devices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Any specific devices that connect to the internet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else might be a high risk area to note?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0F2A9F-ED92-A2A5-C02A-358B8200BB63}"/>
              </a:ext>
            </a:extLst>
          </p:cNvPr>
          <p:cNvSpPr/>
          <p:nvPr/>
        </p:nvSpPr>
        <p:spPr>
          <a:xfrm>
            <a:off x="-522657" y="151144"/>
            <a:ext cx="8852269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GOALS &amp; TARGET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3694799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D9A868-5384-9831-CFDA-5F0CA335D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D4371AF3-7749-D920-94AD-22CCBD47024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132C46F-9407-E672-CC02-51911C91D5C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19EB777-7DA9-835D-31EB-14764E193623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DF8176-0A7E-F68D-A92C-D35979CA2088}"/>
              </a:ext>
            </a:extLst>
          </p:cNvPr>
          <p:cNvSpPr/>
          <p:nvPr/>
        </p:nvSpPr>
        <p:spPr>
          <a:xfrm>
            <a:off x="825244" y="1120703"/>
            <a:ext cx="6461382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will decide the boundaries of the test ahead of time to avoid disruption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we start testing things willy nilly, we might take the hospital offline mid-surgery: big problem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Specify which systems we’re testing, and how much we’re testing them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Communicate our methods and extent of penetration testing to the hospital’s admins and our team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F25E8E-8BF8-1A5B-1160-E6AD921A8593}"/>
              </a:ext>
            </a:extLst>
          </p:cNvPr>
          <p:cNvSpPr/>
          <p:nvPr/>
        </p:nvSpPr>
        <p:spPr>
          <a:xfrm>
            <a:off x="-522657" y="151144"/>
            <a:ext cx="8852269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SCOPE &amp; RULES OF ENGAGEMENT</a:t>
            </a:r>
          </a:p>
        </p:txBody>
      </p:sp>
      <p:pic>
        <p:nvPicPr>
          <p:cNvPr id="3" name="Picture 2" descr="A white monitor with colorful lines on it&#10;&#10;AI-generated content may be incorrect.">
            <a:extLst>
              <a:ext uri="{FF2B5EF4-FFF2-40B4-BE49-F238E27FC236}">
                <a16:creationId xmlns:a16="http://schemas.microsoft.com/office/drawing/2014/main" id="{77263C67-209F-D633-0066-0B381CA00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236" y="1890887"/>
            <a:ext cx="3482520" cy="307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49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C221D1-5BD6-83F5-6ACF-D882DA7AC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135C094-18BC-5316-D64B-D4A77ABB7684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36BDE70-92E9-3852-60DD-4956CE282F0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C728A6C-912D-6BE3-E893-09FFC3DA0FEC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0FD9DD-ED64-0BA6-95E6-7B89AA6AD1C2}"/>
              </a:ext>
            </a:extLst>
          </p:cNvPr>
          <p:cNvSpPr/>
          <p:nvPr/>
        </p:nvSpPr>
        <p:spPr>
          <a:xfrm>
            <a:off x="825244" y="1120703"/>
            <a:ext cx="6461382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three different testing approaches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Black Box Testing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The team simulates an attack from the perspective of an uninformed external hacker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helps them to consider immediately available vulnerabilities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ACD0A-3AC8-7B0B-2B80-31A74F4A58C2}"/>
              </a:ext>
            </a:extLst>
          </p:cNvPr>
          <p:cNvSpPr/>
          <p:nvPr/>
        </p:nvSpPr>
        <p:spPr>
          <a:xfrm>
            <a:off x="-194045" y="101328"/>
            <a:ext cx="6080495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TESTING APPROACHES</a:t>
            </a:r>
          </a:p>
        </p:txBody>
      </p:sp>
      <p:pic>
        <p:nvPicPr>
          <p:cNvPr id="4" name="Picture 3" descr="A black box with gears and arrows&#10;&#10;AI-generated content may be incorrect.">
            <a:extLst>
              <a:ext uri="{FF2B5EF4-FFF2-40B4-BE49-F238E27FC236}">
                <a16:creationId xmlns:a16="http://schemas.microsoft.com/office/drawing/2014/main" id="{6EFD46E6-46A9-87DB-D691-25DD31F82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76" r="21021"/>
          <a:stretch>
            <a:fillRect/>
          </a:stretch>
        </p:blipFill>
        <p:spPr>
          <a:xfrm>
            <a:off x="7687291" y="2189090"/>
            <a:ext cx="4050228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803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006E1F-320D-559F-48E9-2CCB466D3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63712617-7A3D-55BE-FD35-816844B8E6D2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9CD29A-FA50-6BC5-E2B8-9BFEBE0B049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4AE1795-DB5C-64B8-C6F4-1C3C371E7A11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F030D5-A9C8-314B-EDEA-5F13F04776F3}"/>
              </a:ext>
            </a:extLst>
          </p:cNvPr>
          <p:cNvSpPr/>
          <p:nvPr/>
        </p:nvSpPr>
        <p:spPr>
          <a:xfrm>
            <a:off x="825244" y="1120703"/>
            <a:ext cx="451828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White Box Testing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An in depth analysis with full knowledge of the hospital’s IT infrastructure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Requires access to network diagrams, system configurations, and known vulnerabilities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74BE2A-7F00-4C24-093B-EA1BE7B7BF73}"/>
              </a:ext>
            </a:extLst>
          </p:cNvPr>
          <p:cNvSpPr/>
          <p:nvPr/>
        </p:nvSpPr>
        <p:spPr>
          <a:xfrm>
            <a:off x="-194045" y="101328"/>
            <a:ext cx="6080495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TESTING APPROACHES</a:t>
            </a:r>
          </a:p>
        </p:txBody>
      </p:sp>
      <p:pic>
        <p:nvPicPr>
          <p:cNvPr id="3" name="Picture 2" descr="A diagram of a software testing&#10;&#10;AI-generated content may be incorrect.">
            <a:extLst>
              <a:ext uri="{FF2B5EF4-FFF2-40B4-BE49-F238E27FC236}">
                <a16:creationId xmlns:a16="http://schemas.microsoft.com/office/drawing/2014/main" id="{80A61196-45EB-241D-2B87-985426D36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769" y="1833450"/>
            <a:ext cx="5766950" cy="37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22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3928FE-369E-96E2-188D-2FB43ADC5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B6BB0B76-C015-7B09-58B7-A6ED400869FA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45D28EC-265F-ED73-3464-25E65FCFB26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6F5AA26-26F9-6E69-FB8E-3B44D2199472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57B9B4-DBBB-5669-3A9F-F618DC33BE40}"/>
              </a:ext>
            </a:extLst>
          </p:cNvPr>
          <p:cNvSpPr/>
          <p:nvPr/>
        </p:nvSpPr>
        <p:spPr>
          <a:xfrm>
            <a:off x="825244" y="1120703"/>
            <a:ext cx="10276144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Grey Box Testing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Mixture of black and white box testing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Partial knowledge of system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Simulates insider threat/hacker with insider information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81D08B-A751-5F76-154B-9BC1A648EB94}"/>
              </a:ext>
            </a:extLst>
          </p:cNvPr>
          <p:cNvSpPr/>
          <p:nvPr/>
        </p:nvSpPr>
        <p:spPr>
          <a:xfrm>
            <a:off x="-194045" y="101328"/>
            <a:ext cx="6080495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TESTING APPROACHES</a:t>
            </a:r>
          </a:p>
        </p:txBody>
      </p:sp>
    </p:spTree>
    <p:extLst>
      <p:ext uri="{BB962C8B-B14F-4D97-AF65-F5344CB8AC3E}">
        <p14:creationId xmlns:p14="http://schemas.microsoft.com/office/powerpoint/2010/main" val="2888835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026A65-1ED3-C4C2-A6F6-5065FED1C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765D08B-FE03-DF91-7860-BFFB064A3768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217AA10-B6A8-19BC-0CDF-2C4C619BBDF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52E633-2D13-57F6-9F6D-B77767A58E75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360BE7-A8C8-1EEE-4FC5-94E1C367ED5A}"/>
              </a:ext>
            </a:extLst>
          </p:cNvPr>
          <p:cNvSpPr/>
          <p:nvPr/>
        </p:nvSpPr>
        <p:spPr>
          <a:xfrm>
            <a:off x="825244" y="1120703"/>
            <a:ext cx="10276144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Non-Disruption –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Ensure that hospital functionality does not go down during times when patients may need it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Confidentiality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Even when infiltrating, protecting the private information that the hospital has is key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Authorization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Ensuring that private login information isn’t accessed that could provide a security risk isn’t leaked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last two could be addressed with a cloned system with fake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AA6B85-98ED-7C87-BECD-6130CB7C0C6F}"/>
              </a:ext>
            </a:extLst>
          </p:cNvPr>
          <p:cNvSpPr/>
          <p:nvPr/>
        </p:nvSpPr>
        <p:spPr>
          <a:xfrm>
            <a:off x="-194045" y="101328"/>
            <a:ext cx="6080495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ETHICAL IMPORTANCE</a:t>
            </a:r>
          </a:p>
        </p:txBody>
      </p:sp>
    </p:spTree>
    <p:extLst>
      <p:ext uri="{BB962C8B-B14F-4D97-AF65-F5344CB8AC3E}">
        <p14:creationId xmlns:p14="http://schemas.microsoft.com/office/powerpoint/2010/main" val="1560630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5C8AAF-95B0-9965-6A5D-76D860553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9744F877-5FF3-4C9A-57B7-1F579F38E728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6C453C5-C1D5-1B78-5D98-A47624AD44C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38A6E51-0674-CBBD-A275-4B753F89ABE9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60469F-995D-7AB2-864A-E1B8C7B74542}"/>
              </a:ext>
            </a:extLst>
          </p:cNvPr>
          <p:cNvSpPr/>
          <p:nvPr/>
        </p:nvSpPr>
        <p:spPr>
          <a:xfrm>
            <a:off x="825244" y="1120703"/>
            <a:ext cx="10276144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12284A-12F1-1239-7EF6-096B77509C7D}"/>
              </a:ext>
            </a:extLst>
          </p:cNvPr>
          <p:cNvSpPr/>
          <p:nvPr/>
        </p:nvSpPr>
        <p:spPr>
          <a:xfrm>
            <a:off x="-194045" y="101328"/>
            <a:ext cx="6080495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ETHICAL IMPORTANCE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0ECD2E2-8E70-025E-602B-99DB4B6A61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554213"/>
              </p:ext>
            </p:extLst>
          </p:nvPr>
        </p:nvGraphicFramePr>
        <p:xfrm>
          <a:off x="960310" y="2295625"/>
          <a:ext cx="10006012" cy="3200400"/>
        </p:xfrm>
        <a:graphic>
          <a:graphicData uri="http://schemas.openxmlformats.org/drawingml/2006/table">
            <a:tbl>
              <a:tblPr/>
              <a:tblGrid>
                <a:gridCol w="2501503">
                  <a:extLst>
                    <a:ext uri="{9D8B030D-6E8A-4147-A177-3AD203B41FA5}">
                      <a16:colId xmlns:a16="http://schemas.microsoft.com/office/drawing/2014/main" val="601925310"/>
                    </a:ext>
                  </a:extLst>
                </a:gridCol>
                <a:gridCol w="2501503">
                  <a:extLst>
                    <a:ext uri="{9D8B030D-6E8A-4147-A177-3AD203B41FA5}">
                      <a16:colId xmlns:a16="http://schemas.microsoft.com/office/drawing/2014/main" val="4155921676"/>
                    </a:ext>
                  </a:extLst>
                </a:gridCol>
                <a:gridCol w="2501503">
                  <a:extLst>
                    <a:ext uri="{9D8B030D-6E8A-4147-A177-3AD203B41FA5}">
                      <a16:colId xmlns:a16="http://schemas.microsoft.com/office/drawing/2014/main" val="3586453029"/>
                    </a:ext>
                  </a:extLst>
                </a:gridCol>
                <a:gridCol w="2501503">
                  <a:extLst>
                    <a:ext uri="{9D8B030D-6E8A-4147-A177-3AD203B41FA5}">
                      <a16:colId xmlns:a16="http://schemas.microsoft.com/office/drawing/2014/main" val="21273544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Example (MTPH context)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Ethical Concern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374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Goal setting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Define objectives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Protect patient data integrity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Data privacy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257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Scope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What systems to 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EHR servers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Avoid disrupting life-support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8114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Rules of engagement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Testing limits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No testing during surgery hours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Patient safety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507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Approach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Type of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Grey box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Balancing realism &amp; safety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49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8148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BA6D2-661C-629D-3A0B-D8916DF3A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B93D669-FD26-373F-CDBC-983ED72E17F3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93F1B6-8034-6006-77FD-6E60A6700CC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B445EE-DFCD-15A2-8253-548969370912}"/>
              </a:ext>
            </a:extLst>
          </p:cNvPr>
          <p:cNvSpPr/>
          <p:nvPr/>
        </p:nvSpPr>
        <p:spPr>
          <a:xfrm>
            <a:off x="7777253" y="427637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1FA388-F44C-0D62-E127-5DAA237B2FBA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Which testing approach do you believe is the most appropriate for MTPH?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Write out a short (paragraph with some bullet points) proposal to give to the MTPH admin about how you’d like to execute your </a:t>
            </a:r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penetration testing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51E191-FB80-DD01-12DA-A63D6699BDF7}"/>
              </a:ext>
            </a:extLst>
          </p:cNvPr>
          <p:cNvSpPr/>
          <p:nvPr/>
        </p:nvSpPr>
        <p:spPr>
          <a:xfrm>
            <a:off x="-372352" y="59058"/>
            <a:ext cx="4787100" cy="928577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REFLECTION</a:t>
            </a:r>
          </a:p>
        </p:txBody>
      </p:sp>
    </p:spTree>
    <p:extLst>
      <p:ext uri="{BB962C8B-B14F-4D97-AF65-F5344CB8AC3E}">
        <p14:creationId xmlns:p14="http://schemas.microsoft.com/office/powerpoint/2010/main" val="510623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6297</TotalTime>
  <Words>574</Words>
  <Application>Microsoft Office PowerPoint</Application>
  <PresentationFormat>Widescreen</PresentationFormat>
  <Paragraphs>87</Paragraphs>
  <Slides>17</Slides>
  <Notes>0</Notes>
  <HiddenSlides>3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5</cp:revision>
  <dcterms:created xsi:type="dcterms:W3CDTF">2025-08-11T14:07:39Z</dcterms:created>
  <dcterms:modified xsi:type="dcterms:W3CDTF">2025-11-04T16:44:27Z</dcterms:modified>
</cp:coreProperties>
</file>