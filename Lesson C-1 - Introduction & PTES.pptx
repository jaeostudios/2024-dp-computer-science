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9" r:id="rId5"/>
    <p:sldId id="296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3D32"/>
    <a:srgbClr val="785238"/>
    <a:srgbClr val="274F3F"/>
    <a:srgbClr val="326648"/>
    <a:srgbClr val="388049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modSld">
      <pc:chgData name="Michael Hill" userId="41dba03d-e58d-4389-9894-554c10310ba4" providerId="ADAL" clId="{EF23FE1D-A042-481E-AFD7-2A9FB0847F54}" dt="2025-10-27T18:37:17.721" v="188" actId="20577"/>
      <pc:docMkLst>
        <pc:docMk/>
      </pc:docMkLst>
      <pc:sldChg chg="modSp mod">
        <pc:chgData name="Michael Hill" userId="41dba03d-e58d-4389-9894-554c10310ba4" providerId="ADAL" clId="{EF23FE1D-A042-481E-AFD7-2A9FB0847F54}" dt="2025-10-27T18:37:17.721" v="188" actId="20577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0-27T18:37:17.721" v="188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0-27T18:37:13.489" v="186" actId="20577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0-27T18:37:12.142" v="179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0-27T18:37:12.142" v="179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5-10-27T18:37:09.877" v="167" actId="20577"/>
          <ac:spMkLst>
            <pc:docMk/>
            <pc:sldMk cId="854122100" sldId="257"/>
            <ac:spMk id="11" creationId="{B2D4645F-350F-77B1-036C-D01223EB808D}"/>
          </ac:spMkLst>
        </pc:spChg>
      </pc:sldChg>
    </pc:docChg>
  </pc:docChgLst>
  <pc:docChgLst>
    <pc:chgData name="Michael Hill" userId="41dba03d-e58d-4389-9894-554c10310ba4" providerId="ADAL" clId="{6AA77966-D193-46CA-A6FF-E31CBAA2E8AA}"/>
    <pc:docChg chg="undo custSel addSld delSld modSld sldOrd">
      <pc:chgData name="Michael Hill" userId="41dba03d-e58d-4389-9894-554c10310ba4" providerId="ADAL" clId="{6AA77966-D193-46CA-A6FF-E31CBAA2E8AA}" dt="2025-08-15T17:20:10.434" v="3800" actId="20577"/>
      <pc:docMkLst>
        <pc:docMk/>
      </pc:docMkLst>
      <pc:sldChg chg="modSp mod modAnim">
        <pc:chgData name="Michael Hill" userId="41dba03d-e58d-4389-9894-554c10310ba4" providerId="ADAL" clId="{6AA77966-D193-46CA-A6FF-E31CBAA2E8AA}" dt="2025-08-14T14:48:53.646" v="91"/>
        <pc:sldMkLst>
          <pc:docMk/>
          <pc:sldMk cId="1878848435" sldId="256"/>
        </pc:sldMkLst>
      </pc:sldChg>
      <pc:sldChg chg="modSp mod setBg modAnim">
        <pc:chgData name="Michael Hill" userId="41dba03d-e58d-4389-9894-554c10310ba4" providerId="ADAL" clId="{6AA77966-D193-46CA-A6FF-E31CBAA2E8AA}" dt="2025-08-14T14:48:56.516" v="92"/>
        <pc:sldMkLst>
          <pc:docMk/>
          <pc:sldMk cId="854122100" sldId="257"/>
        </pc:sldMkLst>
      </pc:sldChg>
      <pc:sldChg chg="modSp mod setBg modAnim modShow">
        <pc:chgData name="Michael Hill" userId="41dba03d-e58d-4389-9894-554c10310ba4" providerId="ADAL" clId="{6AA77966-D193-46CA-A6FF-E31CBAA2E8AA}" dt="2025-08-14T14:49:07.120" v="96"/>
        <pc:sldMkLst>
          <pc:docMk/>
          <pc:sldMk cId="1910594286" sldId="258"/>
        </pc:sldMkLst>
      </pc:sldChg>
      <pc:sldChg chg="modSp del mod setBg modAnim">
        <pc:chgData name="Michael Hill" userId="41dba03d-e58d-4389-9894-554c10310ba4" providerId="ADAL" clId="{6AA77966-D193-46CA-A6FF-E31CBAA2E8AA}" dt="2025-08-14T16:26:56.515" v="2995" actId="47"/>
        <pc:sldMkLst>
          <pc:docMk/>
          <pc:sldMk cId="3307172092" sldId="261"/>
        </pc:sldMkLst>
      </pc:sldChg>
      <pc:sldChg chg="modSp mod setBg modAnim modShow">
        <pc:chgData name="Michael Hill" userId="41dba03d-e58d-4389-9894-554c10310ba4" providerId="ADAL" clId="{6AA77966-D193-46CA-A6FF-E31CBAA2E8AA}" dt="2025-08-14T16:27:01.790" v="2997" actId="729"/>
        <pc:sldMkLst>
          <pc:docMk/>
          <pc:sldMk cId="510623671" sldId="276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1427619156" sldId="277"/>
        </pc:sldMkLst>
      </pc:sldChg>
      <pc:sldChg chg="del">
        <pc:chgData name="Michael Hill" userId="41dba03d-e58d-4389-9894-554c10310ba4" providerId="ADAL" clId="{6AA77966-D193-46CA-A6FF-E31CBAA2E8AA}" dt="2025-08-14T14:46:12.098" v="61" actId="47"/>
        <pc:sldMkLst>
          <pc:docMk/>
          <pc:sldMk cId="2098128014" sldId="287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3906770352" sldId="288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2527467720" sldId="291"/>
        </pc:sldMkLst>
      </pc:sldChg>
      <pc:sldChg chg="modSp mod setBg modAnim">
        <pc:chgData name="Michael Hill" userId="41dba03d-e58d-4389-9894-554c10310ba4" providerId="ADAL" clId="{6AA77966-D193-46CA-A6FF-E31CBAA2E8AA}" dt="2025-08-14T14:54:33.841" v="614" actId="20577"/>
        <pc:sldMkLst>
          <pc:docMk/>
          <pc:sldMk cId="1115561923" sldId="296"/>
        </pc:sldMkLst>
      </pc:sldChg>
      <pc:sldChg chg="del">
        <pc:chgData name="Michael Hill" userId="41dba03d-e58d-4389-9894-554c10310ba4" providerId="ADAL" clId="{6AA77966-D193-46CA-A6FF-E31CBAA2E8AA}" dt="2025-08-14T14:46:49.010" v="75" actId="47"/>
        <pc:sldMkLst>
          <pc:docMk/>
          <pc:sldMk cId="2900713034" sldId="297"/>
        </pc:sldMkLst>
      </pc:sldChg>
      <pc:sldChg chg="del">
        <pc:chgData name="Michael Hill" userId="41dba03d-e58d-4389-9894-554c10310ba4" providerId="ADAL" clId="{6AA77966-D193-46CA-A6FF-E31CBAA2E8AA}" dt="2025-08-14T14:46:49.010" v="75" actId="47"/>
        <pc:sldMkLst>
          <pc:docMk/>
          <pc:sldMk cId="4285025105" sldId="298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1414907375" sldId="299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3717844468" sldId="300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149963755" sldId="301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224491146" sldId="302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706074467" sldId="303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2096883273" sldId="304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1945025085" sldId="305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313228135" sldId="306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3287027483" sldId="307"/>
        </pc:sldMkLst>
      </pc:sldChg>
      <pc:sldChg chg="del">
        <pc:chgData name="Michael Hill" userId="41dba03d-e58d-4389-9894-554c10310ba4" providerId="ADAL" clId="{6AA77966-D193-46CA-A6FF-E31CBAA2E8AA}" dt="2025-08-14T14:48:07.316" v="85" actId="47"/>
        <pc:sldMkLst>
          <pc:docMk/>
          <pc:sldMk cId="2060426578" sldId="308"/>
        </pc:sldMkLst>
      </pc:sldChg>
      <pc:sldChg chg="modSp add mod modAnim modShow">
        <pc:chgData name="Michael Hill" userId="41dba03d-e58d-4389-9894-554c10310ba4" providerId="ADAL" clId="{6AA77966-D193-46CA-A6FF-E31CBAA2E8AA}" dt="2025-08-14T14:49:09.702" v="97"/>
        <pc:sldMkLst>
          <pc:docMk/>
          <pc:sldMk cId="3412771528" sldId="309"/>
        </pc:sldMkLst>
      </pc:sldChg>
      <pc:sldChg chg="modSp add mod">
        <pc:chgData name="Michael Hill" userId="41dba03d-e58d-4389-9894-554c10310ba4" providerId="ADAL" clId="{6AA77966-D193-46CA-A6FF-E31CBAA2E8AA}" dt="2025-08-14T15:00:53.247" v="1163" actId="20577"/>
        <pc:sldMkLst>
          <pc:docMk/>
          <pc:sldMk cId="1252509168" sldId="310"/>
        </pc:sldMkLst>
      </pc:sldChg>
      <pc:sldChg chg="modSp add mod">
        <pc:chgData name="Michael Hill" userId="41dba03d-e58d-4389-9894-554c10310ba4" providerId="ADAL" clId="{6AA77966-D193-46CA-A6FF-E31CBAA2E8AA}" dt="2025-08-14T16:00:36.481" v="1706" actId="20577"/>
        <pc:sldMkLst>
          <pc:docMk/>
          <pc:sldMk cId="650094492" sldId="311"/>
        </pc:sldMkLst>
      </pc:sldChg>
      <pc:sldChg chg="addSp modSp add mod">
        <pc:chgData name="Michael Hill" userId="41dba03d-e58d-4389-9894-554c10310ba4" providerId="ADAL" clId="{6AA77966-D193-46CA-A6FF-E31CBAA2E8AA}" dt="2025-08-14T16:09:04.039" v="2152" actId="20577"/>
        <pc:sldMkLst>
          <pc:docMk/>
          <pc:sldMk cId="3843426871" sldId="312"/>
        </pc:sldMkLst>
      </pc:sldChg>
      <pc:sldChg chg="delSp modSp add mod">
        <pc:chgData name="Michael Hill" userId="41dba03d-e58d-4389-9894-554c10310ba4" providerId="ADAL" clId="{6AA77966-D193-46CA-A6FF-E31CBAA2E8AA}" dt="2025-08-14T16:10:17.357" v="2337" actId="20577"/>
        <pc:sldMkLst>
          <pc:docMk/>
          <pc:sldMk cId="3958565069" sldId="313"/>
        </pc:sldMkLst>
      </pc:sldChg>
      <pc:sldChg chg="modSp add mod">
        <pc:chgData name="Michael Hill" userId="41dba03d-e58d-4389-9894-554c10310ba4" providerId="ADAL" clId="{6AA77966-D193-46CA-A6FF-E31CBAA2E8AA}" dt="2025-08-14T16:26:50.448" v="2994" actId="20577"/>
        <pc:sldMkLst>
          <pc:docMk/>
          <pc:sldMk cId="698826188" sldId="314"/>
        </pc:sldMkLst>
      </pc:sldChg>
      <pc:sldChg chg="modSp add mod">
        <pc:chgData name="Michael Hill" userId="41dba03d-e58d-4389-9894-554c10310ba4" providerId="ADAL" clId="{6AA77966-D193-46CA-A6FF-E31CBAA2E8AA}" dt="2025-08-15T13:59:47.567" v="3429" actId="20577"/>
        <pc:sldMkLst>
          <pc:docMk/>
          <pc:sldMk cId="169916751" sldId="315"/>
        </pc:sldMkLst>
      </pc:sldChg>
      <pc:sldChg chg="addSp modSp add mod">
        <pc:chgData name="Michael Hill" userId="41dba03d-e58d-4389-9894-554c10310ba4" providerId="ADAL" clId="{6AA77966-D193-46CA-A6FF-E31CBAA2E8AA}" dt="2025-08-15T14:13:40.095" v="3442" actId="1076"/>
        <pc:sldMkLst>
          <pc:docMk/>
          <pc:sldMk cId="3125079267" sldId="316"/>
        </pc:sldMkLst>
      </pc:sldChg>
      <pc:sldChg chg="modSp add mod ord">
        <pc:chgData name="Michael Hill" userId="41dba03d-e58d-4389-9894-554c10310ba4" providerId="ADAL" clId="{6AA77966-D193-46CA-A6FF-E31CBAA2E8AA}" dt="2025-08-15T17:20:10.434" v="3800" actId="20577"/>
        <pc:sldMkLst>
          <pc:docMk/>
          <pc:sldMk cId="1610247681" sldId="31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C: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Bahnschrift SemiBold" panose="020B0502040204020203" pitchFamily="34" charset="0"/>
              </a:rPr>
              <a:t>LESSON C-</a:t>
            </a:r>
            <a:r>
              <a:rPr lang="en-US" sz="4800" dirty="0"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623482" y="3695603"/>
            <a:ext cx="6746562" cy="116091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INTRODUCTION &amp; PTES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Warm-up Question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For Loop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While Loop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Do While Loop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Programming Assignment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828EB-D0F4-1C09-6097-16E7701B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AC6A6C89-6D16-48F1-8F51-D17DCF2D648D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C6C73E0-AF4E-4976-2CCB-5CC94A7B3F6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3B6F033-442A-73BB-152D-ABBD4683DB8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BA96511-9848-EE29-7702-329F857FF8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1605B4-4BFE-10C5-56D2-18FA52756CD0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31359D-1778-B822-8B18-9D6A8DCB4323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82D69B-5E0C-ABCE-7B25-92F0C2847CE9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449787-6ED2-84FB-10B2-2585FA42921F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A44E38-E135-B597-55A3-2D33FD996D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AFA517F-A1BA-F701-54A4-0BF22BB0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833E61A2-3CD9-B8A0-1EDF-478EA9A7C1E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7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66BFE-343E-FB94-2F94-E9557E82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DDDEEC9-71EF-0686-E768-15B5215AF43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1C739A-521C-76C8-DA94-DCB8AC8A334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4A61FE-A1E9-AEF2-D7AC-28367819945B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9035B-30AE-5146-EAAA-4FE8A28402EB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are part of a company called </a:t>
            </a:r>
            <a:r>
              <a:rPr lang="en-US" sz="2800" i="1" dirty="0" err="1">
                <a:solidFill>
                  <a:schemeClr val="bg1"/>
                </a:solidFill>
                <a:latin typeface="Bahnschrift" panose="020B0502040204020203" pitchFamily="34" charset="0"/>
              </a:rPr>
              <a:t>CyberHealth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 Security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(super unique and fun name guys)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CyberHealth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Security specializes in cybersecurity and has been hired to review the cybersecurity system at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MedTechPro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Hospital (come on guys)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hospital is very reliant on technology including Electronic Health Records (EHRs), internal communications, and medical devices on the “Internet of Things” (IoT)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36B6E-C7A9-A4FD-E620-C5311C6F21D8}"/>
              </a:ext>
            </a:extLst>
          </p:cNvPr>
          <p:cNvSpPr/>
          <p:nvPr/>
        </p:nvSpPr>
        <p:spPr>
          <a:xfrm>
            <a:off x="148856" y="187053"/>
            <a:ext cx="493520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SCENARIO</a:t>
            </a:r>
          </a:p>
        </p:txBody>
      </p:sp>
    </p:spTree>
    <p:extLst>
      <p:ext uri="{BB962C8B-B14F-4D97-AF65-F5344CB8AC3E}">
        <p14:creationId xmlns:p14="http://schemas.microsoft.com/office/powerpoint/2010/main" val="1115561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92297-F66F-79C5-0C2F-87D5BA50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FA73301-6177-AA2D-0D7D-B17AEDF773F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5B59D1-03DB-A0E5-772C-E607346C189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B4A513-89DB-943F-6F85-04B01303A7C7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EBABC-01DD-AB36-AC4D-FD2BA184071C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CyberHealth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Security team’s task is to conduct in-depth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penetration testing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uncover vulnerabilities in the hospital’s network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do this,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CyberHealth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Security will use the penetration testing execution standard (PTES)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PTES is a comprehensive framework for conducting penetration tests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provides a structured approach to performing these tests and reporting results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seven phases of the PTES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07E37-151A-274F-CC12-A8B9249D90EE}"/>
              </a:ext>
            </a:extLst>
          </p:cNvPr>
          <p:cNvSpPr/>
          <p:nvPr/>
        </p:nvSpPr>
        <p:spPr>
          <a:xfrm>
            <a:off x="148856" y="187053"/>
            <a:ext cx="493520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OUR TASK</a:t>
            </a:r>
          </a:p>
        </p:txBody>
      </p:sp>
    </p:spTree>
    <p:extLst>
      <p:ext uri="{BB962C8B-B14F-4D97-AF65-F5344CB8AC3E}">
        <p14:creationId xmlns:p14="http://schemas.microsoft.com/office/powerpoint/2010/main" val="125250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8FE32-2D7B-92BC-A49C-AE0D8AABE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8877C2D-9E61-3F6D-728C-B1F0DBECD8C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3D954A-96DB-FDA8-79B9-D5744EDB114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E13C3F-FF65-EA72-CF1F-8B0B53F077EA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792E9-504B-3BC6-4319-BC896A24E427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Phase 1: Pre-engagement interactions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Preparation stage, securing document approvals, assembling necessary tools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Phase 2: Intelligence Gathering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collected from external sources, such as social media and official records, then analyzed, which is then categorized as open-source intelligence (OSINT)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Phase 3: Threat Modelling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Potential threats and vulnerabilities are identified and strategies to mitigate them are developed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D77B92-A52F-1FDD-B8F9-E6138C7B1792}"/>
              </a:ext>
            </a:extLst>
          </p:cNvPr>
          <p:cNvSpPr/>
          <p:nvPr/>
        </p:nvSpPr>
        <p:spPr>
          <a:xfrm>
            <a:off x="148856" y="187053"/>
            <a:ext cx="264920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PTES</a:t>
            </a:r>
          </a:p>
        </p:txBody>
      </p:sp>
    </p:spTree>
    <p:extLst>
      <p:ext uri="{BB962C8B-B14F-4D97-AF65-F5344CB8AC3E}">
        <p14:creationId xmlns:p14="http://schemas.microsoft.com/office/powerpoint/2010/main" val="65009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020C3-5F40-6E77-FAA1-CF6B463C9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B06B437-2D4B-64A7-06B4-96B4EE09137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30A14F-5C8B-39A0-7D77-C1DD9929EFC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EFDE7B-93E8-C50A-698C-71D6A2442FE2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DFC1EE-AD0B-0DF1-8454-512EE441FB95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Phase 4: Vulnerability analysis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Vulnerabilities that could be exploited by a hacker are identified and confirmed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Phase 5: Exploitation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 vulnerabilities identified, a security breach attempt is made on the system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Phase 6: Post-Exploitation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access was gained through an exploit, the focus shifts to maintaining access and extracting data from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3FB3F-7568-930F-74F2-C7871E7BD0CC}"/>
              </a:ext>
            </a:extLst>
          </p:cNvPr>
          <p:cNvSpPr/>
          <p:nvPr/>
        </p:nvSpPr>
        <p:spPr>
          <a:xfrm>
            <a:off x="148856" y="187053"/>
            <a:ext cx="264920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PTES</a:t>
            </a:r>
          </a:p>
        </p:txBody>
      </p:sp>
      <p:pic>
        <p:nvPicPr>
          <p:cNvPr id="3" name="Picture 2" descr="A cartoon character with a black background&#10;&#10;AI-generated content may be incorrect.">
            <a:extLst>
              <a:ext uri="{FF2B5EF4-FFF2-40B4-BE49-F238E27FC236}">
                <a16:creationId xmlns:a16="http://schemas.microsoft.com/office/drawing/2014/main" id="{3665B474-5A11-8546-79FD-D13249BEB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42738" y="3036208"/>
            <a:ext cx="6848037" cy="432511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1C4749D-8E43-35E5-ABAE-7F939ACD92BE}"/>
              </a:ext>
            </a:extLst>
          </p:cNvPr>
          <p:cNvSpPr/>
          <p:nvPr/>
        </p:nvSpPr>
        <p:spPr>
          <a:xfrm>
            <a:off x="6764297" y="2788278"/>
            <a:ext cx="2754607" cy="1554480"/>
          </a:xfrm>
          <a:prstGeom prst="ellipse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26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2EFBC-8C91-3BCB-1E45-8DA5FA4E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04F9279-98BE-6B0B-E48D-97457AA91A8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401F25-EB1B-D1DA-0F6E-33527B316A4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FE1372-9507-87E4-E4F1-DD4518B533A6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1937AF-01E6-2994-97D6-AF20DECDD7A5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Phase 7: Reporting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testing process is documented, and the findings are presented in a report to the client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Even in the industry there’s reflections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C642E-30B3-BEBF-DDF7-BD98FA2FE62B}"/>
              </a:ext>
            </a:extLst>
          </p:cNvPr>
          <p:cNvSpPr/>
          <p:nvPr/>
        </p:nvSpPr>
        <p:spPr>
          <a:xfrm>
            <a:off x="148856" y="187053"/>
            <a:ext cx="264920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PTES</a:t>
            </a:r>
          </a:p>
        </p:txBody>
      </p:sp>
    </p:spTree>
    <p:extLst>
      <p:ext uri="{BB962C8B-B14F-4D97-AF65-F5344CB8AC3E}">
        <p14:creationId xmlns:p14="http://schemas.microsoft.com/office/powerpoint/2010/main" val="3958565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4F247-C922-93B5-E5CD-464C54925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41F3F93-522B-3C70-3035-7F18FF5C4F3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6CA57E-567D-AD10-C9A4-06201D95409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03099A-E55D-F2B6-15BD-59B0511980D9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A69DB2-FE15-CB35-6F37-C43045889639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Hacker: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Someone skilled in information technology (IT) who is able to subvert computer security. The term mostly refers to computer criminals, but this is not exclusively the case. A hacker who acts for good is often known as a ‘white hat’ hacker, as opposed to a ‘black hat’ hacker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Penetration testing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Authorized, simulated cyberattack on a computer system performed to evaluate the security of a system and find vulnerabilities or weaknesses to include in a risk assessment report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92755E-3F64-6BB0-3744-3F21825B9A6A}"/>
              </a:ext>
            </a:extLst>
          </p:cNvPr>
          <p:cNvSpPr/>
          <p:nvPr/>
        </p:nvSpPr>
        <p:spPr>
          <a:xfrm>
            <a:off x="148856" y="187053"/>
            <a:ext cx="4103104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DEFINITIONS</a:t>
            </a:r>
          </a:p>
        </p:txBody>
      </p:sp>
    </p:spTree>
    <p:extLst>
      <p:ext uri="{BB962C8B-B14F-4D97-AF65-F5344CB8AC3E}">
        <p14:creationId xmlns:p14="http://schemas.microsoft.com/office/powerpoint/2010/main" val="698826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8C286-BFC3-F251-0097-918A5A78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1F69A3C-142B-DD04-34AE-09FBDCE2106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D37E87-3BC6-A771-37FC-2C619E0A758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61BB44-8F32-513F-8B7D-914F0543072F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2F2DA2-8C39-17E1-112C-4532791AC344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case study is your paper 3 exam, shorter than the rest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contains 4 questions, which are then subdivided in classic IB fashion into more like 6 questions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fourth question is sort of a ‘short essay’ styled question, worth 12 marks total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want to make it very clear that you are a BIG nerd about the subject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B21676-EE60-524B-8FF6-8ACD4D27A852}"/>
              </a:ext>
            </a:extLst>
          </p:cNvPr>
          <p:cNvSpPr/>
          <p:nvPr/>
        </p:nvSpPr>
        <p:spPr>
          <a:xfrm>
            <a:off x="-427216" y="197282"/>
            <a:ext cx="806245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 BIT ABOUT THE CASE STUDY</a:t>
            </a:r>
          </a:p>
        </p:txBody>
      </p:sp>
    </p:spTree>
    <p:extLst>
      <p:ext uri="{BB962C8B-B14F-4D97-AF65-F5344CB8AC3E}">
        <p14:creationId xmlns:p14="http://schemas.microsoft.com/office/powerpoint/2010/main" val="16991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26226-4051-7888-6E34-ABD6C529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002EB27-AD51-9B14-1105-1A90C7A7BD65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C81126-B93C-C23F-429F-A213D1143F21}"/>
              </a:ext>
            </a:extLst>
          </p:cNvPr>
          <p:cNvSpPr/>
          <p:nvPr/>
        </p:nvSpPr>
        <p:spPr>
          <a:xfrm>
            <a:off x="2193957" y="422077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37B1BE-EEFC-84D0-2CE6-5E9251668DC2}"/>
              </a:ext>
            </a:extLst>
          </p:cNvPr>
          <p:cNvSpPr/>
          <p:nvPr/>
        </p:nvSpPr>
        <p:spPr>
          <a:xfrm>
            <a:off x="7430012" y="450675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9D37E6-992D-0644-8813-30309248A67E}"/>
              </a:ext>
            </a:extLst>
          </p:cNvPr>
          <p:cNvSpPr/>
          <p:nvPr/>
        </p:nvSpPr>
        <p:spPr>
          <a:xfrm>
            <a:off x="3300984" y="1120703"/>
            <a:ext cx="5184648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D65837-C73F-1BEA-66A5-F278AFD4CF74}"/>
              </a:ext>
            </a:extLst>
          </p:cNvPr>
          <p:cNvSpPr/>
          <p:nvPr/>
        </p:nvSpPr>
        <p:spPr>
          <a:xfrm>
            <a:off x="-427216" y="197282"/>
            <a:ext cx="806245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 BIT ABOUT THE CASE STUDY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5222E-7553-2AEF-792C-8F7FECB99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46726">
            <a:off x="3604012" y="1233377"/>
            <a:ext cx="4415642" cy="534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79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B9F87-971C-F3BB-952C-37B7412F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05010ED-954D-D8B5-8ECE-3C64803828A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39BB00-FFED-2241-01F0-A233C9FD5F4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D7F909-6267-B748-07DA-A05B8C86E833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9BDA5D-5C06-05A5-F8CC-F09A098E80AE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(yes, it’s graded)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are the pros/cons of using this approach to evaluate system security?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else could be done if not this?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there any ethical considerations to be made with doing something like this?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the hospital organization, are there any special considerations that need be made?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B5FCF-97BB-25AA-3D79-F53681E65187}"/>
              </a:ext>
            </a:extLst>
          </p:cNvPr>
          <p:cNvSpPr/>
          <p:nvPr/>
        </p:nvSpPr>
        <p:spPr>
          <a:xfrm>
            <a:off x="0" y="187053"/>
            <a:ext cx="397508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1610247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7777253" y="427637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-372352" y="59058"/>
            <a:ext cx="84465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PROGRAMMING ASSIGNMENT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5968</TotalTime>
  <Words>567</Words>
  <Application>Microsoft Office PowerPoint</Application>
  <PresentationFormat>Widescreen</PresentationFormat>
  <Paragraphs>60</Paragraphs>
  <Slides>14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</cp:revision>
  <dcterms:created xsi:type="dcterms:W3CDTF">2025-08-11T14:07:39Z</dcterms:created>
  <dcterms:modified xsi:type="dcterms:W3CDTF">2025-10-27T18:37:18Z</dcterms:modified>
</cp:coreProperties>
</file>