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9" r:id="rId5"/>
    <p:sldId id="310" r:id="rId6"/>
    <p:sldId id="311" r:id="rId7"/>
    <p:sldId id="312" r:id="rId8"/>
    <p:sldId id="314" r:id="rId9"/>
    <p:sldId id="315" r:id="rId10"/>
    <p:sldId id="316" r:id="rId11"/>
    <p:sldId id="317" r:id="rId12"/>
    <p:sldId id="313" r:id="rId13"/>
    <p:sldId id="318" r:id="rId14"/>
    <p:sldId id="319" r:id="rId15"/>
    <p:sldId id="276" r:id="rId16"/>
    <p:sldId id="32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49C554-8277-4822-A895-A22A2AD15DF6}" v="4" dt="2025-10-28T19:52:45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10-28T20:03:58.278" v="3858" actId="20577"/>
      <pc:docMkLst>
        <pc:docMk/>
      </pc:docMkLst>
      <pc:sldChg chg="modSp mod">
        <pc:chgData name="Michael Hill" userId="41dba03d-e58d-4389-9894-554c10310ba4" providerId="ADAL" clId="{EF23FE1D-A042-481E-AFD7-2A9FB0847F54}" dt="2025-10-28T15:52:00.918" v="32" actId="20577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0-28T15:51:53.218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0-28T15:52:00.918" v="32" actId="20577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0-28T19:52:45.444" v="2180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0-28T19:52:45.444" v="2180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Show">
        <pc:chgData name="Michael Hill" userId="41dba03d-e58d-4389-9894-554c10310ba4" providerId="ADAL" clId="{EF23FE1D-A042-481E-AFD7-2A9FB0847F54}" dt="2025-10-28T16:13:00.441" v="243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0-28T16:13:00.441" v="243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del">
        <pc:chgData name="Michael Hill" userId="41dba03d-e58d-4389-9894-554c10310ba4" providerId="ADAL" clId="{EF23FE1D-A042-481E-AFD7-2A9FB0847F54}" dt="2025-10-28T16:11:57.811" v="146" actId="47"/>
        <pc:sldMkLst>
          <pc:docMk/>
          <pc:sldMk cId="1115561923" sldId="296"/>
        </pc:sldMkLst>
      </pc:sldChg>
      <pc:sldChg chg="modSp mod modShow">
        <pc:chgData name="Michael Hill" userId="41dba03d-e58d-4389-9894-554c10310ba4" providerId="ADAL" clId="{EF23FE1D-A042-481E-AFD7-2A9FB0847F54}" dt="2025-10-28T16:14:01.321" v="418" actId="20577"/>
        <pc:sldMkLst>
          <pc:docMk/>
          <pc:sldMk cId="3412771528" sldId="309"/>
        </pc:sldMkLst>
        <pc:spChg chg="mod">
          <ac:chgData name="Michael Hill" userId="41dba03d-e58d-4389-9894-554c10310ba4" providerId="ADAL" clId="{EF23FE1D-A042-481E-AFD7-2A9FB0847F54}" dt="2025-10-28T16:14:01.321" v="418" actId="20577"/>
          <ac:spMkLst>
            <pc:docMk/>
            <pc:sldMk cId="3412771528" sldId="309"/>
            <ac:spMk id="8" creationId="{2982D69B-5E0C-ABCE-7B25-92F0C2847CE9}"/>
          </ac:spMkLst>
        </pc:spChg>
      </pc:sldChg>
      <pc:sldChg chg="modSp mod">
        <pc:chgData name="Michael Hill" userId="41dba03d-e58d-4389-9894-554c10310ba4" providerId="ADAL" clId="{EF23FE1D-A042-481E-AFD7-2A9FB0847F54}" dt="2025-10-28T16:15:49.542" v="811" actId="207"/>
        <pc:sldMkLst>
          <pc:docMk/>
          <pc:sldMk cId="1252509168" sldId="310"/>
        </pc:sldMkLst>
        <pc:spChg chg="mod">
          <ac:chgData name="Michael Hill" userId="41dba03d-e58d-4389-9894-554c10310ba4" providerId="ADAL" clId="{EF23FE1D-A042-481E-AFD7-2A9FB0847F54}" dt="2025-10-28T16:14:19.261" v="428" actId="14100"/>
          <ac:spMkLst>
            <pc:docMk/>
            <pc:sldMk cId="1252509168" sldId="310"/>
            <ac:spMk id="5" creationId="{15907E37-151A-274F-CC12-A8B9249D90EE}"/>
          </ac:spMkLst>
        </pc:spChg>
        <pc:spChg chg="mod">
          <ac:chgData name="Michael Hill" userId="41dba03d-e58d-4389-9894-554c10310ba4" providerId="ADAL" clId="{EF23FE1D-A042-481E-AFD7-2A9FB0847F54}" dt="2025-10-28T16:15:49.542" v="811" actId="207"/>
          <ac:spMkLst>
            <pc:docMk/>
            <pc:sldMk cId="1252509168" sldId="310"/>
            <ac:spMk id="8" creationId="{4BBEBABC-01DD-AB36-AC4D-FD2BA184071C}"/>
          </ac:spMkLst>
        </pc:spChg>
      </pc:sldChg>
      <pc:sldChg chg="addSp delSp modSp add mod">
        <pc:chgData name="Michael Hill" userId="41dba03d-e58d-4389-9894-554c10310ba4" providerId="ADAL" clId="{EF23FE1D-A042-481E-AFD7-2A9FB0847F54}" dt="2025-10-28T16:23:28.543" v="1741" actId="1076"/>
        <pc:sldMkLst>
          <pc:docMk/>
          <pc:sldMk cId="901421339" sldId="311"/>
        </pc:sldMkLst>
        <pc:spChg chg="mod">
          <ac:chgData name="Michael Hill" userId="41dba03d-e58d-4389-9894-554c10310ba4" providerId="ADAL" clId="{EF23FE1D-A042-481E-AFD7-2A9FB0847F54}" dt="2025-10-28T16:20:34.493" v="1505" actId="14100"/>
          <ac:spMkLst>
            <pc:docMk/>
            <pc:sldMk cId="901421339" sldId="311"/>
            <ac:spMk id="5" creationId="{5E8819DE-B3B9-C144-46AC-3E3A9AD7949D}"/>
          </ac:spMkLst>
        </pc:spChg>
        <pc:spChg chg="mod">
          <ac:chgData name="Michael Hill" userId="41dba03d-e58d-4389-9894-554c10310ba4" providerId="ADAL" clId="{EF23FE1D-A042-481E-AFD7-2A9FB0847F54}" dt="2025-10-28T16:21:27.487" v="1730" actId="14100"/>
          <ac:spMkLst>
            <pc:docMk/>
            <pc:sldMk cId="901421339" sldId="311"/>
            <ac:spMk id="8" creationId="{C3266794-893A-B6A1-2D48-5375B94BF480}"/>
          </ac:spMkLst>
        </pc:spChg>
        <pc:spChg chg="mod">
          <ac:chgData name="Michael Hill" userId="41dba03d-e58d-4389-9894-554c10310ba4" providerId="ADAL" clId="{EF23FE1D-A042-481E-AFD7-2A9FB0847F54}" dt="2025-10-28T16:21:44.505" v="1732" actId="1076"/>
          <ac:spMkLst>
            <pc:docMk/>
            <pc:sldMk cId="901421339" sldId="311"/>
            <ac:spMk id="12" creationId="{5B540DE1-1C3A-8132-BC59-D25823E104FA}"/>
          </ac:spMkLst>
        </pc:spChg>
        <pc:picChg chg="add del mod">
          <ac:chgData name="Michael Hill" userId="41dba03d-e58d-4389-9894-554c10310ba4" providerId="ADAL" clId="{EF23FE1D-A042-481E-AFD7-2A9FB0847F54}" dt="2025-10-28T16:21:47.468" v="1736" actId="478"/>
          <ac:picMkLst>
            <pc:docMk/>
            <pc:sldMk cId="901421339" sldId="311"/>
            <ac:picMk id="3" creationId="{4F6C8BBE-2DF0-FADB-4517-D48F3C72E776}"/>
          </ac:picMkLst>
        </pc:picChg>
        <pc:picChg chg="add mod">
          <ac:chgData name="Michael Hill" userId="41dba03d-e58d-4389-9894-554c10310ba4" providerId="ADAL" clId="{EF23FE1D-A042-481E-AFD7-2A9FB0847F54}" dt="2025-10-28T16:23:28.543" v="1741" actId="1076"/>
          <ac:picMkLst>
            <pc:docMk/>
            <pc:sldMk cId="901421339" sldId="311"/>
            <ac:picMk id="6" creationId="{23842942-27B2-DF8B-A750-DB64D5BC6931}"/>
          </ac:picMkLst>
        </pc:pic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2094084617" sldId="311"/>
        </pc:sldMkLst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965067350" sldId="312"/>
        </pc:sldMkLst>
      </pc:sldChg>
      <pc:sldChg chg="modSp add mod">
        <pc:chgData name="Michael Hill" userId="41dba03d-e58d-4389-9894-554c10310ba4" providerId="ADAL" clId="{EF23FE1D-A042-481E-AFD7-2A9FB0847F54}" dt="2025-10-28T16:23:38.505" v="1750" actId="14100"/>
        <pc:sldMkLst>
          <pc:docMk/>
          <pc:sldMk cId="3700627873" sldId="312"/>
        </pc:sldMkLst>
        <pc:spChg chg="mod">
          <ac:chgData name="Michael Hill" userId="41dba03d-e58d-4389-9894-554c10310ba4" providerId="ADAL" clId="{EF23FE1D-A042-481E-AFD7-2A9FB0847F54}" dt="2025-10-28T16:23:38.505" v="1750" actId="14100"/>
          <ac:spMkLst>
            <pc:docMk/>
            <pc:sldMk cId="3700627873" sldId="312"/>
            <ac:spMk id="5" creationId="{6118528D-A228-E429-3F44-8928A670B668}"/>
          </ac:spMkLst>
        </pc:sp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2366949176" sldId="313"/>
        </pc:sldMkLst>
      </pc:sldChg>
      <pc:sldChg chg="modSp add mod">
        <pc:chgData name="Michael Hill" userId="41dba03d-e58d-4389-9894-554c10310ba4" providerId="ADAL" clId="{EF23FE1D-A042-481E-AFD7-2A9FB0847F54}" dt="2025-10-28T19:51:35.018" v="2177" actId="20577"/>
        <pc:sldMkLst>
          <pc:docMk/>
          <pc:sldMk cId="3080041126" sldId="313"/>
        </pc:sldMkLst>
        <pc:spChg chg="mod">
          <ac:chgData name="Michael Hill" userId="41dba03d-e58d-4389-9894-554c10310ba4" providerId="ADAL" clId="{EF23FE1D-A042-481E-AFD7-2A9FB0847F54}" dt="2025-10-28T19:49:16.935" v="1770" actId="14100"/>
          <ac:spMkLst>
            <pc:docMk/>
            <pc:sldMk cId="3080041126" sldId="313"/>
            <ac:spMk id="5" creationId="{D0413ADE-642D-285E-F346-07AFDFA8CDE2}"/>
          </ac:spMkLst>
        </pc:spChg>
        <pc:spChg chg="mod">
          <ac:chgData name="Michael Hill" userId="41dba03d-e58d-4389-9894-554c10310ba4" providerId="ADAL" clId="{EF23FE1D-A042-481E-AFD7-2A9FB0847F54}" dt="2025-10-28T19:51:35.018" v="2177" actId="20577"/>
          <ac:spMkLst>
            <pc:docMk/>
            <pc:sldMk cId="3080041126" sldId="313"/>
            <ac:spMk id="8" creationId="{73A689BA-B143-B722-C15B-6A94FC23E053}"/>
          </ac:spMkLst>
        </pc:spChg>
      </pc:sldChg>
      <pc:sldChg chg="modSp add">
        <pc:chgData name="Michael Hill" userId="41dba03d-e58d-4389-9894-554c10310ba4" providerId="ADAL" clId="{EF23FE1D-A042-481E-AFD7-2A9FB0847F54}" dt="2025-10-28T19:48:55.108" v="1753"/>
        <pc:sldMkLst>
          <pc:docMk/>
          <pc:sldMk cId="2341200669" sldId="314"/>
        </pc:sldMkLst>
        <pc:spChg chg="mod">
          <ac:chgData name="Michael Hill" userId="41dba03d-e58d-4389-9894-554c10310ba4" providerId="ADAL" clId="{EF23FE1D-A042-481E-AFD7-2A9FB0847F54}" dt="2025-10-28T19:48:55.108" v="1753"/>
          <ac:spMkLst>
            <pc:docMk/>
            <pc:sldMk cId="2341200669" sldId="314"/>
            <ac:spMk id="8" creationId="{C771446C-3BC7-4301-0C75-5C623A1BAC54}"/>
          </ac:spMkLst>
        </pc:sp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3694799774" sldId="314"/>
        </pc:sldMkLst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135049039" sldId="315"/>
        </pc:sldMkLst>
      </pc:sldChg>
      <pc:sldChg chg="addSp delSp modSp add mod">
        <pc:chgData name="Michael Hill" userId="41dba03d-e58d-4389-9894-554c10310ba4" providerId="ADAL" clId="{EF23FE1D-A042-481E-AFD7-2A9FB0847F54}" dt="2025-10-28T19:59:19.549" v="3167" actId="207"/>
        <pc:sldMkLst>
          <pc:docMk/>
          <pc:sldMk cId="1061704575" sldId="315"/>
        </pc:sldMkLst>
        <pc:spChg chg="mod">
          <ac:chgData name="Michael Hill" userId="41dba03d-e58d-4389-9894-554c10310ba4" providerId="ADAL" clId="{EF23FE1D-A042-481E-AFD7-2A9FB0847F54}" dt="2025-10-28T19:53:04.235" v="2218" actId="1076"/>
          <ac:spMkLst>
            <pc:docMk/>
            <pc:sldMk cId="1061704575" sldId="315"/>
            <ac:spMk id="5" creationId="{266ACE39-D924-CE33-8071-61F4719FF08A}"/>
          </ac:spMkLst>
        </pc:spChg>
        <pc:spChg chg="mod">
          <ac:chgData name="Michael Hill" userId="41dba03d-e58d-4389-9894-554c10310ba4" providerId="ADAL" clId="{EF23FE1D-A042-481E-AFD7-2A9FB0847F54}" dt="2025-10-28T19:59:19.549" v="3167" actId="207"/>
          <ac:spMkLst>
            <pc:docMk/>
            <pc:sldMk cId="1061704575" sldId="315"/>
            <ac:spMk id="8" creationId="{935AA8EE-1A6D-99B3-AAFC-AB6F5472EE00}"/>
          </ac:spMkLst>
        </pc:spChg>
        <pc:picChg chg="add del mod">
          <ac:chgData name="Michael Hill" userId="41dba03d-e58d-4389-9894-554c10310ba4" providerId="ADAL" clId="{EF23FE1D-A042-481E-AFD7-2A9FB0847F54}" dt="2025-10-28T19:54:40.095" v="2405" actId="478"/>
          <ac:picMkLst>
            <pc:docMk/>
            <pc:sldMk cId="1061704575" sldId="315"/>
            <ac:picMk id="3" creationId="{7E6398D6-A789-5A15-CBF7-8722A4F83961}"/>
          </ac:picMkLst>
        </pc:picChg>
        <pc:picChg chg="add mod">
          <ac:chgData name="Michael Hill" userId="41dba03d-e58d-4389-9894-554c10310ba4" providerId="ADAL" clId="{EF23FE1D-A042-481E-AFD7-2A9FB0847F54}" dt="2025-10-28T19:54:44.738" v="2409" actId="1076"/>
          <ac:picMkLst>
            <pc:docMk/>
            <pc:sldMk cId="1061704575" sldId="315"/>
            <ac:picMk id="6" creationId="{AAAAAEE4-A8AB-CDE3-C3E5-86060CF10B62}"/>
          </ac:picMkLst>
        </pc:picChg>
        <pc:picChg chg="add mod">
          <ac:chgData name="Michael Hill" userId="41dba03d-e58d-4389-9894-554c10310ba4" providerId="ADAL" clId="{EF23FE1D-A042-481E-AFD7-2A9FB0847F54}" dt="2025-10-28T19:55:00.825" v="2413" actId="1076"/>
          <ac:picMkLst>
            <pc:docMk/>
            <pc:sldMk cId="1061704575" sldId="315"/>
            <ac:picMk id="11" creationId="{9E6634F0-7132-9EF0-5467-CE13E3D6C239}"/>
          </ac:picMkLst>
        </pc:picChg>
      </pc:sldChg>
      <pc:sldChg chg="delSp modSp add mod">
        <pc:chgData name="Michael Hill" userId="41dba03d-e58d-4389-9894-554c10310ba4" providerId="ADAL" clId="{EF23FE1D-A042-481E-AFD7-2A9FB0847F54}" dt="2025-10-28T19:56:18.852" v="2705" actId="20577"/>
        <pc:sldMkLst>
          <pc:docMk/>
          <pc:sldMk cId="2198859331" sldId="316"/>
        </pc:sldMkLst>
        <pc:spChg chg="mod">
          <ac:chgData name="Michael Hill" userId="41dba03d-e58d-4389-9894-554c10310ba4" providerId="ADAL" clId="{EF23FE1D-A042-481E-AFD7-2A9FB0847F54}" dt="2025-10-28T19:56:18.852" v="2705" actId="20577"/>
          <ac:spMkLst>
            <pc:docMk/>
            <pc:sldMk cId="2198859331" sldId="316"/>
            <ac:spMk id="8" creationId="{9B95AD2D-4836-81ED-1DFA-923159FBA251}"/>
          </ac:spMkLst>
        </pc:spChg>
        <pc:picChg chg="del">
          <ac:chgData name="Michael Hill" userId="41dba03d-e58d-4389-9894-554c10310ba4" providerId="ADAL" clId="{EF23FE1D-A042-481E-AFD7-2A9FB0847F54}" dt="2025-10-28T19:55:17.424" v="2416" actId="478"/>
          <ac:picMkLst>
            <pc:docMk/>
            <pc:sldMk cId="2198859331" sldId="316"/>
            <ac:picMk id="6" creationId="{68DAB1E9-A8E9-0BB5-6231-2DC27EFCFA6F}"/>
          </ac:picMkLst>
        </pc:picChg>
        <pc:picChg chg="del">
          <ac:chgData name="Michael Hill" userId="41dba03d-e58d-4389-9894-554c10310ba4" providerId="ADAL" clId="{EF23FE1D-A042-481E-AFD7-2A9FB0847F54}" dt="2025-10-28T19:55:17.136" v="2415" actId="478"/>
          <ac:picMkLst>
            <pc:docMk/>
            <pc:sldMk cId="2198859331" sldId="316"/>
            <ac:picMk id="11" creationId="{B5BF256D-8F80-D86C-EC30-A101107B7C38}"/>
          </ac:picMkLst>
        </pc:pic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2406803497" sldId="316"/>
        </pc:sldMkLst>
      </pc:sldChg>
      <pc:sldChg chg="modSp add mod">
        <pc:chgData name="Michael Hill" userId="41dba03d-e58d-4389-9894-554c10310ba4" providerId="ADAL" clId="{EF23FE1D-A042-481E-AFD7-2A9FB0847F54}" dt="2025-10-28T19:59:07.692" v="3164" actId="207"/>
        <pc:sldMkLst>
          <pc:docMk/>
          <pc:sldMk cId="369610514" sldId="317"/>
        </pc:sldMkLst>
        <pc:spChg chg="mod">
          <ac:chgData name="Michael Hill" userId="41dba03d-e58d-4389-9894-554c10310ba4" providerId="ADAL" clId="{EF23FE1D-A042-481E-AFD7-2A9FB0847F54}" dt="2025-10-28T19:56:47.334" v="2725" actId="14100"/>
          <ac:spMkLst>
            <pc:docMk/>
            <pc:sldMk cId="369610514" sldId="317"/>
            <ac:spMk id="5" creationId="{CB48F8D8-6EFC-7815-4F5A-9F4083598A4A}"/>
          </ac:spMkLst>
        </pc:spChg>
        <pc:spChg chg="mod">
          <ac:chgData name="Michael Hill" userId="41dba03d-e58d-4389-9894-554c10310ba4" providerId="ADAL" clId="{EF23FE1D-A042-481E-AFD7-2A9FB0847F54}" dt="2025-10-28T19:59:07.692" v="3164" actId="207"/>
          <ac:spMkLst>
            <pc:docMk/>
            <pc:sldMk cId="369610514" sldId="317"/>
            <ac:spMk id="8" creationId="{85A2EDFC-BBBD-F92B-53D2-DBC820C8C723}"/>
          </ac:spMkLst>
        </pc:sp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415922808" sldId="317"/>
        </pc:sldMkLst>
      </pc:sldChg>
      <pc:sldChg chg="modSp add mod">
        <pc:chgData name="Michael Hill" userId="41dba03d-e58d-4389-9894-554c10310ba4" providerId="ADAL" clId="{EF23FE1D-A042-481E-AFD7-2A9FB0847F54}" dt="2025-10-28T20:00:37.821" v="3501" actId="20577"/>
        <pc:sldMkLst>
          <pc:docMk/>
          <pc:sldMk cId="2335453099" sldId="318"/>
        </pc:sldMkLst>
        <pc:spChg chg="mod">
          <ac:chgData name="Michael Hill" userId="41dba03d-e58d-4389-9894-554c10310ba4" providerId="ADAL" clId="{EF23FE1D-A042-481E-AFD7-2A9FB0847F54}" dt="2025-10-28T19:58:45.049" v="3155" actId="20577"/>
          <ac:spMkLst>
            <pc:docMk/>
            <pc:sldMk cId="2335453099" sldId="318"/>
            <ac:spMk id="5" creationId="{83222F82-1AF5-4579-ED1A-62009FBD78E4}"/>
          </ac:spMkLst>
        </pc:spChg>
        <pc:spChg chg="mod">
          <ac:chgData name="Michael Hill" userId="41dba03d-e58d-4389-9894-554c10310ba4" providerId="ADAL" clId="{EF23FE1D-A042-481E-AFD7-2A9FB0847F54}" dt="2025-10-28T20:00:37.821" v="3501" actId="20577"/>
          <ac:spMkLst>
            <pc:docMk/>
            <pc:sldMk cId="2335453099" sldId="318"/>
            <ac:spMk id="8" creationId="{6D3D6C05-C7FD-075E-6FA1-528241FD9BCF}"/>
          </ac:spMkLst>
        </pc:sp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2888835138" sldId="318"/>
        </pc:sldMkLst>
      </pc:sldChg>
      <pc:sldChg chg="addSp modSp add mod">
        <pc:chgData name="Michael Hill" userId="41dba03d-e58d-4389-9894-554c10310ba4" providerId="ADAL" clId="{EF23FE1D-A042-481E-AFD7-2A9FB0847F54}" dt="2025-10-28T20:02:51.443" v="3696" actId="1076"/>
        <pc:sldMkLst>
          <pc:docMk/>
          <pc:sldMk cId="834697846" sldId="319"/>
        </pc:sldMkLst>
        <pc:spChg chg="mod">
          <ac:chgData name="Michael Hill" userId="41dba03d-e58d-4389-9894-554c10310ba4" providerId="ADAL" clId="{EF23FE1D-A042-481E-AFD7-2A9FB0847F54}" dt="2025-10-28T20:02:48.276" v="3695" actId="20577"/>
          <ac:spMkLst>
            <pc:docMk/>
            <pc:sldMk cId="834697846" sldId="319"/>
            <ac:spMk id="8" creationId="{8FD1E520-3ADC-6B74-89EF-260856279398}"/>
          </ac:spMkLst>
        </pc:spChg>
        <pc:picChg chg="add mod">
          <ac:chgData name="Michael Hill" userId="41dba03d-e58d-4389-9894-554c10310ba4" providerId="ADAL" clId="{EF23FE1D-A042-481E-AFD7-2A9FB0847F54}" dt="2025-10-28T20:02:51.443" v="3696" actId="1076"/>
          <ac:picMkLst>
            <pc:docMk/>
            <pc:sldMk cId="834697846" sldId="319"/>
            <ac:picMk id="3" creationId="{D034CBD9-AC15-A75B-3944-6FB638BF5B80}"/>
          </ac:picMkLst>
        </pc:pic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1560630759" sldId="319"/>
        </pc:sldMkLst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1188148989" sldId="320"/>
        </pc:sldMkLst>
      </pc:sldChg>
      <pc:sldChg chg="modSp add mod">
        <pc:chgData name="Michael Hill" userId="41dba03d-e58d-4389-9894-554c10310ba4" providerId="ADAL" clId="{EF23FE1D-A042-481E-AFD7-2A9FB0847F54}" dt="2025-10-28T20:03:58.278" v="3858" actId="20577"/>
        <pc:sldMkLst>
          <pc:docMk/>
          <pc:sldMk cId="3817370257" sldId="320"/>
        </pc:sldMkLst>
        <pc:spChg chg="mod">
          <ac:chgData name="Michael Hill" userId="41dba03d-e58d-4389-9894-554c10310ba4" providerId="ADAL" clId="{EF23FE1D-A042-481E-AFD7-2A9FB0847F54}" dt="2025-10-28T20:03:34.293" v="3715" actId="1076"/>
          <ac:spMkLst>
            <pc:docMk/>
            <pc:sldMk cId="3817370257" sldId="320"/>
            <ac:spMk id="5" creationId="{6EF068B0-6A58-1282-BA40-A1FA1C47DF57}"/>
          </ac:spMkLst>
        </pc:spChg>
        <pc:spChg chg="mod">
          <ac:chgData name="Michael Hill" userId="41dba03d-e58d-4389-9894-554c10310ba4" providerId="ADAL" clId="{EF23FE1D-A042-481E-AFD7-2A9FB0847F54}" dt="2025-10-28T20:03:58.278" v="3858" actId="20577"/>
          <ac:spMkLst>
            <pc:docMk/>
            <pc:sldMk cId="3817370257" sldId="320"/>
            <ac:spMk id="8" creationId="{75A154EA-5A79-ABA3-3478-61D01F6CD5D8}"/>
          </ac:spMkLst>
        </pc:spChg>
      </pc:sldChg>
      <pc:sldChg chg="del">
        <pc:chgData name="Michael Hill" userId="41dba03d-e58d-4389-9894-554c10310ba4" providerId="ADAL" clId="{EF23FE1D-A042-481E-AFD7-2A9FB0847F54}" dt="2025-10-28T16:15:53.433" v="812" actId="47"/>
        <pc:sldMkLst>
          <pc:docMk/>
          <pc:sldMk cId="2949293612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C-3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37519" y="3695603"/>
            <a:ext cx="1012715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INTELLIGENCE GATHERING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OSNIT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Passive OSNIT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Search Engine Dorking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Network Scanning &amp; Mapping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Social Engineering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Active Scanning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could publicly available information make a hospital easier to target?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828EB-D0F4-1C09-6097-16E7701B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AC6A6C89-6D16-48F1-8F51-D17DCF2D648D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C6C73E0-AF4E-4976-2CCB-5CC94A7B3F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3B6F033-442A-73BB-152D-ABBD4683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BA96511-9848-EE29-7702-329F857FF8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1605B4-4BFE-10C5-56D2-18FA52756CD0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31359D-1778-B822-8B18-9D6A8DCB4323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2D69B-5E0C-ABCE-7B25-92F0C2847CE9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Employee Details can be public – social media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Technology used can be public – GitHub, HTML, etc.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Security Policies can be public – accountability and transparency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49787-6ED2-84FB-10B2-2585FA42921F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A44E38-E135-B597-55A3-2D33FD996D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AFA517F-A1BA-F701-54A4-0BF22BB0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833E61A2-3CD9-B8A0-1EDF-478EA9A7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7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92297-F66F-79C5-0C2F-87D5BA50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FA73301-6177-AA2D-0D7D-B17AEDF773F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5B59D1-03DB-A0E5-772C-E607346C189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B4A513-89DB-943F-6F85-04B01303A7C7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EBABC-01DD-AB36-AC4D-FD2BA184071C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OSNIT (short for Open-Source Intelligence)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utilizes tools and sources like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Social Media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Search Engines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Forums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 internet facing resources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Goal is to gather actionable data about the hospital’s digital footprint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Hackers can use this to create a map of the hospital’s network presence and find weaknesses to exploit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07E37-151A-274F-CC12-A8B9249D90EE}"/>
              </a:ext>
            </a:extLst>
          </p:cNvPr>
          <p:cNvSpPr/>
          <p:nvPr/>
        </p:nvSpPr>
        <p:spPr>
          <a:xfrm>
            <a:off x="148856" y="187053"/>
            <a:ext cx="182432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OSINT</a:t>
            </a:r>
          </a:p>
        </p:txBody>
      </p:sp>
    </p:spTree>
    <p:extLst>
      <p:ext uri="{BB962C8B-B14F-4D97-AF65-F5344CB8AC3E}">
        <p14:creationId xmlns:p14="http://schemas.microsoft.com/office/powerpoint/2010/main" val="125250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14C84-06B3-37A9-7A92-3179AFC1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540DE1-1C3A-8132-BC59-D25823E104FA}"/>
              </a:ext>
            </a:extLst>
          </p:cNvPr>
          <p:cNvSpPr/>
          <p:nvPr/>
        </p:nvSpPr>
        <p:spPr>
          <a:xfrm>
            <a:off x="8942268" y="459509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5C4AE-6E7F-2809-6769-55F0D70203E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93B334-3457-9B78-BF18-464BED30C57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266794-893A-B6A1-2D48-5375B94BF480}"/>
              </a:ext>
            </a:extLst>
          </p:cNvPr>
          <p:cNvSpPr/>
          <p:nvPr/>
        </p:nvSpPr>
        <p:spPr>
          <a:xfrm>
            <a:off x="825244" y="1120703"/>
            <a:ext cx="4193644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Passive OSINT is gathered by collecting data that’s already public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don’t obtain or send any network traffic to the target organization’s systems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only publicly available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819DE-B3B9-C144-46AC-3E3A9AD7949D}"/>
              </a:ext>
            </a:extLst>
          </p:cNvPr>
          <p:cNvSpPr/>
          <p:nvPr/>
        </p:nvSpPr>
        <p:spPr>
          <a:xfrm>
            <a:off x="148856" y="187053"/>
            <a:ext cx="403125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PASSIVE OSINT</a:t>
            </a:r>
          </a:p>
        </p:txBody>
      </p:sp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23842942-27B2-DF8B-A750-DB64D5BC6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525" y="1994376"/>
            <a:ext cx="6187669" cy="309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2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22FD7-384D-368A-0CB6-7B81B1993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40FA3B7-60F4-B731-E14E-D40ECEB0448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651107-27DA-0909-84FD-37873FC0CB6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F85440-773D-EFBA-E85E-77D88EB3E31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96C40-255D-AFE9-222F-CA6CB1264202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Employee Details – May be gathered through social media presence of staff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Those in IT or administration are particularly valuable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Technology Usage – Insights into the hospital’s software derived from public sources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Perhaps a public announcement of a new technology in a press release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Security Policies -  Examining the hospital’s publicly available security policies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 these will be public so accountability is enforces and nobody is worried about how their data is used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8528D-A228-E429-3F44-8928A670B668}"/>
              </a:ext>
            </a:extLst>
          </p:cNvPr>
          <p:cNvSpPr/>
          <p:nvPr/>
        </p:nvSpPr>
        <p:spPr>
          <a:xfrm>
            <a:off x="148856" y="187053"/>
            <a:ext cx="423063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PASSIVE OSINT</a:t>
            </a:r>
          </a:p>
        </p:txBody>
      </p:sp>
    </p:spTree>
    <p:extLst>
      <p:ext uri="{BB962C8B-B14F-4D97-AF65-F5344CB8AC3E}">
        <p14:creationId xmlns:p14="http://schemas.microsoft.com/office/powerpoint/2010/main" val="370062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413A4-AC6B-7663-6BD0-B985C491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DFDB136-53E3-AE99-E968-11B09FEB7FF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29401F-C2B3-D2A9-EB79-BCCFA635A62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ECAD8C-D65F-F1FB-2882-198A826DCE1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71446C-3BC7-4301-0C75-5C623A1BAC54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https://www.linkedin.com/search/results/people/?keywords=healthcare%20it%20admin&amp;origin=GLOBAL_SEARCH_HEADER&amp;page=2&amp;spellCorrectionEnabled=false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7CEC1-5257-CECB-1D71-A151D34635E4}"/>
              </a:ext>
            </a:extLst>
          </p:cNvPr>
          <p:cNvSpPr/>
          <p:nvPr/>
        </p:nvSpPr>
        <p:spPr>
          <a:xfrm>
            <a:off x="148856" y="187053"/>
            <a:ext cx="423063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PASSIVE OSINT</a:t>
            </a:r>
          </a:p>
        </p:txBody>
      </p:sp>
    </p:spTree>
    <p:extLst>
      <p:ext uri="{BB962C8B-B14F-4D97-AF65-F5344CB8AC3E}">
        <p14:creationId xmlns:p14="http://schemas.microsoft.com/office/powerpoint/2010/main" val="234120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82A75-9A26-C086-4E8F-72221748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DFED131-AE81-4E0D-3D91-628C6D3816B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3C791D-7C9A-9A1F-E470-B2491276EC2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FD5F85-3F60-5030-03F9-3D9CD65D3190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AA8EE-1A6D-99B3-AAFC-AB6F5472EE00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way to do this is to “Dork”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Dorking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a term for ‘advanced level’ Googling using commands to isolate websites, file formats, and others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6ACE39-D924-CE33-8071-61F4719FF08A}"/>
              </a:ext>
            </a:extLst>
          </p:cNvPr>
          <p:cNvSpPr/>
          <p:nvPr/>
        </p:nvSpPr>
        <p:spPr>
          <a:xfrm>
            <a:off x="-284281" y="151144"/>
            <a:ext cx="699446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SEARCH ENGINE DORKING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AAEE4-A8AB-CDE3-C3E5-86060CF10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427" y="2856516"/>
            <a:ext cx="5196227" cy="3742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6634F0-7132-9EF0-5467-CE13E3D6C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49" y="2856516"/>
            <a:ext cx="5558559" cy="369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4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5E2A8-8226-7840-9D45-0CFC6A0B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FDA15FD-D767-05C6-0B85-639A4C84F88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3173BC-C6AC-4E01-B521-AF1F2991E72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5FFF8B-DDE4-54F7-8F48-6BA743B1720E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95AD2D-4836-81ED-1DFA-923159FBA251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organizations aren’t careful,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dorking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can be used to find: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Public documents with sensitive info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Leaked credentials (search for a leaked username)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Unsecured/Misconfigured 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539B1-EB03-70FD-38A3-FC36A24CCF6C}"/>
              </a:ext>
            </a:extLst>
          </p:cNvPr>
          <p:cNvSpPr/>
          <p:nvPr/>
        </p:nvSpPr>
        <p:spPr>
          <a:xfrm>
            <a:off x="-284281" y="151144"/>
            <a:ext cx="6994464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SEARCH ENGINE DORKING</a:t>
            </a:r>
          </a:p>
        </p:txBody>
      </p:sp>
    </p:spTree>
    <p:extLst>
      <p:ext uri="{BB962C8B-B14F-4D97-AF65-F5344CB8AC3E}">
        <p14:creationId xmlns:p14="http://schemas.microsoft.com/office/powerpoint/2010/main" val="219885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60745-5BBA-DD90-ED93-F153A0AA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E5B8246-2AFC-B845-8463-BCE45C421FA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3DFA60-AD10-FB25-7CD1-ADBAF557A09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FA1061-3F63-9A3A-AAE3-4CEC6411EF2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2EDFC-BBBD-F92B-53D2-DBC820C8C723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of course, if we can contact somebody, we can scam them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as smart as we think we are, many (especially older people) are vulnerable to </a:t>
            </a: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social manipulation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Vishing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phising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over the phone, or voice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phising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): convince somebody in real time to do what you’d like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Pretexting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– creating a fabricated scenario to gain trust and manipulate into revealing sensitive info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8F8D8-6EFC-7815-4F5A-9F4083598A4A}"/>
              </a:ext>
            </a:extLst>
          </p:cNvPr>
          <p:cNvSpPr/>
          <p:nvPr/>
        </p:nvSpPr>
        <p:spPr>
          <a:xfrm>
            <a:off x="-284281" y="151144"/>
            <a:ext cx="5887559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VISHING/PRETEXTING</a:t>
            </a:r>
          </a:p>
        </p:txBody>
      </p:sp>
    </p:spTree>
    <p:extLst>
      <p:ext uri="{BB962C8B-B14F-4D97-AF65-F5344CB8AC3E}">
        <p14:creationId xmlns:p14="http://schemas.microsoft.com/office/powerpoint/2010/main" val="36961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556E9-8C5B-3611-2DE2-38A43F85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D7248AC-9E06-A663-2F6E-2B018D12FB5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E9ACD2-46E3-98D6-9101-64977C780EF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1719C3-1920-A6D5-665D-23099A6591B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689BA-B143-B722-C15B-6A94FC23E053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Active Scanning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Interacting directly with the target networks to discover open ports, running services, or out of date programs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must be done with the permission of the organization for ethical purposes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would need to ask the MTPH staff to be allowed to do an Active Scan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Much more in-depth than Passive OSINT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13ADE-642D-285E-F346-07AFDFA8CDE2}"/>
              </a:ext>
            </a:extLst>
          </p:cNvPr>
          <p:cNvSpPr/>
          <p:nvPr/>
        </p:nvSpPr>
        <p:spPr>
          <a:xfrm>
            <a:off x="148856" y="187053"/>
            <a:ext cx="528941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ACTIVE SCANNING</a:t>
            </a:r>
          </a:p>
        </p:txBody>
      </p:sp>
    </p:spTree>
    <p:extLst>
      <p:ext uri="{BB962C8B-B14F-4D97-AF65-F5344CB8AC3E}">
        <p14:creationId xmlns:p14="http://schemas.microsoft.com/office/powerpoint/2010/main" val="3080041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424EC-B7D5-9B87-79B2-469005DE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A37B6CF-7FD8-0CAA-6B61-A234E63F99A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E65A60-9C76-9C50-0ADD-59B50CAAFFA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3CE080-F42D-69EB-3115-BBE2F48CB70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3D6C05-C7FD-075E-6FA1-528241FD9BCF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Port Scanning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– Listening over open ports on a network to determine what methods are accessible to connect to a network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Network maps can be created, showing how various devices are linked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During this, IP addresses are catalogued for understanding of the network’s scope, and to attempt penetration testing with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22F82-1AF5-4579-ED1A-62009FBD78E4}"/>
              </a:ext>
            </a:extLst>
          </p:cNvPr>
          <p:cNvSpPr/>
          <p:nvPr/>
        </p:nvSpPr>
        <p:spPr>
          <a:xfrm>
            <a:off x="148856" y="187053"/>
            <a:ext cx="528941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PORT SCANNING</a:t>
            </a:r>
          </a:p>
        </p:txBody>
      </p:sp>
    </p:spTree>
    <p:extLst>
      <p:ext uri="{BB962C8B-B14F-4D97-AF65-F5344CB8AC3E}">
        <p14:creationId xmlns:p14="http://schemas.microsoft.com/office/powerpoint/2010/main" val="233545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AC5AF-ACC0-E97A-795E-CD57CFB3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C663B6A-0D70-81B8-AC26-26370F02D04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84A2C3-E053-2EED-D0A4-6139716F2C1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AB2598-B0F6-F8E3-71DC-411B27EDC69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1E520-3ADC-6B74-89EF-260856279398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I’d do a port scan myself, but the tech office would NOT be happy with 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call the command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tracert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&lt;insert website here&gt;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Similar but not nearly the same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F55C9-8256-E631-1935-97DAFDC2C3AE}"/>
              </a:ext>
            </a:extLst>
          </p:cNvPr>
          <p:cNvSpPr/>
          <p:nvPr/>
        </p:nvSpPr>
        <p:spPr>
          <a:xfrm>
            <a:off x="148856" y="187053"/>
            <a:ext cx="5289418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PORT SCANNING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4CBD9-AC15-A75B-3944-6FB638BF5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508" y="3380873"/>
            <a:ext cx="6872984" cy="32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97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7777253" y="427637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Which testing approach do you believe is the most appropriate for MTPH?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out a short (paragraph with some bullet points) proposal to give to the MTPH admin about how you’d like to execute your penetration testing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372352" y="59058"/>
            <a:ext cx="4787100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8ADAE-1FF9-6D8D-F4F4-610C7CE7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35F870-3858-EF01-2EB6-00FA305D9914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559D5F-C4C5-D26D-292B-859A1F94D0F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1EE114-A3B0-2C76-345D-1498B7B5B07B}"/>
              </a:ext>
            </a:extLst>
          </p:cNvPr>
          <p:cNvSpPr/>
          <p:nvPr/>
        </p:nvSpPr>
        <p:spPr>
          <a:xfrm>
            <a:off x="7777253" y="427637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154EA-5A79-ABA3-3478-61D01F6CD5D8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Explain three OSINT techniques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CyberHealth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team could use on MTPH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Discuss one ethical and one operational limitation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for each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068B0-6A58-1282-BA40-A1FA1C47DF57}"/>
              </a:ext>
            </a:extLst>
          </p:cNvPr>
          <p:cNvSpPr/>
          <p:nvPr/>
        </p:nvSpPr>
        <p:spPr>
          <a:xfrm>
            <a:off x="-345942" y="72809"/>
            <a:ext cx="6319390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381737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7495</TotalTime>
  <Words>640</Words>
  <Application>Microsoft Office PowerPoint</Application>
  <PresentationFormat>Widescreen</PresentationFormat>
  <Paragraphs>72</Paragraphs>
  <Slides>16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6</cp:revision>
  <dcterms:created xsi:type="dcterms:W3CDTF">2025-08-11T14:07:39Z</dcterms:created>
  <dcterms:modified xsi:type="dcterms:W3CDTF">2025-10-28T20:04:02Z</dcterms:modified>
</cp:coreProperties>
</file>